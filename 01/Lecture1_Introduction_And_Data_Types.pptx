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7"/>
  </p:notesMasterIdLst>
  <p:sldIdLst>
    <p:sldId id="256" r:id="rId2"/>
    <p:sldId id="688" r:id="rId3"/>
    <p:sldId id="701" r:id="rId4"/>
    <p:sldId id="955" r:id="rId5"/>
    <p:sldId id="704" r:id="rId6"/>
    <p:sldId id="705" r:id="rId7"/>
    <p:sldId id="707" r:id="rId8"/>
    <p:sldId id="713" r:id="rId9"/>
    <p:sldId id="717" r:id="rId10"/>
    <p:sldId id="725" r:id="rId11"/>
    <p:sldId id="724" r:id="rId12"/>
    <p:sldId id="956" r:id="rId13"/>
    <p:sldId id="957" r:id="rId14"/>
    <p:sldId id="729" r:id="rId15"/>
    <p:sldId id="484" r:id="rId16"/>
    <p:sldId id="736" r:id="rId17"/>
    <p:sldId id="958" r:id="rId18"/>
    <p:sldId id="744" r:id="rId19"/>
    <p:sldId id="739" r:id="rId20"/>
    <p:sldId id="733" r:id="rId21"/>
    <p:sldId id="745" r:id="rId22"/>
    <p:sldId id="749" r:id="rId23"/>
    <p:sldId id="747" r:id="rId24"/>
    <p:sldId id="750" r:id="rId25"/>
    <p:sldId id="959" r:id="rId26"/>
    <p:sldId id="759" r:id="rId27"/>
    <p:sldId id="762" r:id="rId28"/>
    <p:sldId id="752" r:id="rId29"/>
    <p:sldId id="764" r:id="rId30"/>
    <p:sldId id="769" r:id="rId31"/>
    <p:sldId id="776" r:id="rId32"/>
    <p:sldId id="777" r:id="rId33"/>
    <p:sldId id="772" r:id="rId34"/>
    <p:sldId id="780" r:id="rId35"/>
    <p:sldId id="781" r:id="rId36"/>
    <p:sldId id="787" r:id="rId37"/>
    <p:sldId id="782" r:id="rId38"/>
    <p:sldId id="788" r:id="rId39"/>
    <p:sldId id="783" r:id="rId40"/>
    <p:sldId id="793" r:id="rId41"/>
    <p:sldId id="790" r:id="rId42"/>
    <p:sldId id="792" r:id="rId43"/>
    <p:sldId id="960" r:id="rId44"/>
    <p:sldId id="961" r:id="rId45"/>
    <p:sldId id="962" r:id="rId46"/>
    <p:sldId id="805" r:id="rId47"/>
    <p:sldId id="806" r:id="rId48"/>
    <p:sldId id="672" r:id="rId49"/>
    <p:sldId id="809" r:id="rId50"/>
    <p:sldId id="812" r:id="rId51"/>
    <p:sldId id="816" r:id="rId52"/>
    <p:sldId id="814" r:id="rId53"/>
    <p:sldId id="673" r:id="rId54"/>
    <p:sldId id="963" r:id="rId55"/>
    <p:sldId id="820" r:id="rId56"/>
    <p:sldId id="824" r:id="rId57"/>
    <p:sldId id="825" r:id="rId58"/>
    <p:sldId id="821" r:id="rId59"/>
    <p:sldId id="822" r:id="rId60"/>
    <p:sldId id="827" r:id="rId61"/>
    <p:sldId id="964" r:id="rId62"/>
    <p:sldId id="965" r:id="rId63"/>
    <p:sldId id="966" r:id="rId64"/>
    <p:sldId id="967" r:id="rId65"/>
    <p:sldId id="968" r:id="rId66"/>
    <p:sldId id="969" r:id="rId67"/>
    <p:sldId id="856" r:id="rId68"/>
    <p:sldId id="862" r:id="rId69"/>
    <p:sldId id="864" r:id="rId70"/>
    <p:sldId id="868" r:id="rId71"/>
    <p:sldId id="870" r:id="rId72"/>
    <p:sldId id="871" r:id="rId73"/>
    <p:sldId id="872" r:id="rId74"/>
    <p:sldId id="880" r:id="rId75"/>
    <p:sldId id="853" r:id="rId76"/>
    <p:sldId id="888" r:id="rId77"/>
    <p:sldId id="892" r:id="rId78"/>
    <p:sldId id="894" r:id="rId79"/>
    <p:sldId id="896" r:id="rId80"/>
    <p:sldId id="898" r:id="rId81"/>
    <p:sldId id="897" r:id="rId82"/>
    <p:sldId id="903" r:id="rId83"/>
    <p:sldId id="906" r:id="rId84"/>
    <p:sldId id="905" r:id="rId85"/>
    <p:sldId id="887" r:id="rId86"/>
    <p:sldId id="970" r:id="rId87"/>
    <p:sldId id="921" r:id="rId88"/>
    <p:sldId id="924" r:id="rId89"/>
    <p:sldId id="918" r:id="rId90"/>
    <p:sldId id="926" r:id="rId91"/>
    <p:sldId id="927" r:id="rId92"/>
    <p:sldId id="925" r:id="rId93"/>
    <p:sldId id="919" r:id="rId94"/>
    <p:sldId id="681" r:id="rId95"/>
    <p:sldId id="937" r:id="rId96"/>
    <p:sldId id="947" r:id="rId97"/>
    <p:sldId id="949" r:id="rId98"/>
    <p:sldId id="950" r:id="rId99"/>
    <p:sldId id="944" r:id="rId100"/>
    <p:sldId id="951" r:id="rId101"/>
    <p:sldId id="939" r:id="rId102"/>
    <p:sldId id="952" r:id="rId103"/>
    <p:sldId id="953" r:id="rId104"/>
    <p:sldId id="971" r:id="rId105"/>
    <p:sldId id="427" r:id="rId106"/>
  </p:sldIdLst>
  <p:sldSz cx="12192000" cy="6858000"/>
  <p:notesSz cx="6858000" cy="9144000"/>
  <p:embeddedFontLst>
    <p:embeddedFont>
      <p:font typeface="Aptos Mono" panose="020B0009020202020204" pitchFamily="49" charset="0"/>
      <p:regular r:id="rId108"/>
      <p:bold r:id="rId109"/>
      <p:italic r:id="rId110"/>
      <p:boldItalic r:id="rId1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68FC4E-5996-4349-9AB0-B092BC22468C}" v="64" dt="2026-09-24T15:40:34.4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53" autoAdjust="0"/>
    <p:restoredTop sz="88180" autoAdjust="0"/>
  </p:normalViewPr>
  <p:slideViewPr>
    <p:cSldViewPr snapToGrid="0">
      <p:cViewPr varScale="1">
        <p:scale>
          <a:sx n="134" d="100"/>
          <a:sy n="134" d="100"/>
        </p:scale>
        <p:origin x="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00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microsoft.com/office/2015/10/relationships/revisionInfo" Target="revisionInfo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font" Target="fonts/font1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font" Target="fonts/font2.fntdata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font" Target="fonts/font3.fntdata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font" Target="fonts/font4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Martin" userId="5c604502-4ee2-4081-9f0b-59e4decb0522" providerId="ADAL" clId="{CD9F9381-1667-4751-A642-EBC8FFBDE105}"/>
    <pc:docChg chg="undo redo custSel addSld delSld modSld sldOrd">
      <pc:chgData name="James Martin" userId="5c604502-4ee2-4081-9f0b-59e4decb0522" providerId="ADAL" clId="{CD9F9381-1667-4751-A642-EBC8FFBDE105}" dt="2026-09-21T12:14:35.124" v="335"/>
      <pc:docMkLst>
        <pc:docMk/>
      </pc:docMkLst>
      <pc:sldChg chg="modTransition">
        <pc:chgData name="James Martin" userId="5c604502-4ee2-4081-9f0b-59e4decb0522" providerId="ADAL" clId="{CD9F9381-1667-4751-A642-EBC8FFBDE105}" dt="2026-09-21T10:52:57.131" v="28"/>
        <pc:sldMkLst>
          <pc:docMk/>
          <pc:sldMk cId="2540596352" sldId="673"/>
        </pc:sldMkLst>
      </pc:sldChg>
      <pc:sldChg chg="addSp mod">
        <pc:chgData name="James Martin" userId="5c604502-4ee2-4081-9f0b-59e4decb0522" providerId="ADAL" clId="{CD9F9381-1667-4751-A642-EBC8FFBDE105}" dt="2026-09-21T11:27:24.323" v="203" actId="22"/>
        <pc:sldMkLst>
          <pc:docMk/>
          <pc:sldMk cId="1682503710" sldId="681"/>
        </pc:sldMkLst>
        <pc:spChg chg="add">
          <ac:chgData name="James Martin" userId="5c604502-4ee2-4081-9f0b-59e4decb0522" providerId="ADAL" clId="{CD9F9381-1667-4751-A642-EBC8FFBDE105}" dt="2026-09-21T11:26:44.063" v="201" actId="22"/>
          <ac:spMkLst>
            <pc:docMk/>
            <pc:sldMk cId="1682503710" sldId="681"/>
            <ac:spMk id="4" creationId="{A58A8522-3E4A-32C9-0CDB-8CF87DC3FA56}"/>
          </ac:spMkLst>
        </pc:sp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6" creationId="{B4BF10FD-508C-4212-FA29-56A944EA3C7E}"/>
          </ac:picMkLst>
        </pc:pic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8" creationId="{B72A6F42-CEFE-E5B5-A996-5AE22D343FD5}"/>
          </ac:picMkLst>
        </pc:pic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11" creationId="{42955BDB-38F1-40F6-DA16-2E1832918042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2:14:35.124" v="335"/>
        <pc:sldMkLst>
          <pc:docMk/>
          <pc:sldMk cId="1058866307" sldId="704"/>
        </pc:sldMkLst>
        <pc:spChg chg="mod">
          <ac:chgData name="James Martin" userId="5c604502-4ee2-4081-9f0b-59e4decb0522" providerId="ADAL" clId="{CD9F9381-1667-4751-A642-EBC8FFBDE105}" dt="2026-09-21T12:14:35.124" v="335"/>
          <ac:spMkLst>
            <pc:docMk/>
            <pc:sldMk cId="1058866307" sldId="704"/>
            <ac:spMk id="9" creationId="{D4CD8A76-665C-8FF6-1D68-EA4E95245343}"/>
          </ac:spMkLst>
        </pc:spChg>
        <pc:grpChg chg="add mod">
          <ac:chgData name="James Martin" userId="5c604502-4ee2-4081-9f0b-59e4decb0522" providerId="ADAL" clId="{CD9F9381-1667-4751-A642-EBC8FFBDE105}" dt="2026-09-21T11:57:05.524" v="289"/>
          <ac:grpSpMkLst>
            <pc:docMk/>
            <pc:sldMk cId="1058866307" sldId="704"/>
            <ac:grpSpMk id="7" creationId="{2F7A04A5-EAD9-BB90-2802-9F57B0D3BCE8}"/>
          </ac:grpSpMkLst>
        </pc:grpChg>
        <pc:picChg chg="mod">
          <ac:chgData name="James Martin" userId="5c604502-4ee2-4081-9f0b-59e4decb0522" providerId="ADAL" clId="{CD9F9381-1667-4751-A642-EBC8FFBDE105}" dt="2026-09-21T11:57:05.524" v="289"/>
          <ac:picMkLst>
            <pc:docMk/>
            <pc:sldMk cId="1058866307" sldId="704"/>
            <ac:picMk id="8" creationId="{A012C884-7586-FB53-7C6A-240076E4C62F}"/>
          </ac:picMkLst>
        </pc:picChg>
      </pc:sldChg>
      <pc:sldChg chg="addSp modSp mod">
        <pc:chgData name="James Martin" userId="5c604502-4ee2-4081-9f0b-59e4decb0522" providerId="ADAL" clId="{CD9F9381-1667-4751-A642-EBC8FFBDE105}" dt="2026-09-21T12:14:31.342" v="334"/>
        <pc:sldMkLst>
          <pc:docMk/>
          <pc:sldMk cId="3114102204" sldId="705"/>
        </pc:sldMkLst>
        <pc:spChg chg="mod">
          <ac:chgData name="James Martin" userId="5c604502-4ee2-4081-9f0b-59e4decb0522" providerId="ADAL" clId="{CD9F9381-1667-4751-A642-EBC8FFBDE105}" dt="2026-09-21T12:14:31.342" v="334"/>
          <ac:spMkLst>
            <pc:docMk/>
            <pc:sldMk cId="3114102204" sldId="705"/>
            <ac:spMk id="3" creationId="{313D6C6A-3C93-D8A7-35CC-0DC4163BFA07}"/>
          </ac:spMkLst>
        </pc:spChg>
        <pc:grpChg chg="add mod">
          <ac:chgData name="James Martin" userId="5c604502-4ee2-4081-9f0b-59e4decb0522" providerId="ADAL" clId="{CD9F9381-1667-4751-A642-EBC8FFBDE105}" dt="2026-09-21T11:56:25.177" v="283" actId="164"/>
          <ac:grpSpMkLst>
            <pc:docMk/>
            <pc:sldMk cId="3114102204" sldId="705"/>
            <ac:grpSpMk id="5" creationId="{55A03529-FCEE-9D53-CCCB-4373EE6F8E2E}"/>
          </ac:grpSpMkLst>
        </pc:grpChg>
        <pc:picChg chg="mod">
          <ac:chgData name="James Martin" userId="5c604502-4ee2-4081-9f0b-59e4decb0522" providerId="ADAL" clId="{CD9F9381-1667-4751-A642-EBC8FFBDE105}" dt="2026-09-21T11:56:25.177" v="283" actId="164"/>
          <ac:picMkLst>
            <pc:docMk/>
            <pc:sldMk cId="3114102204" sldId="705"/>
            <ac:picMk id="125" creationId="{A214F940-1804-6423-6539-36959C638E51}"/>
          </ac:picMkLst>
        </pc:picChg>
        <pc:picChg chg="mod">
          <ac:chgData name="James Martin" userId="5c604502-4ee2-4081-9f0b-59e4decb0522" providerId="ADAL" clId="{CD9F9381-1667-4751-A642-EBC8FFBDE105}" dt="2026-09-21T11:56:29.766" v="284" actId="164"/>
          <ac:picMkLst>
            <pc:docMk/>
            <pc:sldMk cId="3114102204" sldId="705"/>
            <ac:picMk id="1026" creationId="{D501F409-0002-0A19-E448-93E6950FA908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2:14:26.175" v="333" actId="20577"/>
        <pc:sldMkLst>
          <pc:docMk/>
          <pc:sldMk cId="1249835871" sldId="707"/>
        </pc:sldMkLst>
        <pc:spChg chg="mod">
          <ac:chgData name="James Martin" userId="5c604502-4ee2-4081-9f0b-59e4decb0522" providerId="ADAL" clId="{CD9F9381-1667-4751-A642-EBC8FFBDE105}" dt="2026-09-21T12:14:26.175" v="333" actId="20577"/>
          <ac:spMkLst>
            <pc:docMk/>
            <pc:sldMk cId="1249835871" sldId="707"/>
            <ac:spMk id="10" creationId="{A6810EFE-5B6B-3D9F-D0DD-7FD8655A727C}"/>
          </ac:spMkLst>
        </pc:spChg>
        <pc:grpChg chg="add mod">
          <ac:chgData name="James Martin" userId="5c604502-4ee2-4081-9f0b-59e4decb0522" providerId="ADAL" clId="{CD9F9381-1667-4751-A642-EBC8FFBDE105}" dt="2026-09-21T11:56:53.848" v="286"/>
          <ac:grpSpMkLst>
            <pc:docMk/>
            <pc:sldMk cId="1249835871" sldId="707"/>
            <ac:grpSpMk id="8" creationId="{95F01665-4BFC-A08F-A324-7C1D7204D6F0}"/>
          </ac:grpSpMkLst>
        </pc:grpChg>
        <pc:picChg chg="mod">
          <ac:chgData name="James Martin" userId="5c604502-4ee2-4081-9f0b-59e4decb0522" providerId="ADAL" clId="{CD9F9381-1667-4751-A642-EBC8FFBDE105}" dt="2026-09-21T11:56:53.848" v="286"/>
          <ac:picMkLst>
            <pc:docMk/>
            <pc:sldMk cId="1249835871" sldId="707"/>
            <ac:picMk id="7" creationId="{FA4C30B5-C2C5-35DA-0BEC-F19C3667E08B}"/>
          </ac:picMkLst>
        </pc:picChg>
        <pc:picChg chg="mod">
          <ac:chgData name="James Martin" userId="5c604502-4ee2-4081-9f0b-59e4decb0522" providerId="ADAL" clId="{CD9F9381-1667-4751-A642-EBC8FFBDE105}" dt="2026-09-21T11:56:53.848" v="286"/>
          <ac:picMkLst>
            <pc:docMk/>
            <pc:sldMk cId="1249835871" sldId="707"/>
            <ac:picMk id="9" creationId="{F4BF6113-C90E-8CD8-BCA4-6320D4257373}"/>
          </ac:picMkLst>
        </pc:picChg>
      </pc:sldChg>
      <pc:sldChg chg="modSp mod">
        <pc:chgData name="James Martin" userId="5c604502-4ee2-4081-9f0b-59e4decb0522" providerId="ADAL" clId="{CD9F9381-1667-4751-A642-EBC8FFBDE105}" dt="2026-09-21T12:02:50.225" v="328" actId="6549"/>
        <pc:sldMkLst>
          <pc:docMk/>
          <pc:sldMk cId="1845548128" sldId="713"/>
        </pc:sldMkLst>
        <pc:spChg chg="mod">
          <ac:chgData name="James Martin" userId="5c604502-4ee2-4081-9f0b-59e4decb0522" providerId="ADAL" clId="{CD9F9381-1667-4751-A642-EBC8FFBDE105}" dt="2026-09-21T12:02:50.225" v="328" actId="6549"/>
          <ac:spMkLst>
            <pc:docMk/>
            <pc:sldMk cId="1845548128" sldId="713"/>
            <ac:spMk id="131" creationId="{E6FD2860-75C1-CE14-6255-18F928C7C6AD}"/>
          </ac:spMkLst>
        </pc:spChg>
      </pc:sldChg>
      <pc:sldChg chg="modSp">
        <pc:chgData name="James Martin" userId="5c604502-4ee2-4081-9f0b-59e4decb0522" providerId="ADAL" clId="{CD9F9381-1667-4751-A642-EBC8FFBDE105}" dt="2026-09-21T12:00:17.799" v="322"/>
        <pc:sldMkLst>
          <pc:docMk/>
          <pc:sldMk cId="3847037556" sldId="764"/>
        </pc:sldMkLst>
        <pc:spChg chg="mod">
          <ac:chgData name="James Martin" userId="5c604502-4ee2-4081-9f0b-59e4decb0522" providerId="ADAL" clId="{CD9F9381-1667-4751-A642-EBC8FFBDE105}" dt="2026-09-21T12:00:17.799" v="322"/>
          <ac:spMkLst>
            <pc:docMk/>
            <pc:sldMk cId="3847037556" sldId="764"/>
            <ac:spMk id="150" creationId="{1A052393-82D6-EE81-9872-14CB8FBAFDA2}"/>
          </ac:spMkLst>
        </pc:spChg>
      </pc:sldChg>
      <pc:sldChg chg="modSp">
        <pc:chgData name="James Martin" userId="5c604502-4ee2-4081-9f0b-59e4decb0522" providerId="ADAL" clId="{CD9F9381-1667-4751-A642-EBC8FFBDE105}" dt="2026-09-21T12:00:25.090" v="323"/>
        <pc:sldMkLst>
          <pc:docMk/>
          <pc:sldMk cId="1214991566" sldId="769"/>
        </pc:sldMkLst>
        <pc:spChg chg="mod">
          <ac:chgData name="James Martin" userId="5c604502-4ee2-4081-9f0b-59e4decb0522" providerId="ADAL" clId="{CD9F9381-1667-4751-A642-EBC8FFBDE105}" dt="2026-09-21T12:00:25.090" v="323"/>
          <ac:spMkLst>
            <pc:docMk/>
            <pc:sldMk cId="1214991566" sldId="769"/>
            <ac:spMk id="150" creationId="{5AD3E5A5-4F1D-E90D-DAD4-E116400766B1}"/>
          </ac:spMkLst>
        </pc:spChg>
      </pc:sldChg>
      <pc:sldChg chg="add del">
        <pc:chgData name="James Martin" userId="5c604502-4ee2-4081-9f0b-59e4decb0522" providerId="ADAL" clId="{CD9F9381-1667-4751-A642-EBC8FFBDE105}" dt="2026-09-21T10:50:42.237" v="23" actId="47"/>
        <pc:sldMkLst>
          <pc:docMk/>
          <pc:sldMk cId="1161244314" sldId="805"/>
        </pc:sldMkLst>
      </pc:sldChg>
      <pc:sldChg chg="add del">
        <pc:chgData name="James Martin" userId="5c604502-4ee2-4081-9f0b-59e4decb0522" providerId="ADAL" clId="{CD9F9381-1667-4751-A642-EBC8FFBDE105}" dt="2026-09-21T10:50:30.031" v="21" actId="47"/>
        <pc:sldMkLst>
          <pc:docMk/>
          <pc:sldMk cId="1617237180" sldId="806"/>
        </pc:sldMkLst>
      </pc:sldChg>
      <pc:sldChg chg="addSp delSp mod">
        <pc:chgData name="James Martin" userId="5c604502-4ee2-4081-9f0b-59e4decb0522" providerId="ADAL" clId="{CD9F9381-1667-4751-A642-EBC8FFBDE105}" dt="2026-09-21T10:56:47.460" v="51" actId="22"/>
        <pc:sldMkLst>
          <pc:docMk/>
          <pc:sldMk cId="527397583" sldId="820"/>
        </pc:sldMkLst>
        <pc:picChg chg="add">
          <ac:chgData name="James Martin" userId="5c604502-4ee2-4081-9f0b-59e4decb0522" providerId="ADAL" clId="{CD9F9381-1667-4751-A642-EBC8FFBDE105}" dt="2026-09-21T10:56:47.460" v="51" actId="22"/>
          <ac:picMkLst>
            <pc:docMk/>
            <pc:sldMk cId="527397583" sldId="820"/>
            <ac:picMk id="3" creationId="{5B288D42-4D7B-D4DE-F78B-01992340B79E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0:59:48.983" v="69" actId="164"/>
        <pc:sldMkLst>
          <pc:docMk/>
          <pc:sldMk cId="1706922585" sldId="821"/>
        </pc:sldMkLst>
        <pc:spChg chg="mod">
          <ac:chgData name="James Martin" userId="5c604502-4ee2-4081-9f0b-59e4decb0522" providerId="ADAL" clId="{CD9F9381-1667-4751-A642-EBC8FFBDE105}" dt="2026-09-21T10:59:48.983" v="69" actId="164"/>
          <ac:spMkLst>
            <pc:docMk/>
            <pc:sldMk cId="1706922585" sldId="821"/>
            <ac:spMk id="2" creationId="{58F471E9-B9C7-BD18-2DCA-52F40B9A9D85}"/>
          </ac:spMkLst>
        </pc:spChg>
        <pc:spChg chg="mod">
          <ac:chgData name="James Martin" userId="5c604502-4ee2-4081-9f0b-59e4decb0522" providerId="ADAL" clId="{CD9F9381-1667-4751-A642-EBC8FFBDE105}" dt="2026-09-21T10:59:48.983" v="69" actId="164"/>
          <ac:spMkLst>
            <pc:docMk/>
            <pc:sldMk cId="1706922585" sldId="821"/>
            <ac:spMk id="3" creationId="{C1E00D5C-EF4A-C25C-DFC9-E7777E1F57E3}"/>
          </ac:spMkLst>
        </pc:spChg>
        <pc:grpChg chg="add mod">
          <ac:chgData name="James Martin" userId="5c604502-4ee2-4081-9f0b-59e4decb0522" providerId="ADAL" clId="{CD9F9381-1667-4751-A642-EBC8FFBDE105}" dt="2026-09-21T10:59:48.983" v="69" actId="164"/>
          <ac:grpSpMkLst>
            <pc:docMk/>
            <pc:sldMk cId="1706922585" sldId="821"/>
            <ac:grpSpMk id="9" creationId="{0CFF3DFB-DCE0-36D9-2B8A-5359EE9235BB}"/>
          </ac:grpSpMkLst>
        </pc:grpChg>
        <pc:picChg chg="add mod ord">
          <ac:chgData name="James Martin" userId="5c604502-4ee2-4081-9f0b-59e4decb0522" providerId="ADAL" clId="{CD9F9381-1667-4751-A642-EBC8FFBDE105}" dt="2026-09-21T10:57:05.416" v="61" actId="167"/>
          <ac:picMkLst>
            <pc:docMk/>
            <pc:sldMk cId="1706922585" sldId="821"/>
            <ac:picMk id="7" creationId="{B14619DF-FF67-F5E5-AEED-0511317DA7AD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00:06.942" v="77"/>
        <pc:sldMkLst>
          <pc:docMk/>
          <pc:sldMk cId="1106906555" sldId="822"/>
        </pc:sldMkLst>
        <pc:spChg chg="mod">
          <ac:chgData name="James Martin" userId="5c604502-4ee2-4081-9f0b-59e4decb0522" providerId="ADAL" clId="{CD9F9381-1667-4751-A642-EBC8FFBDE105}" dt="2026-09-21T11:00:06.942" v="77"/>
          <ac:spMkLst>
            <pc:docMk/>
            <pc:sldMk cId="1106906555" sldId="822"/>
            <ac:spMk id="11" creationId="{ADD86877-3AD8-E9C9-04AF-087BBC1A2F23}"/>
          </ac:spMkLst>
        </pc:spChg>
        <pc:spChg chg="mod">
          <ac:chgData name="James Martin" userId="5c604502-4ee2-4081-9f0b-59e4decb0522" providerId="ADAL" clId="{CD9F9381-1667-4751-A642-EBC8FFBDE105}" dt="2026-09-21T11:00:06.942" v="77"/>
          <ac:spMkLst>
            <pc:docMk/>
            <pc:sldMk cId="1106906555" sldId="822"/>
            <ac:spMk id="12" creationId="{4AA1A19F-8F13-DEE1-0DA1-AAC5AA5F2DA9}"/>
          </ac:spMkLst>
        </pc:spChg>
        <pc:grpChg chg="add mod">
          <ac:chgData name="James Martin" userId="5c604502-4ee2-4081-9f0b-59e4decb0522" providerId="ADAL" clId="{CD9F9381-1667-4751-A642-EBC8FFBDE105}" dt="2026-09-21T11:00:06.942" v="77"/>
          <ac:grpSpMkLst>
            <pc:docMk/>
            <pc:sldMk cId="1106906555" sldId="822"/>
            <ac:grpSpMk id="10" creationId="{B9E2B6CF-7D84-FFAB-CD70-56A3AC34904A}"/>
          </ac:grpSpMkLst>
        </pc:grpChg>
        <pc:picChg chg="add">
          <ac:chgData name="James Martin" userId="5c604502-4ee2-4081-9f0b-59e4decb0522" providerId="ADAL" clId="{CD9F9381-1667-4751-A642-EBC8FFBDE105}" dt="2026-09-21T10:57:19.836" v="66" actId="22"/>
          <ac:picMkLst>
            <pc:docMk/>
            <pc:sldMk cId="1106906555" sldId="822"/>
            <ac:picMk id="3" creationId="{18209B98-1522-9DE4-DF8C-DF8AA4FFA2CF}"/>
          </ac:picMkLst>
        </pc:picChg>
      </pc:sldChg>
      <pc:sldChg chg="addSp delSp mod">
        <pc:chgData name="James Martin" userId="5c604502-4ee2-4081-9f0b-59e4decb0522" providerId="ADAL" clId="{CD9F9381-1667-4751-A642-EBC8FFBDE105}" dt="2026-09-21T10:56:51.238" v="53" actId="22"/>
        <pc:sldMkLst>
          <pc:docMk/>
          <pc:sldMk cId="3246070522" sldId="824"/>
        </pc:sldMkLst>
        <pc:picChg chg="add">
          <ac:chgData name="James Martin" userId="5c604502-4ee2-4081-9f0b-59e4decb0522" providerId="ADAL" clId="{CD9F9381-1667-4751-A642-EBC8FFBDE105}" dt="2026-09-21T10:56:51.238" v="53" actId="22"/>
          <ac:picMkLst>
            <pc:docMk/>
            <pc:sldMk cId="3246070522" sldId="824"/>
            <ac:picMk id="3" creationId="{0ED501AF-6086-9FAF-6407-67B559CCD8BF}"/>
          </ac:picMkLst>
        </pc:picChg>
      </pc:sldChg>
      <pc:sldChg chg="addSp delSp mod">
        <pc:chgData name="James Martin" userId="5c604502-4ee2-4081-9f0b-59e4decb0522" providerId="ADAL" clId="{CD9F9381-1667-4751-A642-EBC8FFBDE105}" dt="2026-09-21T10:56:56.323" v="57" actId="22"/>
        <pc:sldMkLst>
          <pc:docMk/>
          <pc:sldMk cId="2319373080" sldId="825"/>
        </pc:sldMkLst>
        <pc:picChg chg="add">
          <ac:chgData name="James Martin" userId="5c604502-4ee2-4081-9f0b-59e4decb0522" providerId="ADAL" clId="{CD9F9381-1667-4751-A642-EBC8FFBDE105}" dt="2026-09-21T10:56:56.323" v="57" actId="22"/>
          <ac:picMkLst>
            <pc:docMk/>
            <pc:sldMk cId="2319373080" sldId="825"/>
            <ac:picMk id="7" creationId="{75D79FB8-CE85-CE3E-5915-F492D75806AD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00:09.372" v="78"/>
        <pc:sldMkLst>
          <pc:docMk/>
          <pc:sldMk cId="1227069732" sldId="827"/>
        </pc:sldMkLst>
        <pc:spChg chg="mod">
          <ac:chgData name="James Martin" userId="5c604502-4ee2-4081-9f0b-59e4decb0522" providerId="ADAL" clId="{CD9F9381-1667-4751-A642-EBC8FFBDE105}" dt="2026-09-21T11:00:09.372" v="78"/>
          <ac:spMkLst>
            <pc:docMk/>
            <pc:sldMk cId="1227069732" sldId="827"/>
            <ac:spMk id="7" creationId="{8B79F6FF-3FF2-8AFB-7503-FE7698B380A6}"/>
          </ac:spMkLst>
        </pc:spChg>
        <pc:spChg chg="mod">
          <ac:chgData name="James Martin" userId="5c604502-4ee2-4081-9f0b-59e4decb0522" providerId="ADAL" clId="{CD9F9381-1667-4751-A642-EBC8FFBDE105}" dt="2026-09-21T11:00:09.372" v="78"/>
          <ac:spMkLst>
            <pc:docMk/>
            <pc:sldMk cId="1227069732" sldId="827"/>
            <ac:spMk id="9" creationId="{23D44F27-C64C-FA4F-9082-0DDD58A8841B}"/>
          </ac:spMkLst>
        </pc:spChg>
        <pc:grpChg chg="add mod">
          <ac:chgData name="James Martin" userId="5c604502-4ee2-4081-9f0b-59e4decb0522" providerId="ADAL" clId="{CD9F9381-1667-4751-A642-EBC8FFBDE105}" dt="2026-09-21T11:00:09.372" v="78"/>
          <ac:grpSpMkLst>
            <pc:docMk/>
            <pc:sldMk cId="1227069732" sldId="827"/>
            <ac:grpSpMk id="6" creationId="{01E4CF24-74EB-870D-330A-1A180BFE0D05}"/>
          </ac:grpSpMkLst>
        </pc:grpChg>
        <pc:picChg chg="add">
          <ac:chgData name="James Martin" userId="5c604502-4ee2-4081-9f0b-59e4decb0522" providerId="ADAL" clId="{CD9F9381-1667-4751-A642-EBC8FFBDE105}" dt="2026-09-21T10:57:22.804" v="68" actId="22"/>
          <ac:picMkLst>
            <pc:docMk/>
            <pc:sldMk cId="1227069732" sldId="827"/>
            <ac:picMk id="3" creationId="{FF84E18D-6C8A-94A4-6394-00A8326E2DDB}"/>
          </ac:picMkLst>
        </pc:picChg>
      </pc:sldChg>
      <pc:sldChg chg="delSp mod">
        <pc:chgData name="James Martin" userId="5c604502-4ee2-4081-9f0b-59e4decb0522" providerId="ADAL" clId="{CD9F9381-1667-4751-A642-EBC8FFBDE105}" dt="2026-09-21T11:15:56.097" v="125" actId="478"/>
        <pc:sldMkLst>
          <pc:docMk/>
          <pc:sldMk cId="3926493083" sldId="887"/>
        </pc:sldMkLst>
      </pc:sldChg>
      <pc:sldChg chg="add del">
        <pc:chgData name="James Martin" userId="5c604502-4ee2-4081-9f0b-59e4decb0522" providerId="ADAL" clId="{CD9F9381-1667-4751-A642-EBC8FFBDE105}" dt="2026-09-21T11:13:56.653" v="116" actId="47"/>
        <pc:sldMkLst>
          <pc:docMk/>
          <pc:sldMk cId="1613657139" sldId="892"/>
        </pc:sldMkLst>
      </pc:sldChg>
      <pc:sldChg chg="add del">
        <pc:chgData name="James Martin" userId="5c604502-4ee2-4081-9f0b-59e4decb0522" providerId="ADAL" clId="{CD9F9381-1667-4751-A642-EBC8FFBDE105}" dt="2026-09-21T11:13:56.653" v="116" actId="47"/>
        <pc:sldMkLst>
          <pc:docMk/>
          <pc:sldMk cId="2428455126" sldId="894"/>
        </pc:sldMkLst>
      </pc:sldChg>
      <pc:sldChg chg="addSp delSp mod">
        <pc:chgData name="James Martin" userId="5c604502-4ee2-4081-9f0b-59e4decb0522" providerId="ADAL" clId="{CD9F9381-1667-4751-A642-EBC8FFBDE105}" dt="2026-09-21T11:25:09.026" v="195" actId="22"/>
        <pc:sldMkLst>
          <pc:docMk/>
          <pc:sldMk cId="1610285326" sldId="918"/>
        </pc:sldMkLst>
        <pc:spChg chg="add">
          <ac:chgData name="James Martin" userId="5c604502-4ee2-4081-9f0b-59e4decb0522" providerId="ADAL" clId="{CD9F9381-1667-4751-A642-EBC8FFBDE105}" dt="2026-09-21T11:25:09.026" v="195" actId="22"/>
          <ac:spMkLst>
            <pc:docMk/>
            <pc:sldMk cId="1610285326" sldId="918"/>
            <ac:spMk id="6" creationId="{81DBEF5B-569C-4550-D2B0-8ADCF1C259A5}"/>
          </ac:spMkLst>
        </pc:spChg>
      </pc:sldChg>
      <pc:sldChg chg="modSp mod">
        <pc:chgData name="James Martin" userId="5c604502-4ee2-4081-9f0b-59e4decb0522" providerId="ADAL" clId="{CD9F9381-1667-4751-A642-EBC8FFBDE105}" dt="2026-09-21T11:23:44.141" v="182" actId="20577"/>
        <pc:sldMkLst>
          <pc:docMk/>
          <pc:sldMk cId="774489978" sldId="919"/>
        </pc:sldMkLst>
        <pc:spChg chg="mod">
          <ac:chgData name="James Martin" userId="5c604502-4ee2-4081-9f0b-59e4decb0522" providerId="ADAL" clId="{CD9F9381-1667-4751-A642-EBC8FFBDE105}" dt="2026-09-21T11:23:44.141" v="182" actId="20577"/>
          <ac:spMkLst>
            <pc:docMk/>
            <pc:sldMk cId="774489978" sldId="919"/>
            <ac:spMk id="247" creationId="{90F1957D-3AC0-7361-2E67-4710D5C9F97D}"/>
          </ac:spMkLst>
        </pc:spChg>
      </pc:sldChg>
      <pc:sldChg chg="addSp delSp modSp mod">
        <pc:chgData name="James Martin" userId="5c604502-4ee2-4081-9f0b-59e4decb0522" providerId="ADAL" clId="{CD9F9381-1667-4751-A642-EBC8FFBDE105}" dt="2026-09-21T11:25:32.480" v="199" actId="5793"/>
        <pc:sldMkLst>
          <pc:docMk/>
          <pc:sldMk cId="264820028" sldId="924"/>
        </pc:sldMkLst>
        <pc:spChg chg="add mod">
          <ac:chgData name="James Martin" userId="5c604502-4ee2-4081-9f0b-59e4decb0522" providerId="ADAL" clId="{CD9F9381-1667-4751-A642-EBC8FFBDE105}" dt="2026-09-21T11:25:32.480" v="199" actId="5793"/>
          <ac:spMkLst>
            <pc:docMk/>
            <pc:sldMk cId="264820028" sldId="924"/>
            <ac:spMk id="6" creationId="{FB74F890-20A2-C369-7C01-93D1A15C5130}"/>
          </ac:spMkLst>
        </pc:spChg>
        <pc:picChg chg="add del">
          <ac:chgData name="James Martin" userId="5c604502-4ee2-4081-9f0b-59e4decb0522" providerId="ADAL" clId="{CD9F9381-1667-4751-A642-EBC8FFBDE105}" dt="2026-09-21T11:21:51.900" v="128" actId="478"/>
          <ac:picMkLst>
            <pc:docMk/>
            <pc:sldMk cId="264820028" sldId="924"/>
            <ac:picMk id="3" creationId="{4F4B246F-FD89-B006-A84E-FBC547691437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24:39.761" v="189" actId="20577"/>
        <pc:sldMkLst>
          <pc:docMk/>
          <pc:sldMk cId="2136026041" sldId="925"/>
        </pc:sldMkLst>
        <pc:spChg chg="add mod">
          <ac:chgData name="James Martin" userId="5c604502-4ee2-4081-9f0b-59e4decb0522" providerId="ADAL" clId="{CD9F9381-1667-4751-A642-EBC8FFBDE105}" dt="2026-09-21T11:24:39.761" v="189" actId="20577"/>
          <ac:spMkLst>
            <pc:docMk/>
            <pc:sldMk cId="2136026041" sldId="925"/>
            <ac:spMk id="7" creationId="{2288CB20-4625-4548-11DF-92EBEA3073B7}"/>
          </ac:spMkLst>
        </pc:spChg>
      </pc:sldChg>
      <pc:sldChg chg="addSp delSp mod">
        <pc:chgData name="James Martin" userId="5c604502-4ee2-4081-9f0b-59e4decb0522" providerId="ADAL" clId="{CD9F9381-1667-4751-A642-EBC8FFBDE105}" dt="2026-09-21T11:25:02.726" v="193" actId="22"/>
        <pc:sldMkLst>
          <pc:docMk/>
          <pc:sldMk cId="3260748106" sldId="926"/>
        </pc:sldMkLst>
        <pc:spChg chg="add">
          <ac:chgData name="James Martin" userId="5c604502-4ee2-4081-9f0b-59e4decb0522" providerId="ADAL" clId="{CD9F9381-1667-4751-A642-EBC8FFBDE105}" dt="2026-09-21T11:25:02.726" v="193" actId="22"/>
          <ac:spMkLst>
            <pc:docMk/>
            <pc:sldMk cId="3260748106" sldId="926"/>
            <ac:spMk id="6" creationId="{4DDF49CF-8A1F-A9D4-C3AF-E0797C08C81D}"/>
          </ac:spMkLst>
        </pc:spChg>
      </pc:sldChg>
      <pc:sldChg chg="addSp delSp mod">
        <pc:chgData name="James Martin" userId="5c604502-4ee2-4081-9f0b-59e4decb0522" providerId="ADAL" clId="{CD9F9381-1667-4751-A642-EBC8FFBDE105}" dt="2026-09-21T11:24:53.746" v="191" actId="22"/>
        <pc:sldMkLst>
          <pc:docMk/>
          <pc:sldMk cId="2394293742" sldId="927"/>
        </pc:sldMkLst>
        <pc:spChg chg="add">
          <ac:chgData name="James Martin" userId="5c604502-4ee2-4081-9f0b-59e4decb0522" providerId="ADAL" clId="{CD9F9381-1667-4751-A642-EBC8FFBDE105}" dt="2026-09-21T11:24:53.746" v="191" actId="22"/>
          <ac:spMkLst>
            <pc:docMk/>
            <pc:sldMk cId="2394293742" sldId="927"/>
            <ac:spMk id="6" creationId="{2CDC54F7-60E2-26D0-632C-BFBFA27E7437}"/>
          </ac:spMkLst>
        </pc:spChg>
      </pc:sldChg>
      <pc:sldChg chg="modSp mod">
        <pc:chgData name="James Martin" userId="5c604502-4ee2-4081-9f0b-59e4decb0522" providerId="ADAL" clId="{CD9F9381-1667-4751-A642-EBC8FFBDE105}" dt="2026-09-21T11:29:30.061" v="241" actId="20577"/>
        <pc:sldMkLst>
          <pc:docMk/>
          <pc:sldMk cId="3361641890" sldId="937"/>
        </pc:sldMkLst>
        <pc:spChg chg="mod">
          <ac:chgData name="James Martin" userId="5c604502-4ee2-4081-9f0b-59e4decb0522" providerId="ADAL" clId="{CD9F9381-1667-4751-A642-EBC8FFBDE105}" dt="2026-09-21T11:29:30.061" v="241" actId="20577"/>
          <ac:spMkLst>
            <pc:docMk/>
            <pc:sldMk cId="3361641890" sldId="937"/>
            <ac:spMk id="4" creationId="{BB0018B4-88D5-B8E3-57DB-E0931CF44A00}"/>
          </ac:spMkLst>
        </pc:spChg>
      </pc:sldChg>
      <pc:sldChg chg="modSp">
        <pc:chgData name="James Martin" userId="5c604502-4ee2-4081-9f0b-59e4decb0522" providerId="ADAL" clId="{CD9F9381-1667-4751-A642-EBC8FFBDE105}" dt="2026-09-21T11:29:52.192" v="246"/>
        <pc:sldMkLst>
          <pc:docMk/>
          <pc:sldMk cId="1335384914" sldId="939"/>
        </pc:sldMkLst>
        <pc:spChg chg="mod">
          <ac:chgData name="James Martin" userId="5c604502-4ee2-4081-9f0b-59e4decb0522" providerId="ADAL" clId="{CD9F9381-1667-4751-A642-EBC8FFBDE105}" dt="2026-09-21T11:29:52.192" v="246"/>
          <ac:spMkLst>
            <pc:docMk/>
            <pc:sldMk cId="1335384914" sldId="939"/>
            <ac:spMk id="4" creationId="{617FE41C-2251-CB76-BD44-64948AB02E7C}"/>
          </ac:spMkLst>
        </pc:spChg>
      </pc:sldChg>
      <pc:sldChg chg="modSp">
        <pc:chgData name="James Martin" userId="5c604502-4ee2-4081-9f0b-59e4decb0522" providerId="ADAL" clId="{CD9F9381-1667-4751-A642-EBC8FFBDE105}" dt="2026-09-21T11:29:46.320" v="244"/>
        <pc:sldMkLst>
          <pc:docMk/>
          <pc:sldMk cId="2971435830" sldId="944"/>
        </pc:sldMkLst>
        <pc:spChg chg="mod">
          <ac:chgData name="James Martin" userId="5c604502-4ee2-4081-9f0b-59e4decb0522" providerId="ADAL" clId="{CD9F9381-1667-4751-A642-EBC8FFBDE105}" dt="2026-09-21T11:29:46.320" v="244"/>
          <ac:spMkLst>
            <pc:docMk/>
            <pc:sldMk cId="2971435830" sldId="944"/>
            <ac:spMk id="4" creationId="{21B0646E-C23E-58E4-A9FA-6C389A1A4ECA}"/>
          </ac:spMkLst>
        </pc:spChg>
      </pc:sldChg>
      <pc:sldChg chg="modSp">
        <pc:chgData name="James Martin" userId="5c604502-4ee2-4081-9f0b-59e4decb0522" providerId="ADAL" clId="{CD9F9381-1667-4751-A642-EBC8FFBDE105}" dt="2026-09-21T11:29:39.596" v="242"/>
        <pc:sldMkLst>
          <pc:docMk/>
          <pc:sldMk cId="75732939" sldId="947"/>
        </pc:sldMkLst>
        <pc:spChg chg="mod">
          <ac:chgData name="James Martin" userId="5c604502-4ee2-4081-9f0b-59e4decb0522" providerId="ADAL" clId="{CD9F9381-1667-4751-A642-EBC8FFBDE105}" dt="2026-09-21T11:29:39.596" v="242"/>
          <ac:spMkLst>
            <pc:docMk/>
            <pc:sldMk cId="75732939" sldId="947"/>
            <ac:spMk id="4" creationId="{9904B49E-9829-20AA-59C6-78815B949EEA}"/>
          </ac:spMkLst>
        </pc:spChg>
      </pc:sldChg>
      <pc:sldChg chg="modSp">
        <pc:chgData name="James Martin" userId="5c604502-4ee2-4081-9f0b-59e4decb0522" providerId="ADAL" clId="{CD9F9381-1667-4751-A642-EBC8FFBDE105}" dt="2026-09-21T11:29:42.023" v="243"/>
        <pc:sldMkLst>
          <pc:docMk/>
          <pc:sldMk cId="819073539" sldId="949"/>
        </pc:sldMkLst>
        <pc:spChg chg="mod">
          <ac:chgData name="James Martin" userId="5c604502-4ee2-4081-9f0b-59e4decb0522" providerId="ADAL" clId="{CD9F9381-1667-4751-A642-EBC8FFBDE105}" dt="2026-09-21T11:29:42.023" v="243"/>
          <ac:spMkLst>
            <pc:docMk/>
            <pc:sldMk cId="819073539" sldId="949"/>
            <ac:spMk id="4" creationId="{0A277741-A692-CE30-31FD-AA3587C1F9B9}"/>
          </ac:spMkLst>
        </pc:spChg>
      </pc:sldChg>
      <pc:sldChg chg="modSp">
        <pc:chgData name="James Martin" userId="5c604502-4ee2-4081-9f0b-59e4decb0522" providerId="ADAL" clId="{CD9F9381-1667-4751-A642-EBC8FFBDE105}" dt="2026-09-21T11:31:07.073" v="253"/>
        <pc:sldMkLst>
          <pc:docMk/>
          <pc:sldMk cId="276570278" sldId="950"/>
        </pc:sldMkLst>
        <pc:spChg chg="mod">
          <ac:chgData name="James Martin" userId="5c604502-4ee2-4081-9f0b-59e4decb0522" providerId="ADAL" clId="{CD9F9381-1667-4751-A642-EBC8FFBDE105}" dt="2026-09-21T11:31:07.073" v="253"/>
          <ac:spMkLst>
            <pc:docMk/>
            <pc:sldMk cId="276570278" sldId="950"/>
            <ac:spMk id="4" creationId="{DBA175F9-FF75-0DC0-733D-07550F9789BF}"/>
          </ac:spMkLst>
        </pc:spChg>
      </pc:sldChg>
      <pc:sldChg chg="modSp">
        <pc:chgData name="James Martin" userId="5c604502-4ee2-4081-9f0b-59e4decb0522" providerId="ADAL" clId="{CD9F9381-1667-4751-A642-EBC8FFBDE105}" dt="2026-09-21T11:29:49.516" v="245"/>
        <pc:sldMkLst>
          <pc:docMk/>
          <pc:sldMk cId="1432632292" sldId="951"/>
        </pc:sldMkLst>
        <pc:spChg chg="mod">
          <ac:chgData name="James Martin" userId="5c604502-4ee2-4081-9f0b-59e4decb0522" providerId="ADAL" clId="{CD9F9381-1667-4751-A642-EBC8FFBDE105}" dt="2026-09-21T11:29:49.516" v="245"/>
          <ac:spMkLst>
            <pc:docMk/>
            <pc:sldMk cId="1432632292" sldId="951"/>
            <ac:spMk id="4" creationId="{FD328188-BEC2-63F5-4C4F-F024646F7FAA}"/>
          </ac:spMkLst>
        </pc:spChg>
      </pc:sldChg>
      <pc:sldChg chg="modSp">
        <pc:chgData name="James Martin" userId="5c604502-4ee2-4081-9f0b-59e4decb0522" providerId="ADAL" clId="{CD9F9381-1667-4751-A642-EBC8FFBDE105}" dt="2026-09-21T11:29:59.528" v="247"/>
        <pc:sldMkLst>
          <pc:docMk/>
          <pc:sldMk cId="1069283595" sldId="952"/>
        </pc:sldMkLst>
        <pc:spChg chg="mod">
          <ac:chgData name="James Martin" userId="5c604502-4ee2-4081-9f0b-59e4decb0522" providerId="ADAL" clId="{CD9F9381-1667-4751-A642-EBC8FFBDE105}" dt="2026-09-21T11:29:59.528" v="247"/>
          <ac:spMkLst>
            <pc:docMk/>
            <pc:sldMk cId="1069283595" sldId="952"/>
            <ac:spMk id="4" creationId="{2E37FD78-E1E4-5F68-1148-7A86C374A8A7}"/>
          </ac:spMkLst>
        </pc:spChg>
      </pc:sldChg>
      <pc:sldChg chg="modSp">
        <pc:chgData name="James Martin" userId="5c604502-4ee2-4081-9f0b-59e4decb0522" providerId="ADAL" clId="{CD9F9381-1667-4751-A642-EBC8FFBDE105}" dt="2026-09-21T11:30:53.709" v="252"/>
        <pc:sldMkLst>
          <pc:docMk/>
          <pc:sldMk cId="858668271" sldId="953"/>
        </pc:sldMkLst>
        <pc:spChg chg="mod">
          <ac:chgData name="James Martin" userId="5c604502-4ee2-4081-9f0b-59e4decb0522" providerId="ADAL" clId="{CD9F9381-1667-4751-A642-EBC8FFBDE105}" dt="2026-09-21T11:30:53.709" v="252"/>
          <ac:spMkLst>
            <pc:docMk/>
            <pc:sldMk cId="858668271" sldId="953"/>
            <ac:spMk id="4" creationId="{92D262D5-D863-CE69-4FE7-48F1B63826AC}"/>
          </ac:spMkLst>
        </pc:spChg>
      </pc:sldChg>
      <pc:sldChg chg="addSp add mod">
        <pc:chgData name="James Martin" userId="5c604502-4ee2-4081-9f0b-59e4decb0522" providerId="ADAL" clId="{CD9F9381-1667-4751-A642-EBC8FFBDE105}" dt="2026-09-21T10:48:16.641" v="9" actId="22"/>
        <pc:sldMkLst>
          <pc:docMk/>
          <pc:sldMk cId="1034399752" sldId="960"/>
        </pc:sldMkLst>
        <pc:spChg chg="add">
          <ac:chgData name="James Martin" userId="5c604502-4ee2-4081-9f0b-59e4decb0522" providerId="ADAL" clId="{CD9F9381-1667-4751-A642-EBC8FFBDE105}" dt="2026-09-21T10:48:16.641" v="9" actId="22"/>
          <ac:spMkLst>
            <pc:docMk/>
            <pc:sldMk cId="1034399752" sldId="960"/>
            <ac:spMk id="6" creationId="{E50F7D8A-67F6-48DF-125C-E6E53CA4503B}"/>
          </ac:spMkLst>
        </pc:spChg>
      </pc:sldChg>
      <pc:sldChg chg="addSp add mod">
        <pc:chgData name="James Martin" userId="5c604502-4ee2-4081-9f0b-59e4decb0522" providerId="ADAL" clId="{CD9F9381-1667-4751-A642-EBC8FFBDE105}" dt="2026-09-21T10:48:25.975" v="11" actId="22"/>
        <pc:sldMkLst>
          <pc:docMk/>
          <pc:sldMk cId="4282736606" sldId="961"/>
        </pc:sldMkLst>
        <pc:spChg chg="add">
          <ac:chgData name="James Martin" userId="5c604502-4ee2-4081-9f0b-59e4decb0522" providerId="ADAL" clId="{CD9F9381-1667-4751-A642-EBC8FFBDE105}" dt="2026-09-21T10:48:25.975" v="11" actId="22"/>
          <ac:spMkLst>
            <pc:docMk/>
            <pc:sldMk cId="4282736606" sldId="961"/>
            <ac:spMk id="6" creationId="{48593C46-275C-82A4-F63C-550D1A2B1B6C}"/>
          </ac:spMkLst>
        </pc:spChg>
      </pc:sldChg>
      <pc:sldChg chg="addSp add mod">
        <pc:chgData name="James Martin" userId="5c604502-4ee2-4081-9f0b-59e4decb0522" providerId="ADAL" clId="{CD9F9381-1667-4751-A642-EBC8FFBDE105}" dt="2026-09-21T10:48:31.555" v="12" actId="22"/>
        <pc:sldMkLst>
          <pc:docMk/>
          <pc:sldMk cId="179551486" sldId="962"/>
        </pc:sldMkLst>
        <pc:spChg chg="add">
          <ac:chgData name="James Martin" userId="5c604502-4ee2-4081-9f0b-59e4decb0522" providerId="ADAL" clId="{CD9F9381-1667-4751-A642-EBC8FFBDE105}" dt="2026-09-21T10:48:31.555" v="12" actId="22"/>
          <ac:spMkLst>
            <pc:docMk/>
            <pc:sldMk cId="179551486" sldId="962"/>
            <ac:spMk id="6" creationId="{4CA88644-5110-859F-8819-ADC57E3E279C}"/>
          </ac:spMkLst>
        </pc:spChg>
      </pc:sldChg>
      <pc:sldChg chg="modSp add mod modTransition">
        <pc:chgData name="James Martin" userId="5c604502-4ee2-4081-9f0b-59e4decb0522" providerId="ADAL" clId="{CD9F9381-1667-4751-A642-EBC8FFBDE105}" dt="2026-09-21T10:56:00.938" v="49" actId="1076"/>
        <pc:sldMkLst>
          <pc:docMk/>
          <pc:sldMk cId="3492057068" sldId="963"/>
        </pc:sldMkLst>
        <pc:picChg chg="mod modCrop">
          <ac:chgData name="James Martin" userId="5c604502-4ee2-4081-9f0b-59e4decb0522" providerId="ADAL" clId="{CD9F9381-1667-4751-A642-EBC8FFBDE105}" dt="2026-09-21T10:56:00.938" v="49" actId="1076"/>
          <ac:picMkLst>
            <pc:docMk/>
            <pc:sldMk cId="3492057068" sldId="963"/>
            <ac:picMk id="3" creationId="{B8F672C9-87A9-8A95-C45D-71031D214239}"/>
          </ac:picMkLst>
        </pc:picChg>
      </pc:sldChg>
      <pc:sldChg chg="add">
        <pc:chgData name="James Martin" userId="5c604502-4ee2-4081-9f0b-59e4decb0522" providerId="ADAL" clId="{CD9F9381-1667-4751-A642-EBC8FFBDE105}" dt="2026-09-21T11:01:35.220" v="79"/>
        <pc:sldMkLst>
          <pc:docMk/>
          <pc:sldMk cId="2379400592" sldId="964"/>
        </pc:sldMkLst>
      </pc:sldChg>
      <pc:sldChg chg="add">
        <pc:chgData name="James Martin" userId="5c604502-4ee2-4081-9f0b-59e4decb0522" providerId="ADAL" clId="{CD9F9381-1667-4751-A642-EBC8FFBDE105}" dt="2026-09-21T11:01:35.220" v="79"/>
        <pc:sldMkLst>
          <pc:docMk/>
          <pc:sldMk cId="19444563" sldId="965"/>
        </pc:sldMkLst>
      </pc:sldChg>
      <pc:sldChg chg="add">
        <pc:chgData name="James Martin" userId="5c604502-4ee2-4081-9f0b-59e4decb0522" providerId="ADAL" clId="{CD9F9381-1667-4751-A642-EBC8FFBDE105}" dt="2026-09-21T11:02:36.560" v="81"/>
        <pc:sldMkLst>
          <pc:docMk/>
          <pc:sldMk cId="3648924598" sldId="966"/>
        </pc:sldMkLst>
      </pc:sldChg>
      <pc:sldChg chg="add">
        <pc:chgData name="James Martin" userId="5c604502-4ee2-4081-9f0b-59e4decb0522" providerId="ADAL" clId="{CD9F9381-1667-4751-A642-EBC8FFBDE105}" dt="2026-09-21T11:02:36.560" v="81"/>
        <pc:sldMkLst>
          <pc:docMk/>
          <pc:sldMk cId="3565588283" sldId="967"/>
        </pc:sldMkLst>
      </pc:sldChg>
      <pc:sldChg chg="modSp add mod">
        <pc:chgData name="James Martin" userId="5c604502-4ee2-4081-9f0b-59e4decb0522" providerId="ADAL" clId="{CD9F9381-1667-4751-A642-EBC8FFBDE105}" dt="2026-09-21T11:03:03.838" v="84" actId="20577"/>
        <pc:sldMkLst>
          <pc:docMk/>
          <pc:sldMk cId="2060664831" sldId="968"/>
        </pc:sldMkLst>
        <pc:spChg chg="mod">
          <ac:chgData name="James Martin" userId="5c604502-4ee2-4081-9f0b-59e4decb0522" providerId="ADAL" clId="{CD9F9381-1667-4751-A642-EBC8FFBDE105}" dt="2026-09-21T11:03:03.838" v="84" actId="20577"/>
          <ac:spMkLst>
            <pc:docMk/>
            <pc:sldMk cId="2060664831" sldId="968"/>
            <ac:spMk id="247" creationId="{7BD34BB5-7C2A-F3FC-492A-A8AC5E80B1C1}"/>
          </ac:spMkLst>
        </pc:spChg>
      </pc:sldChg>
      <pc:sldChg chg="modSp add mod">
        <pc:chgData name="James Martin" userId="5c604502-4ee2-4081-9f0b-59e4decb0522" providerId="ADAL" clId="{CD9F9381-1667-4751-A642-EBC8FFBDE105}" dt="2026-09-21T11:03:15.578" v="85" actId="20577"/>
        <pc:sldMkLst>
          <pc:docMk/>
          <pc:sldMk cId="2650621149" sldId="969"/>
        </pc:sldMkLst>
        <pc:spChg chg="mod">
          <ac:chgData name="James Martin" userId="5c604502-4ee2-4081-9f0b-59e4decb0522" providerId="ADAL" clId="{CD9F9381-1667-4751-A642-EBC8FFBDE105}" dt="2026-09-21T11:03:15.578" v="85" actId="20577"/>
          <ac:spMkLst>
            <pc:docMk/>
            <pc:sldMk cId="2650621149" sldId="969"/>
            <ac:spMk id="247" creationId="{A0006F3E-8BDD-B536-5B89-143081209AFB}"/>
          </ac:spMkLst>
        </pc:spChg>
      </pc:sldChg>
      <pc:sldChg chg="add">
        <pc:chgData name="James Martin" userId="5c604502-4ee2-4081-9f0b-59e4decb0522" providerId="ADAL" clId="{CD9F9381-1667-4751-A642-EBC8FFBDE105}" dt="2026-09-21T11:15:51.508" v="124"/>
        <pc:sldMkLst>
          <pc:docMk/>
          <pc:sldMk cId="3318126577" sldId="970"/>
        </pc:sldMkLst>
      </pc:sldChg>
    </pc:docChg>
  </pc:docChgLst>
  <pc:docChgLst>
    <pc:chgData name="James Martin" userId="5c604502-4ee2-4081-9f0b-59e4decb0522" providerId="ADAL" clId="{2ED9032E-5F0F-41B2-A494-7461C54B8C03}"/>
    <pc:docChg chg="undo redo custSel addSld delSld modSld sldOrd">
      <pc:chgData name="James Martin" userId="5c604502-4ee2-4081-9f0b-59e4decb0522" providerId="ADAL" clId="{2ED9032E-5F0F-41B2-A494-7461C54B8C03}" dt="2026-09-24T16:28:13.781" v="5109" actId="6549"/>
      <pc:docMkLst>
        <pc:docMk/>
      </pc:docMkLst>
      <pc:sldChg chg="modSp mod">
        <pc:chgData name="James Martin" userId="5c604502-4ee2-4081-9f0b-59e4decb0522" providerId="ADAL" clId="{2ED9032E-5F0F-41B2-A494-7461C54B8C03}" dt="2026-09-18T15:11:35.288" v="26" actId="20577"/>
        <pc:sldMkLst>
          <pc:docMk/>
          <pc:sldMk cId="0" sldId="256"/>
        </pc:sldMkLst>
        <pc:spChg chg="mod">
          <ac:chgData name="James Martin" userId="5c604502-4ee2-4081-9f0b-59e4decb0522" providerId="ADAL" clId="{2ED9032E-5F0F-41B2-A494-7461C54B8C03}" dt="2026-09-18T15:11:35.288" v="26" actId="20577"/>
          <ac:spMkLst>
            <pc:docMk/>
            <pc:sldMk cId="0" sldId="256"/>
            <ac:spMk id="102" creationId="{00000000-0000-0000-0000-000000000000}"/>
          </ac:spMkLst>
        </pc:spChg>
      </pc:sldChg>
      <pc:sldChg chg="ord modNotesTx">
        <pc:chgData name="James Martin" userId="5c604502-4ee2-4081-9f0b-59e4decb0522" providerId="ADAL" clId="{2ED9032E-5F0F-41B2-A494-7461C54B8C03}" dt="2026-09-24T16:26:34.720" v="5096" actId="6549"/>
        <pc:sldMkLst>
          <pc:docMk/>
          <pc:sldMk cId="0" sldId="427"/>
        </pc:sldMkLst>
      </pc:sldChg>
      <pc:sldChg chg="del">
        <pc:chgData name="James Martin" userId="5c604502-4ee2-4081-9f0b-59e4decb0522" providerId="ADAL" clId="{2ED9032E-5F0F-41B2-A494-7461C54B8C03}" dt="2026-09-24T13:03:33.010" v="4980" actId="47"/>
        <pc:sldMkLst>
          <pc:docMk/>
          <pc:sldMk cId="1312368628" sldId="671"/>
        </pc:sldMkLst>
      </pc:sldChg>
      <pc:sldChg chg="modNotesTx">
        <pc:chgData name="James Martin" userId="5c604502-4ee2-4081-9f0b-59e4decb0522" providerId="ADAL" clId="{2ED9032E-5F0F-41B2-A494-7461C54B8C03}" dt="2026-09-24T16:26:50.561" v="5099" actId="6549"/>
        <pc:sldMkLst>
          <pc:docMk/>
          <pc:sldMk cId="1682503710" sldId="681"/>
        </pc:sldMkLst>
      </pc:sldChg>
      <pc:sldChg chg="modSp mod modNotesTx">
        <pc:chgData name="James Martin" userId="5c604502-4ee2-4081-9f0b-59e4decb0522" providerId="ADAL" clId="{2ED9032E-5F0F-41B2-A494-7461C54B8C03}" dt="2026-09-24T16:24:53.303" v="5074" actId="6549"/>
        <pc:sldMkLst>
          <pc:docMk/>
          <pc:sldMk cId="6701860" sldId="701"/>
        </pc:sldMkLst>
        <pc:spChg chg="mod">
          <ac:chgData name="James Martin" userId="5c604502-4ee2-4081-9f0b-59e4decb0522" providerId="ADAL" clId="{2ED9032E-5F0F-41B2-A494-7461C54B8C03}" dt="2026-09-24T11:25:25.264" v="550" actId="1037"/>
          <ac:spMkLst>
            <pc:docMk/>
            <pc:sldMk cId="6701860" sldId="701"/>
            <ac:spMk id="122" creationId="{DBD98556-47CC-D10F-533C-2CA33D41C235}"/>
          </ac:spMkLst>
        </pc:spChg>
      </pc:sldChg>
      <pc:sldChg chg="modSp mod modNotesTx">
        <pc:chgData name="James Martin" userId="5c604502-4ee2-4081-9f0b-59e4decb0522" providerId="ADAL" clId="{2ED9032E-5F0F-41B2-A494-7461C54B8C03}" dt="2026-09-24T16:24:59.500" v="5076" actId="6549"/>
        <pc:sldMkLst>
          <pc:docMk/>
          <pc:sldMk cId="1058866307" sldId="704"/>
        </pc:sldMkLst>
        <pc:spChg chg="mod">
          <ac:chgData name="James Martin" userId="5c604502-4ee2-4081-9f0b-59e4decb0522" providerId="ADAL" clId="{2ED9032E-5F0F-41B2-A494-7461C54B8C03}" dt="2026-09-24T10:23:42.740" v="362" actId="179"/>
          <ac:spMkLst>
            <pc:docMk/>
            <pc:sldMk cId="1058866307" sldId="704"/>
            <ac:spMk id="9" creationId="{D4CD8A76-665C-8FF6-1D68-EA4E95245343}"/>
          </ac:spMkLst>
        </pc:spChg>
        <pc:grpChg chg="mod">
          <ac:chgData name="James Martin" userId="5c604502-4ee2-4081-9f0b-59e4decb0522" providerId="ADAL" clId="{2ED9032E-5F0F-41B2-A494-7461C54B8C03}" dt="2026-09-24T10:21:53.716" v="356"/>
          <ac:grpSpMkLst>
            <pc:docMk/>
            <pc:sldMk cId="1058866307" sldId="704"/>
            <ac:grpSpMk id="7" creationId="{2F7A04A5-EAD9-BB90-2802-9F57B0D3BCE8}"/>
          </ac:grpSpMkLst>
        </pc:grpChg>
        <pc:picChg chg="mod">
          <ac:chgData name="James Martin" userId="5c604502-4ee2-4081-9f0b-59e4decb0522" providerId="ADAL" clId="{2ED9032E-5F0F-41B2-A494-7461C54B8C03}" dt="2026-09-24T10:21:53.716" v="356"/>
          <ac:picMkLst>
            <pc:docMk/>
            <pc:sldMk cId="1058866307" sldId="704"/>
            <ac:picMk id="8" creationId="{A012C884-7586-FB53-7C6A-240076E4C62F}"/>
          </ac:picMkLst>
        </pc:picChg>
      </pc:sldChg>
      <pc:sldChg chg="addSp delSp modSp mod modNotesTx">
        <pc:chgData name="James Martin" userId="5c604502-4ee2-4081-9f0b-59e4decb0522" providerId="ADAL" clId="{2ED9032E-5F0F-41B2-A494-7461C54B8C03}" dt="2026-09-24T16:25:02.086" v="5077" actId="6549"/>
        <pc:sldMkLst>
          <pc:docMk/>
          <pc:sldMk cId="3114102204" sldId="705"/>
        </pc:sldMkLst>
        <pc:spChg chg="del mod topLvl">
          <ac:chgData name="James Martin" userId="5c604502-4ee2-4081-9f0b-59e4decb0522" providerId="ADAL" clId="{2ED9032E-5F0F-41B2-A494-7461C54B8C03}" dt="2026-09-24T10:25:10.753" v="379" actId="478"/>
          <ac:spMkLst>
            <pc:docMk/>
            <pc:sldMk cId="3114102204" sldId="705"/>
            <ac:spMk id="2" creationId="{F3A4B785-D70D-8DE2-87A7-2796E9349E36}"/>
          </ac:spMkLst>
        </pc:spChg>
        <pc:spChg chg="mod">
          <ac:chgData name="James Martin" userId="5c604502-4ee2-4081-9f0b-59e4decb0522" providerId="ADAL" clId="{2ED9032E-5F0F-41B2-A494-7461C54B8C03}" dt="2026-09-24T10:24:11.763" v="363"/>
          <ac:spMkLst>
            <pc:docMk/>
            <pc:sldMk cId="3114102204" sldId="705"/>
            <ac:spMk id="3" creationId="{313D6C6A-3C93-D8A7-35CC-0DC4163BFA07}"/>
          </ac:spMkLst>
        </pc:spChg>
        <pc:spChg chg="mod">
          <ac:chgData name="James Martin" userId="5c604502-4ee2-4081-9f0b-59e4decb0522" providerId="ADAL" clId="{2ED9032E-5F0F-41B2-A494-7461C54B8C03}" dt="2026-09-24T10:24:54.066" v="377"/>
          <ac:spMkLst>
            <pc:docMk/>
            <pc:sldMk cId="3114102204" sldId="705"/>
            <ac:spMk id="8" creationId="{5DEDDF79-A131-D33C-5015-7785649B2562}"/>
          </ac:spMkLst>
        </pc:spChg>
        <pc:spChg chg="mod">
          <ac:chgData name="James Martin" userId="5c604502-4ee2-4081-9f0b-59e4decb0522" providerId="ADAL" clId="{2ED9032E-5F0F-41B2-A494-7461C54B8C03}" dt="2026-09-24T10:24:54.066" v="377"/>
          <ac:spMkLst>
            <pc:docMk/>
            <pc:sldMk cId="3114102204" sldId="705"/>
            <ac:spMk id="12" creationId="{CD6166BC-F603-697F-C249-60A0C8FD3CE7}"/>
          </ac:spMkLst>
        </pc:spChg>
        <pc:spChg chg="add mod">
          <ac:chgData name="James Martin" userId="5c604502-4ee2-4081-9f0b-59e4decb0522" providerId="ADAL" clId="{2ED9032E-5F0F-41B2-A494-7461C54B8C03}" dt="2026-09-24T10:25:23.324" v="393" actId="1036"/>
          <ac:spMkLst>
            <pc:docMk/>
            <pc:sldMk cId="3114102204" sldId="705"/>
            <ac:spMk id="14" creationId="{409F79B5-9D06-AF27-9B12-987990F55416}"/>
          </ac:spMkLst>
        </pc:spChg>
        <pc:grpChg chg="mod">
          <ac:chgData name="James Martin" userId="5c604502-4ee2-4081-9f0b-59e4decb0522" providerId="ADAL" clId="{2ED9032E-5F0F-41B2-A494-7461C54B8C03}" dt="2026-09-24T10:24:11.763" v="363"/>
          <ac:grpSpMkLst>
            <pc:docMk/>
            <pc:sldMk cId="3114102204" sldId="705"/>
            <ac:grpSpMk id="5" creationId="{55A03529-FCEE-9D53-CCCB-4373EE6F8E2E}"/>
          </ac:grpSpMkLst>
        </pc:grpChg>
        <pc:grpChg chg="del">
          <ac:chgData name="James Martin" userId="5c604502-4ee2-4081-9f0b-59e4decb0522" providerId="ADAL" clId="{2ED9032E-5F0F-41B2-A494-7461C54B8C03}" dt="2026-09-24T10:25:10.753" v="379" actId="478"/>
          <ac:grpSpMkLst>
            <pc:docMk/>
            <pc:sldMk cId="3114102204" sldId="705"/>
            <ac:grpSpMk id="6" creationId="{0020E43B-A2BA-D226-BF16-97AD9EB5892D}"/>
          </ac:grpSpMkLst>
        </pc:grpChg>
        <pc:grpChg chg="add mod">
          <ac:chgData name="James Martin" userId="5c604502-4ee2-4081-9f0b-59e4decb0522" providerId="ADAL" clId="{2ED9032E-5F0F-41B2-A494-7461C54B8C03}" dt="2026-09-24T10:24:54.066" v="377"/>
          <ac:grpSpMkLst>
            <pc:docMk/>
            <pc:sldMk cId="3114102204" sldId="705"/>
            <ac:grpSpMk id="7" creationId="{80470D88-B3C9-9D89-39F1-5A59634CE623}"/>
          </ac:grpSpMkLst>
        </pc:grpChg>
        <pc:grpChg chg="add mod">
          <ac:chgData name="James Martin" userId="5c604502-4ee2-4081-9f0b-59e4decb0522" providerId="ADAL" clId="{2ED9032E-5F0F-41B2-A494-7461C54B8C03}" dt="2026-09-24T10:24:54.066" v="377"/>
          <ac:grpSpMkLst>
            <pc:docMk/>
            <pc:sldMk cId="3114102204" sldId="705"/>
            <ac:grpSpMk id="10" creationId="{FF62B424-5F0E-5C7F-3D2B-A0B01736F053}"/>
          </ac:grpSpMkLst>
        </pc:grpChg>
        <pc:picChg chg="mod">
          <ac:chgData name="James Martin" userId="5c604502-4ee2-4081-9f0b-59e4decb0522" providerId="ADAL" clId="{2ED9032E-5F0F-41B2-A494-7461C54B8C03}" dt="2026-09-24T10:24:54.066" v="377"/>
          <ac:picMkLst>
            <pc:docMk/>
            <pc:sldMk cId="3114102204" sldId="705"/>
            <ac:picMk id="9" creationId="{5D41D022-656D-E175-F983-A98923ECA6EB}"/>
          </ac:picMkLst>
        </pc:picChg>
        <pc:picChg chg="mod">
          <ac:chgData name="James Martin" userId="5c604502-4ee2-4081-9f0b-59e4decb0522" providerId="ADAL" clId="{2ED9032E-5F0F-41B2-A494-7461C54B8C03}" dt="2026-09-24T10:24:54.066" v="377"/>
          <ac:picMkLst>
            <pc:docMk/>
            <pc:sldMk cId="3114102204" sldId="705"/>
            <ac:picMk id="11" creationId="{D6674C19-46EF-6A1D-4EE2-B7B82483FC2D}"/>
          </ac:picMkLst>
        </pc:picChg>
        <pc:picChg chg="mod">
          <ac:chgData name="James Martin" userId="5c604502-4ee2-4081-9f0b-59e4decb0522" providerId="ADAL" clId="{2ED9032E-5F0F-41B2-A494-7461C54B8C03}" dt="2026-09-24T10:24:11.763" v="363"/>
          <ac:picMkLst>
            <pc:docMk/>
            <pc:sldMk cId="3114102204" sldId="705"/>
            <ac:picMk id="125" creationId="{A214F940-1804-6423-6539-36959C638E51}"/>
          </ac:picMkLst>
        </pc:picChg>
        <pc:picChg chg="topLvl">
          <ac:chgData name="James Martin" userId="5c604502-4ee2-4081-9f0b-59e4decb0522" providerId="ADAL" clId="{2ED9032E-5F0F-41B2-A494-7461C54B8C03}" dt="2026-09-24T10:25:10.753" v="379" actId="478"/>
          <ac:picMkLst>
            <pc:docMk/>
            <pc:sldMk cId="3114102204" sldId="705"/>
            <ac:picMk id="1026" creationId="{D501F409-0002-0A19-E448-93E6950FA908}"/>
          </ac:picMkLst>
        </pc:picChg>
      </pc:sldChg>
      <pc:sldChg chg="addSp delSp modSp mod modNotesTx">
        <pc:chgData name="James Martin" userId="5c604502-4ee2-4081-9f0b-59e4decb0522" providerId="ADAL" clId="{2ED9032E-5F0F-41B2-A494-7461C54B8C03}" dt="2026-09-24T16:25:04.449" v="5078" actId="6549"/>
        <pc:sldMkLst>
          <pc:docMk/>
          <pc:sldMk cId="1249835871" sldId="707"/>
        </pc:sldMkLst>
        <pc:spChg chg="mod">
          <ac:chgData name="James Martin" userId="5c604502-4ee2-4081-9f0b-59e4decb0522" providerId="ADAL" clId="{2ED9032E-5F0F-41B2-A494-7461C54B8C03}" dt="2026-09-24T10:24:40.710" v="375"/>
          <ac:spMkLst>
            <pc:docMk/>
            <pc:sldMk cId="1249835871" sldId="707"/>
            <ac:spMk id="3" creationId="{773FBE84-4849-48C0-FF64-F86D052CE518}"/>
          </ac:spMkLst>
        </pc:spChg>
        <pc:spChg chg="del topLvl">
          <ac:chgData name="James Martin" userId="5c604502-4ee2-4081-9f0b-59e4decb0522" providerId="ADAL" clId="{2ED9032E-5F0F-41B2-A494-7461C54B8C03}" dt="2026-09-24T10:25:29.893" v="394" actId="478"/>
          <ac:spMkLst>
            <pc:docMk/>
            <pc:sldMk cId="1249835871" sldId="707"/>
            <ac:spMk id="6" creationId="{697D62DC-63C0-7C5E-BE7A-8958B8F5D486}"/>
          </ac:spMkLst>
        </pc:spChg>
        <pc:spChg chg="mod">
          <ac:chgData name="James Martin" userId="5c604502-4ee2-4081-9f0b-59e4decb0522" providerId="ADAL" clId="{2ED9032E-5F0F-41B2-A494-7461C54B8C03}" dt="2026-09-24T10:24:58.881" v="378"/>
          <ac:spMkLst>
            <pc:docMk/>
            <pc:sldMk cId="1249835871" sldId="707"/>
            <ac:spMk id="10" creationId="{A6810EFE-5B6B-3D9F-D0DD-7FD8655A727C}"/>
          </ac:spMkLst>
        </pc:spChg>
        <pc:spChg chg="mod">
          <ac:chgData name="James Martin" userId="5c604502-4ee2-4081-9f0b-59e4decb0522" providerId="ADAL" clId="{2ED9032E-5F0F-41B2-A494-7461C54B8C03}" dt="2026-09-24T10:24:40.710" v="375"/>
          <ac:spMkLst>
            <pc:docMk/>
            <pc:sldMk cId="1249835871" sldId="707"/>
            <ac:spMk id="14" creationId="{42831876-35CF-6184-F95A-52E3A06FD605}"/>
          </ac:spMkLst>
        </pc:spChg>
        <pc:spChg chg="add mod">
          <ac:chgData name="James Martin" userId="5c604502-4ee2-4081-9f0b-59e4decb0522" providerId="ADAL" clId="{2ED9032E-5F0F-41B2-A494-7461C54B8C03}" dt="2026-09-24T10:25:35.254" v="396" actId="164"/>
          <ac:spMkLst>
            <pc:docMk/>
            <pc:sldMk cId="1249835871" sldId="707"/>
            <ac:spMk id="16" creationId="{7EAAFFA9-54DD-8B79-1C51-EA5D7F661A72}"/>
          </ac:spMkLst>
        </pc:spChg>
        <pc:grpChg chg="add mod">
          <ac:chgData name="James Martin" userId="5c604502-4ee2-4081-9f0b-59e4decb0522" providerId="ADAL" clId="{2ED9032E-5F0F-41B2-A494-7461C54B8C03}" dt="2026-09-24T10:24:40.710" v="375"/>
          <ac:grpSpMkLst>
            <pc:docMk/>
            <pc:sldMk cId="1249835871" sldId="707"/>
            <ac:grpSpMk id="2" creationId="{633EE57F-38DF-288F-4977-9A0C73B72FA2}"/>
          </ac:grpSpMkLst>
        </pc:grpChg>
        <pc:grpChg chg="del">
          <ac:chgData name="James Martin" userId="5c604502-4ee2-4081-9f0b-59e4decb0522" providerId="ADAL" clId="{2ED9032E-5F0F-41B2-A494-7461C54B8C03}" dt="2026-09-24T10:25:29.893" v="394" actId="478"/>
          <ac:grpSpMkLst>
            <pc:docMk/>
            <pc:sldMk cId="1249835871" sldId="707"/>
            <ac:grpSpMk id="5" creationId="{80DAF55D-A03A-04CB-18F5-FD5A984EB547}"/>
          </ac:grpSpMkLst>
        </pc:grpChg>
        <pc:grpChg chg="mod">
          <ac:chgData name="James Martin" userId="5c604502-4ee2-4081-9f0b-59e4decb0522" providerId="ADAL" clId="{2ED9032E-5F0F-41B2-A494-7461C54B8C03}" dt="2026-09-24T10:25:35.254" v="396" actId="164"/>
          <ac:grpSpMkLst>
            <pc:docMk/>
            <pc:sldMk cId="1249835871" sldId="707"/>
            <ac:grpSpMk id="8" creationId="{95F01665-4BFC-A08F-A324-7C1D7204D6F0}"/>
          </ac:grpSpMkLst>
        </pc:grpChg>
        <pc:grpChg chg="add mod">
          <ac:chgData name="James Martin" userId="5c604502-4ee2-4081-9f0b-59e4decb0522" providerId="ADAL" clId="{2ED9032E-5F0F-41B2-A494-7461C54B8C03}" dt="2026-09-24T10:24:40.710" v="375"/>
          <ac:grpSpMkLst>
            <pc:docMk/>
            <pc:sldMk cId="1249835871" sldId="707"/>
            <ac:grpSpMk id="12" creationId="{E6B70779-C71F-F340-E0C3-7CDD6D70AB4F}"/>
          </ac:grpSpMkLst>
        </pc:grpChg>
        <pc:grpChg chg="add mod">
          <ac:chgData name="James Martin" userId="5c604502-4ee2-4081-9f0b-59e4decb0522" providerId="ADAL" clId="{2ED9032E-5F0F-41B2-A494-7461C54B8C03}" dt="2026-09-24T10:25:35.254" v="396" actId="164"/>
          <ac:grpSpMkLst>
            <pc:docMk/>
            <pc:sldMk cId="1249835871" sldId="707"/>
            <ac:grpSpMk id="17" creationId="{F38DD566-1DBE-1C02-52C7-E2B5C4744048}"/>
          </ac:grpSpMkLst>
        </pc:grpChg>
        <pc:picChg chg="mod topLvl">
          <ac:chgData name="James Martin" userId="5c604502-4ee2-4081-9f0b-59e4decb0522" providerId="ADAL" clId="{2ED9032E-5F0F-41B2-A494-7461C54B8C03}" dt="2026-09-24T10:25:35.254" v="396" actId="164"/>
          <ac:picMkLst>
            <pc:docMk/>
            <pc:sldMk cId="1249835871" sldId="707"/>
            <ac:picMk id="7" creationId="{FA4C30B5-C2C5-35DA-0BEC-F19C3667E08B}"/>
          </ac:picMkLst>
        </pc:picChg>
        <pc:picChg chg="mod">
          <ac:chgData name="James Martin" userId="5c604502-4ee2-4081-9f0b-59e4decb0522" providerId="ADAL" clId="{2ED9032E-5F0F-41B2-A494-7461C54B8C03}" dt="2026-09-24T10:24:58.881" v="378"/>
          <ac:picMkLst>
            <pc:docMk/>
            <pc:sldMk cId="1249835871" sldId="707"/>
            <ac:picMk id="9" creationId="{F4BF6113-C90E-8CD8-BCA4-6320D4257373}"/>
          </ac:picMkLst>
        </pc:picChg>
        <pc:picChg chg="mod">
          <ac:chgData name="James Martin" userId="5c604502-4ee2-4081-9f0b-59e4decb0522" providerId="ADAL" clId="{2ED9032E-5F0F-41B2-A494-7461C54B8C03}" dt="2026-09-24T10:24:40.710" v="375"/>
          <ac:picMkLst>
            <pc:docMk/>
            <pc:sldMk cId="1249835871" sldId="707"/>
            <ac:picMk id="11" creationId="{395657F4-5C7F-D128-A40E-BB3E35E51FEE}"/>
          </ac:picMkLst>
        </pc:picChg>
        <pc:picChg chg="mod">
          <ac:chgData name="James Martin" userId="5c604502-4ee2-4081-9f0b-59e4decb0522" providerId="ADAL" clId="{2ED9032E-5F0F-41B2-A494-7461C54B8C03}" dt="2026-09-24T10:24:40.710" v="375"/>
          <ac:picMkLst>
            <pc:docMk/>
            <pc:sldMk cId="1249835871" sldId="707"/>
            <ac:picMk id="13" creationId="{43768C27-D375-8918-91A5-FBEC7EBA4D6F}"/>
          </ac:picMkLst>
        </pc:picChg>
      </pc:sldChg>
      <pc:sldChg chg="modNotesTx">
        <pc:chgData name="James Martin" userId="5c604502-4ee2-4081-9f0b-59e4decb0522" providerId="ADAL" clId="{2ED9032E-5F0F-41B2-A494-7461C54B8C03}" dt="2026-09-24T16:25:10.068" v="5079" actId="20577"/>
        <pc:sldMkLst>
          <pc:docMk/>
          <pc:sldMk cId="1845548128" sldId="713"/>
        </pc:sldMkLst>
      </pc:sldChg>
      <pc:sldChg chg="modNotesTx">
        <pc:chgData name="James Martin" userId="5c604502-4ee2-4081-9f0b-59e4decb0522" providerId="ADAL" clId="{2ED9032E-5F0F-41B2-A494-7461C54B8C03}" dt="2026-09-24T16:25:14.322" v="5080" actId="6549"/>
        <pc:sldMkLst>
          <pc:docMk/>
          <pc:sldMk cId="2827568902" sldId="717"/>
        </pc:sldMkLst>
      </pc:sldChg>
      <pc:sldChg chg="addSp delSp modSp mod ord modNotesTx">
        <pc:chgData name="James Martin" userId="5c604502-4ee2-4081-9f0b-59e4decb0522" providerId="ADAL" clId="{2ED9032E-5F0F-41B2-A494-7461C54B8C03}" dt="2026-09-24T16:25:39.857" v="5082" actId="6549"/>
        <pc:sldMkLst>
          <pc:docMk/>
          <pc:sldMk cId="208438506" sldId="724"/>
        </pc:sldMkLst>
        <pc:spChg chg="mod">
          <ac:chgData name="James Martin" userId="5c604502-4ee2-4081-9f0b-59e4decb0522" providerId="ADAL" clId="{2ED9032E-5F0F-41B2-A494-7461C54B8C03}" dt="2026-09-18T15:24:50.288" v="100"/>
          <ac:spMkLst>
            <pc:docMk/>
            <pc:sldMk cId="208438506" sldId="724"/>
            <ac:spMk id="8" creationId="{67129849-FF97-A3B2-9B81-851FC061A474}"/>
          </ac:spMkLst>
        </pc:spChg>
        <pc:spChg chg="mod">
          <ac:chgData name="James Martin" userId="5c604502-4ee2-4081-9f0b-59e4decb0522" providerId="ADAL" clId="{2ED9032E-5F0F-41B2-A494-7461C54B8C03}" dt="2026-09-18T15:24:50.288" v="100"/>
          <ac:spMkLst>
            <pc:docMk/>
            <pc:sldMk cId="208438506" sldId="724"/>
            <ac:spMk id="9" creationId="{D430506C-908A-B0A7-C200-A1AF0ECFF157}"/>
          </ac:spMkLst>
        </pc:spChg>
        <pc:grpChg chg="add mod">
          <ac:chgData name="James Martin" userId="5c604502-4ee2-4081-9f0b-59e4decb0522" providerId="ADAL" clId="{2ED9032E-5F0F-41B2-A494-7461C54B8C03}" dt="2026-09-18T15:24:50.288" v="100"/>
          <ac:grpSpMkLst>
            <pc:docMk/>
            <pc:sldMk cId="208438506" sldId="724"/>
            <ac:grpSpMk id="7" creationId="{B12B7DE7-E38A-E88D-013C-4367C600099A}"/>
          </ac:grpSpMkLst>
        </pc:grpChg>
        <pc:cxnChg chg="mod">
          <ac:chgData name="James Martin" userId="5c604502-4ee2-4081-9f0b-59e4decb0522" providerId="ADAL" clId="{2ED9032E-5F0F-41B2-A494-7461C54B8C03}" dt="2026-09-18T15:24:50.288" v="100"/>
          <ac:cxnSpMkLst>
            <pc:docMk/>
            <pc:sldMk cId="208438506" sldId="724"/>
            <ac:cxnSpMk id="10" creationId="{7D55CEDB-B566-280F-F42A-F3C761843698}"/>
          </ac:cxnSpMkLst>
        </pc:cxnChg>
      </pc:sldChg>
      <pc:sldChg chg="ord modNotesTx">
        <pc:chgData name="James Martin" userId="5c604502-4ee2-4081-9f0b-59e4decb0522" providerId="ADAL" clId="{2ED9032E-5F0F-41B2-A494-7461C54B8C03}" dt="2026-09-24T16:25:33.998" v="5081" actId="6549"/>
        <pc:sldMkLst>
          <pc:docMk/>
          <pc:sldMk cId="1389696034" sldId="725"/>
        </pc:sldMkLst>
      </pc:sldChg>
      <pc:sldChg chg="addSp delSp modSp mod modNotesTx">
        <pc:chgData name="James Martin" userId="5c604502-4ee2-4081-9f0b-59e4decb0522" providerId="ADAL" clId="{2ED9032E-5F0F-41B2-A494-7461C54B8C03}" dt="2026-09-24T16:25:49.525" v="5086" actId="6549"/>
        <pc:sldMkLst>
          <pc:docMk/>
          <pc:sldMk cId="2563049469" sldId="729"/>
        </pc:sldMkLst>
        <pc:spChg chg="add 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2" creationId="{0A781D09-ABA6-EA1B-53AD-2B58F3FE4627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4" creationId="{8490234C-D09B-FD4A-61D9-49B09BD79C42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5" creationId="{0DC94308-88CC-4554-FDF8-B162A63211F5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7" creationId="{FF797D37-43B9-E0CC-9724-AEC99052F98E}"/>
          </ac:spMkLst>
        </pc:spChg>
        <pc:spChg chg="mod">
          <ac:chgData name="James Martin" userId="5c604502-4ee2-4081-9f0b-59e4decb0522" providerId="ADAL" clId="{2ED9032E-5F0F-41B2-A494-7461C54B8C03}" dt="2026-09-18T15:24:21.698" v="89"/>
          <ac:spMkLst>
            <pc:docMk/>
            <pc:sldMk cId="2563049469" sldId="729"/>
            <ac:spMk id="18" creationId="{2706A61F-0DD6-4C07-6373-297E05B19F6E}"/>
          </ac:spMkLst>
        </pc:spChg>
        <pc:spChg chg="mod">
          <ac:chgData name="James Martin" userId="5c604502-4ee2-4081-9f0b-59e4decb0522" providerId="ADAL" clId="{2ED9032E-5F0F-41B2-A494-7461C54B8C03}" dt="2026-09-18T15:24:21.698" v="89"/>
          <ac:spMkLst>
            <pc:docMk/>
            <pc:sldMk cId="2563049469" sldId="729"/>
            <ac:spMk id="19" creationId="{3F4F080F-7673-CE4D-3C95-78A4600E1D5E}"/>
          </ac:spMkLst>
        </pc:spChg>
        <pc:grpChg chg="add mod">
          <ac:chgData name="James Martin" userId="5c604502-4ee2-4081-9f0b-59e4decb0522" providerId="ADAL" clId="{2ED9032E-5F0F-41B2-A494-7461C54B8C03}" dt="2026-09-18T15:19:45.888" v="65"/>
          <ac:grpSpMkLst>
            <pc:docMk/>
            <pc:sldMk cId="2563049469" sldId="729"/>
            <ac:grpSpMk id="3" creationId="{24CB335D-A253-825F-9A1D-0E708262893C}"/>
          </ac:grpSpMkLst>
        </pc:grpChg>
        <pc:grpChg chg="add mod">
          <ac:chgData name="James Martin" userId="5c604502-4ee2-4081-9f0b-59e4decb0522" providerId="ADAL" clId="{2ED9032E-5F0F-41B2-A494-7461C54B8C03}" dt="2026-09-18T15:24:26.134" v="94" actId="1035"/>
          <ac:grpSpMkLst>
            <pc:docMk/>
            <pc:sldMk cId="2563049469" sldId="729"/>
            <ac:grpSpMk id="17" creationId="{BA5A87EE-AE62-4B8B-09C7-08775470DEB8}"/>
          </ac:grpSpMkLst>
        </pc:grpChg>
        <pc:cxnChg chg="mod">
          <ac:chgData name="James Martin" userId="5c604502-4ee2-4081-9f0b-59e4decb0522" providerId="ADAL" clId="{2ED9032E-5F0F-41B2-A494-7461C54B8C03}" dt="2026-09-18T15:19:45.888" v="65"/>
          <ac:cxnSpMkLst>
            <pc:docMk/>
            <pc:sldMk cId="2563049469" sldId="729"/>
            <ac:cxnSpMk id="8" creationId="{26355B9D-652A-9A3C-2F38-8001CE04AF2B}"/>
          </ac:cxnSpMkLst>
        </pc:cxnChg>
        <pc:cxnChg chg="mod">
          <ac:chgData name="James Martin" userId="5c604502-4ee2-4081-9f0b-59e4decb0522" providerId="ADAL" clId="{2ED9032E-5F0F-41B2-A494-7461C54B8C03}" dt="2026-09-18T15:24:21.698" v="89"/>
          <ac:cxnSpMkLst>
            <pc:docMk/>
            <pc:sldMk cId="2563049469" sldId="729"/>
            <ac:cxnSpMk id="20" creationId="{5BBB00E4-8B67-3BD4-2129-3A5A46C3B02F}"/>
          </ac:cxnSpMkLst>
        </pc:cxnChg>
      </pc:sldChg>
      <pc:sldChg chg="modNotesTx">
        <pc:chgData name="James Martin" userId="5c604502-4ee2-4081-9f0b-59e4decb0522" providerId="ADAL" clId="{2ED9032E-5F0F-41B2-A494-7461C54B8C03}" dt="2026-09-24T16:26:07.876" v="5087" actId="6549"/>
        <pc:sldMkLst>
          <pc:docMk/>
          <pc:sldMk cId="445196392" sldId="745"/>
        </pc:sldMkLst>
      </pc:sldChg>
      <pc:sldChg chg="modNotesTx">
        <pc:chgData name="James Martin" userId="5c604502-4ee2-4081-9f0b-59e4decb0522" providerId="ADAL" clId="{2ED9032E-5F0F-41B2-A494-7461C54B8C03}" dt="2026-09-24T16:26:13.150" v="5089" actId="6549"/>
        <pc:sldMkLst>
          <pc:docMk/>
          <pc:sldMk cId="2332449511" sldId="747"/>
        </pc:sldMkLst>
      </pc:sldChg>
      <pc:sldChg chg="modNotesTx">
        <pc:chgData name="James Martin" userId="5c604502-4ee2-4081-9f0b-59e4decb0522" providerId="ADAL" clId="{2ED9032E-5F0F-41B2-A494-7461C54B8C03}" dt="2026-09-24T16:26:10.707" v="5088" actId="6549"/>
        <pc:sldMkLst>
          <pc:docMk/>
          <pc:sldMk cId="57977783" sldId="749"/>
        </pc:sldMkLst>
      </pc:sldChg>
      <pc:sldChg chg="delSp modSp mod modNotesTx">
        <pc:chgData name="James Martin" userId="5c604502-4ee2-4081-9f0b-59e4decb0522" providerId="ADAL" clId="{2ED9032E-5F0F-41B2-A494-7461C54B8C03}" dt="2026-09-24T16:26:16.589" v="5090" actId="6549"/>
        <pc:sldMkLst>
          <pc:docMk/>
          <pc:sldMk cId="1492959928" sldId="750"/>
        </pc:sldMkLst>
        <pc:spChg chg="mod">
          <ac:chgData name="James Martin" userId="5c604502-4ee2-4081-9f0b-59e4decb0522" providerId="ADAL" clId="{2ED9032E-5F0F-41B2-A494-7461C54B8C03}" dt="2026-09-18T15:59:07.260" v="140" actId="5793"/>
          <ac:spMkLst>
            <pc:docMk/>
            <pc:sldMk cId="1492959928" sldId="750"/>
            <ac:spMk id="150" creationId="{84DD88E0-7D7F-02C3-3F0E-C54DB1184B08}"/>
          </ac:spMkLst>
        </pc:spChg>
      </pc:sldChg>
      <pc:sldChg chg="add del modNotesTx">
        <pc:chgData name="James Martin" userId="5c604502-4ee2-4081-9f0b-59e4decb0522" providerId="ADAL" clId="{2ED9032E-5F0F-41B2-A494-7461C54B8C03}" dt="2026-09-24T16:26:27.399" v="5094" actId="6549"/>
        <pc:sldMkLst>
          <pc:docMk/>
          <pc:sldMk cId="3199494008" sldId="752"/>
        </pc:sldMkLst>
      </pc:sldChg>
      <pc:sldChg chg="modNotesTx">
        <pc:chgData name="James Martin" userId="5c604502-4ee2-4081-9f0b-59e4decb0522" providerId="ADAL" clId="{2ED9032E-5F0F-41B2-A494-7461C54B8C03}" dt="2026-09-24T16:26:21.176" v="5092" actId="6549"/>
        <pc:sldMkLst>
          <pc:docMk/>
          <pc:sldMk cId="3829531097" sldId="759"/>
        </pc:sldMkLst>
      </pc:sldChg>
      <pc:sldChg chg="modNotesTx">
        <pc:chgData name="James Martin" userId="5c604502-4ee2-4081-9f0b-59e4decb0522" providerId="ADAL" clId="{2ED9032E-5F0F-41B2-A494-7461C54B8C03}" dt="2026-09-24T16:26:25.284" v="5093" actId="6549"/>
        <pc:sldMkLst>
          <pc:docMk/>
          <pc:sldMk cId="2035547839" sldId="762"/>
        </pc:sldMkLst>
      </pc:sldChg>
      <pc:sldChg chg="modSp add del modNotesTx">
        <pc:chgData name="James Martin" userId="5c604502-4ee2-4081-9f0b-59e4decb0522" providerId="ADAL" clId="{2ED9032E-5F0F-41B2-A494-7461C54B8C03}" dt="2026-09-24T16:26:29.684" v="5095" actId="6549"/>
        <pc:sldMkLst>
          <pc:docMk/>
          <pc:sldMk cId="3847037556" sldId="764"/>
        </pc:sldMkLst>
        <pc:spChg chg="mod">
          <ac:chgData name="James Martin" userId="5c604502-4ee2-4081-9f0b-59e4decb0522" providerId="ADAL" clId="{2ED9032E-5F0F-41B2-A494-7461C54B8C03}" dt="2026-09-24T15:40:34.487" v="5073"/>
          <ac:spMkLst>
            <pc:docMk/>
            <pc:sldMk cId="3847037556" sldId="764"/>
            <ac:spMk id="150" creationId="{1A052393-82D6-EE81-9872-14CB8FBAFDA2}"/>
          </ac:spMkLst>
        </pc:spChg>
      </pc:sldChg>
      <pc:sldChg chg="modSp modNotesTx">
        <pc:chgData name="James Martin" userId="5c604502-4ee2-4081-9f0b-59e4decb0522" providerId="ADAL" clId="{2ED9032E-5F0F-41B2-A494-7461C54B8C03}" dt="2026-09-24T16:28:13.781" v="5109" actId="6549"/>
        <pc:sldMkLst>
          <pc:docMk/>
          <pc:sldMk cId="1214991566" sldId="769"/>
        </pc:sldMkLst>
        <pc:spChg chg="mod">
          <ac:chgData name="James Martin" userId="5c604502-4ee2-4081-9f0b-59e4decb0522" providerId="ADAL" clId="{2ED9032E-5F0F-41B2-A494-7461C54B8C03}" dt="2026-09-24T15:40:28.667" v="5072"/>
          <ac:spMkLst>
            <pc:docMk/>
            <pc:sldMk cId="1214991566" sldId="769"/>
            <ac:spMk id="150" creationId="{5AD3E5A5-4F1D-E90D-DAD4-E116400766B1}"/>
          </ac:spMkLst>
        </pc:spChg>
      </pc:sldChg>
      <pc:sldChg chg="del">
        <pc:chgData name="James Martin" userId="5c604502-4ee2-4081-9f0b-59e4decb0522" providerId="ADAL" clId="{2ED9032E-5F0F-41B2-A494-7461C54B8C03}" dt="2026-09-24T11:56:34.957" v="3177" actId="47"/>
        <pc:sldMkLst>
          <pc:docMk/>
          <pc:sldMk cId="118082158" sldId="789"/>
        </pc:sldMkLst>
      </pc:sldChg>
      <pc:sldChg chg="del">
        <pc:chgData name="James Martin" userId="5c604502-4ee2-4081-9f0b-59e4decb0522" providerId="ADAL" clId="{2ED9032E-5F0F-41B2-A494-7461C54B8C03}" dt="2026-09-24T11:56:48.716" v="3178" actId="47"/>
        <pc:sldMkLst>
          <pc:docMk/>
          <pc:sldMk cId="84587638" sldId="794"/>
        </pc:sldMkLst>
      </pc:sldChg>
      <pc:sldChg chg="modNotesTx">
        <pc:chgData name="James Martin" userId="5c604502-4ee2-4081-9f0b-59e4decb0522" providerId="ADAL" clId="{2ED9032E-5F0F-41B2-A494-7461C54B8C03}" dt="2026-09-24T16:27:55.396" v="5108" actId="6549"/>
        <pc:sldMkLst>
          <pc:docMk/>
          <pc:sldMk cId="3782730936" sldId="814"/>
        </pc:sldMkLst>
      </pc:sldChg>
      <pc:sldChg chg="modNotesTx">
        <pc:chgData name="James Martin" userId="5c604502-4ee2-4081-9f0b-59e4decb0522" providerId="ADAL" clId="{2ED9032E-5F0F-41B2-A494-7461C54B8C03}" dt="2026-09-24T16:27:49.013" v="5107" actId="6549"/>
        <pc:sldMkLst>
          <pc:docMk/>
          <pc:sldMk cId="527397583" sldId="820"/>
        </pc:sldMkLst>
      </pc:sldChg>
      <pc:sldChg chg="modNotesTx">
        <pc:chgData name="James Martin" userId="5c604502-4ee2-4081-9f0b-59e4decb0522" providerId="ADAL" clId="{2ED9032E-5F0F-41B2-A494-7461C54B8C03}" dt="2026-09-24T16:27:40.338" v="5104" actId="6549"/>
        <pc:sldMkLst>
          <pc:docMk/>
          <pc:sldMk cId="1706922585" sldId="821"/>
        </pc:sldMkLst>
      </pc:sldChg>
      <pc:sldChg chg="modNotesTx">
        <pc:chgData name="James Martin" userId="5c604502-4ee2-4081-9f0b-59e4decb0522" providerId="ADAL" clId="{2ED9032E-5F0F-41B2-A494-7461C54B8C03}" dt="2026-09-24T16:27:37.494" v="5103" actId="6549"/>
        <pc:sldMkLst>
          <pc:docMk/>
          <pc:sldMk cId="1106906555" sldId="822"/>
        </pc:sldMkLst>
      </pc:sldChg>
      <pc:sldChg chg="modNotesTx">
        <pc:chgData name="James Martin" userId="5c604502-4ee2-4081-9f0b-59e4decb0522" providerId="ADAL" clId="{2ED9032E-5F0F-41B2-A494-7461C54B8C03}" dt="2026-09-24T16:27:46.534" v="5106" actId="6549"/>
        <pc:sldMkLst>
          <pc:docMk/>
          <pc:sldMk cId="3246070522" sldId="824"/>
        </pc:sldMkLst>
      </pc:sldChg>
      <pc:sldChg chg="modNotesTx">
        <pc:chgData name="James Martin" userId="5c604502-4ee2-4081-9f0b-59e4decb0522" providerId="ADAL" clId="{2ED9032E-5F0F-41B2-A494-7461C54B8C03}" dt="2026-09-24T16:27:43.930" v="5105" actId="6549"/>
        <pc:sldMkLst>
          <pc:docMk/>
          <pc:sldMk cId="2319373080" sldId="825"/>
        </pc:sldMkLst>
      </pc:sldChg>
      <pc:sldChg chg="modNotesTx">
        <pc:chgData name="James Martin" userId="5c604502-4ee2-4081-9f0b-59e4decb0522" providerId="ADAL" clId="{2ED9032E-5F0F-41B2-A494-7461C54B8C03}" dt="2026-09-24T16:27:35.045" v="5102" actId="6549"/>
        <pc:sldMkLst>
          <pc:docMk/>
          <pc:sldMk cId="1227069732" sldId="827"/>
        </pc:sldMkLst>
      </pc:sldChg>
      <pc:sldChg chg="modNotesTx">
        <pc:chgData name="James Martin" userId="5c604502-4ee2-4081-9f0b-59e4decb0522" providerId="ADAL" clId="{2ED9032E-5F0F-41B2-A494-7461C54B8C03}" dt="2026-09-24T16:27:08.471" v="5101" actId="6549"/>
        <pc:sldMkLst>
          <pc:docMk/>
          <pc:sldMk cId="3926493083" sldId="887"/>
        </pc:sldMkLst>
      </pc:sldChg>
      <pc:sldChg chg="modSp mod">
        <pc:chgData name="James Martin" userId="5c604502-4ee2-4081-9f0b-59e4decb0522" providerId="ADAL" clId="{2ED9032E-5F0F-41B2-A494-7461C54B8C03}" dt="2026-09-24T12:10:38.843" v="4011" actId="108"/>
        <pc:sldMkLst>
          <pc:docMk/>
          <pc:sldMk cId="965995483" sldId="896"/>
        </pc:sldMkLst>
        <pc:spChg chg="mod">
          <ac:chgData name="James Martin" userId="5c604502-4ee2-4081-9f0b-59e4decb0522" providerId="ADAL" clId="{2ED9032E-5F0F-41B2-A494-7461C54B8C03}" dt="2026-09-24T12:10:38.843" v="4011" actId="108"/>
          <ac:spMkLst>
            <pc:docMk/>
            <pc:sldMk cId="965995483" sldId="896"/>
            <ac:spMk id="247" creationId="{E54C188D-58B0-79FE-7B65-8A59716425B9}"/>
          </ac:spMkLst>
        </pc:spChg>
      </pc:sldChg>
      <pc:sldChg chg="modNotesTx">
        <pc:chgData name="James Martin" userId="5c604502-4ee2-4081-9f0b-59e4decb0522" providerId="ADAL" clId="{2ED9032E-5F0F-41B2-A494-7461C54B8C03}" dt="2026-09-24T16:26:57.414" v="5100" actId="6549"/>
        <pc:sldMkLst>
          <pc:docMk/>
          <pc:sldMk cId="774489978" sldId="919"/>
        </pc:sldMkLst>
      </pc:sldChg>
      <pc:sldChg chg="modNotesTx">
        <pc:chgData name="James Martin" userId="5c604502-4ee2-4081-9f0b-59e4decb0522" providerId="ADAL" clId="{2ED9032E-5F0F-41B2-A494-7461C54B8C03}" dt="2026-09-24T16:26:39.188" v="5098" actId="6549"/>
        <pc:sldMkLst>
          <pc:docMk/>
          <pc:sldMk cId="858668271" sldId="953"/>
        </pc:sldMkLst>
      </pc:sldChg>
      <pc:sldChg chg="addSp delSp add mod modNotesTx">
        <pc:chgData name="James Martin" userId="5c604502-4ee2-4081-9f0b-59e4decb0522" providerId="ADAL" clId="{2ED9032E-5F0F-41B2-A494-7461C54B8C03}" dt="2026-09-24T16:24:56.494" v="5075" actId="6549"/>
        <pc:sldMkLst>
          <pc:docMk/>
          <pc:sldMk cId="1343185679" sldId="955"/>
        </pc:sldMkLst>
        <pc:spChg chg="add del">
          <ac:chgData name="James Martin" userId="5c604502-4ee2-4081-9f0b-59e4decb0522" providerId="ADAL" clId="{2ED9032E-5F0F-41B2-A494-7461C54B8C03}" dt="2026-09-24T11:25:30.102" v="552" actId="22"/>
          <ac:spMkLst>
            <pc:docMk/>
            <pc:sldMk cId="1343185679" sldId="955"/>
            <ac:spMk id="4" creationId="{2B4D5D26-6C79-DF8F-AD42-DCD9094A40A4}"/>
          </ac:spMkLst>
        </pc:spChg>
      </pc:sldChg>
      <pc:sldChg chg="addSp delSp modSp add mod modNotesTx">
        <pc:chgData name="James Martin" userId="5c604502-4ee2-4081-9f0b-59e4decb0522" providerId="ADAL" clId="{2ED9032E-5F0F-41B2-A494-7461C54B8C03}" dt="2026-09-24T16:25:42.755" v="5083" actId="6549"/>
        <pc:sldMkLst>
          <pc:docMk/>
          <pc:sldMk cId="1749515256" sldId="956"/>
        </pc:sldMkLst>
        <pc:spChg chg="add">
          <ac:chgData name="James Martin" userId="5c604502-4ee2-4081-9f0b-59e4decb0522" providerId="ADAL" clId="{2ED9032E-5F0F-41B2-A494-7461C54B8C03}" dt="2026-09-18T15:18:17.371" v="53" actId="22"/>
          <ac:spMkLst>
            <pc:docMk/>
            <pc:sldMk cId="1749515256" sldId="956"/>
            <ac:spMk id="3" creationId="{FFB5C576-3C7A-252C-559A-698EDBD9205E}"/>
          </ac:spMkLst>
        </pc:spChg>
        <pc:spChg chg="mod">
          <ac:chgData name="James Martin" userId="5c604502-4ee2-4081-9f0b-59e4decb0522" providerId="ADAL" clId="{2ED9032E-5F0F-41B2-A494-7461C54B8C03}" dt="2026-09-18T15:24:42.333" v="98"/>
          <ac:spMkLst>
            <pc:docMk/>
            <pc:sldMk cId="1749515256" sldId="956"/>
            <ac:spMk id="10" creationId="{0F818EFD-4447-D488-E3D0-C2F15A040D12}"/>
          </ac:spMkLst>
        </pc:spChg>
        <pc:spChg chg="mod">
          <ac:chgData name="James Martin" userId="5c604502-4ee2-4081-9f0b-59e4decb0522" providerId="ADAL" clId="{2ED9032E-5F0F-41B2-A494-7461C54B8C03}" dt="2026-09-18T15:24:42.333" v="98"/>
          <ac:spMkLst>
            <pc:docMk/>
            <pc:sldMk cId="1749515256" sldId="956"/>
            <ac:spMk id="11" creationId="{E3F5713A-E7CC-D5C5-541A-ED6837E080C5}"/>
          </ac:spMkLst>
        </pc:spChg>
        <pc:grpChg chg="add mod">
          <ac:chgData name="James Martin" userId="5c604502-4ee2-4081-9f0b-59e4decb0522" providerId="ADAL" clId="{2ED9032E-5F0F-41B2-A494-7461C54B8C03}" dt="2026-09-18T15:24:42.333" v="98"/>
          <ac:grpSpMkLst>
            <pc:docMk/>
            <pc:sldMk cId="1749515256" sldId="956"/>
            <ac:grpSpMk id="9" creationId="{B0A45F1F-FA70-B957-E32D-09B8BB9A03C1}"/>
          </ac:grpSpMkLst>
        </pc:grpChg>
        <pc:cxnChg chg="mod">
          <ac:chgData name="James Martin" userId="5c604502-4ee2-4081-9f0b-59e4decb0522" providerId="ADAL" clId="{2ED9032E-5F0F-41B2-A494-7461C54B8C03}" dt="2026-09-18T15:24:42.333" v="98"/>
          <ac:cxnSpMkLst>
            <pc:docMk/>
            <pc:sldMk cId="1749515256" sldId="956"/>
            <ac:cxnSpMk id="12" creationId="{6A39C2C3-7BBA-0A0C-FCC3-516145F4075F}"/>
          </ac:cxnSpMkLst>
        </pc:cxnChg>
      </pc:sldChg>
      <pc:sldChg chg="addSp delSp modSp add mod modNotesTx">
        <pc:chgData name="James Martin" userId="5c604502-4ee2-4081-9f0b-59e4decb0522" providerId="ADAL" clId="{2ED9032E-5F0F-41B2-A494-7461C54B8C03}" dt="2026-09-24T16:25:46.914" v="5085" actId="6549"/>
        <pc:sldMkLst>
          <pc:docMk/>
          <pc:sldMk cId="2187567680" sldId="957"/>
        </pc:sldMkLst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4" creationId="{AA1275A0-C68E-8709-D7C9-C1B3820CF090}"/>
          </ac:spMkLst>
        </pc:spChg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5" creationId="{396BB376-6791-FF47-F5E1-0E50F2B47B75}"/>
          </ac:spMkLst>
        </pc:spChg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7" creationId="{69B903E6-63C6-12CD-51B4-E096B5AE5E7A}"/>
          </ac:spMkLst>
        </pc:spChg>
        <pc:spChg chg="mod">
          <ac:chgData name="James Martin" userId="5c604502-4ee2-4081-9f0b-59e4decb0522" providerId="ADAL" clId="{2ED9032E-5F0F-41B2-A494-7461C54B8C03}" dt="2026-09-18T15:24:32.655" v="96"/>
          <ac:spMkLst>
            <pc:docMk/>
            <pc:sldMk cId="2187567680" sldId="957"/>
            <ac:spMk id="17" creationId="{66E74994-E2BA-EB6A-C7E0-8E40FE4DB509}"/>
          </ac:spMkLst>
        </pc:spChg>
        <pc:spChg chg="mod">
          <ac:chgData name="James Martin" userId="5c604502-4ee2-4081-9f0b-59e4decb0522" providerId="ADAL" clId="{2ED9032E-5F0F-41B2-A494-7461C54B8C03}" dt="2026-09-18T15:24:32.655" v="96"/>
          <ac:spMkLst>
            <pc:docMk/>
            <pc:sldMk cId="2187567680" sldId="957"/>
            <ac:spMk id="18" creationId="{8132DFDD-DC23-1710-5940-384343E2FFBC}"/>
          </ac:spMkLst>
        </pc:spChg>
        <pc:grpChg chg="add mod">
          <ac:chgData name="James Martin" userId="5c604502-4ee2-4081-9f0b-59e4decb0522" providerId="ADAL" clId="{2ED9032E-5F0F-41B2-A494-7461C54B8C03}" dt="2026-09-18T15:18:51.637" v="58"/>
          <ac:grpSpMkLst>
            <pc:docMk/>
            <pc:sldMk cId="2187567680" sldId="957"/>
            <ac:grpSpMk id="2" creationId="{C1AE759B-7CC7-5CE5-A2F4-830EBBBE0D60}"/>
          </ac:grpSpMkLst>
        </pc:grpChg>
        <pc:grpChg chg="add mod">
          <ac:chgData name="James Martin" userId="5c604502-4ee2-4081-9f0b-59e4decb0522" providerId="ADAL" clId="{2ED9032E-5F0F-41B2-A494-7461C54B8C03}" dt="2026-09-18T15:24:32.655" v="96"/>
          <ac:grpSpMkLst>
            <pc:docMk/>
            <pc:sldMk cId="2187567680" sldId="957"/>
            <ac:grpSpMk id="16" creationId="{04481BFE-79DF-1978-0BA5-14976001FE6E}"/>
          </ac:grpSpMkLst>
        </pc:grpChg>
        <pc:cxnChg chg="mod">
          <ac:chgData name="James Martin" userId="5c604502-4ee2-4081-9f0b-59e4decb0522" providerId="ADAL" clId="{2ED9032E-5F0F-41B2-A494-7461C54B8C03}" dt="2026-09-18T15:18:51.637" v="58"/>
          <ac:cxnSpMkLst>
            <pc:docMk/>
            <pc:sldMk cId="2187567680" sldId="957"/>
            <ac:cxnSpMk id="8" creationId="{154F30F1-2F87-653B-AE5E-12A24D152E62}"/>
          </ac:cxnSpMkLst>
        </pc:cxnChg>
        <pc:cxnChg chg="mod">
          <ac:chgData name="James Martin" userId="5c604502-4ee2-4081-9f0b-59e4decb0522" providerId="ADAL" clId="{2ED9032E-5F0F-41B2-A494-7461C54B8C03}" dt="2026-09-18T15:24:32.655" v="96"/>
          <ac:cxnSpMkLst>
            <pc:docMk/>
            <pc:sldMk cId="2187567680" sldId="957"/>
            <ac:cxnSpMk id="19" creationId="{C8AD15EE-C37E-69BD-C2B8-82E2B0C31514}"/>
          </ac:cxnSpMkLst>
        </pc:cxnChg>
      </pc:sldChg>
      <pc:sldChg chg="modSp add mod ord">
        <pc:chgData name="James Martin" userId="5c604502-4ee2-4081-9f0b-59e4decb0522" providerId="ADAL" clId="{2ED9032E-5F0F-41B2-A494-7461C54B8C03}" dt="2026-09-18T15:26:50.498" v="109"/>
        <pc:sldMkLst>
          <pc:docMk/>
          <pc:sldMk cId="89364880" sldId="958"/>
        </pc:sldMkLst>
        <pc:spChg chg="mod">
          <ac:chgData name="James Martin" userId="5c604502-4ee2-4081-9f0b-59e4decb0522" providerId="ADAL" clId="{2ED9032E-5F0F-41B2-A494-7461C54B8C03}" dt="2026-09-18T15:26:42.848" v="107" actId="6549"/>
          <ac:spMkLst>
            <pc:docMk/>
            <pc:sldMk cId="89364880" sldId="958"/>
            <ac:spMk id="143" creationId="{BDE93C3C-8CEF-06CB-31CA-C2C9468AD7B8}"/>
          </ac:spMkLst>
        </pc:spChg>
      </pc:sldChg>
      <pc:sldChg chg="add modNotesTx">
        <pc:chgData name="James Martin" userId="5c604502-4ee2-4081-9f0b-59e4decb0522" providerId="ADAL" clId="{2ED9032E-5F0F-41B2-A494-7461C54B8C03}" dt="2026-09-24T16:26:18.933" v="5091" actId="6549"/>
        <pc:sldMkLst>
          <pc:docMk/>
          <pc:sldMk cId="589984254" sldId="959"/>
        </pc:sldMkLst>
      </pc:sldChg>
      <pc:sldChg chg="modSp add mod modNotesTx">
        <pc:chgData name="James Martin" userId="5c604502-4ee2-4081-9f0b-59e4decb0522" providerId="ADAL" clId="{2ED9032E-5F0F-41B2-A494-7461C54B8C03}" dt="2026-09-24T16:26:36.933" v="5097" actId="6549"/>
        <pc:sldMkLst>
          <pc:docMk/>
          <pc:sldMk cId="2342047824" sldId="971"/>
        </pc:sldMkLst>
        <pc:spChg chg="mod">
          <ac:chgData name="James Martin" userId="5c604502-4ee2-4081-9f0b-59e4decb0522" providerId="ADAL" clId="{2ED9032E-5F0F-41B2-A494-7461C54B8C03}" dt="2026-09-24T15:11:06.932" v="5070" actId="400"/>
          <ac:spMkLst>
            <pc:docMk/>
            <pc:sldMk cId="2342047824" sldId="971"/>
            <ac:spMk id="150" creationId="{FC58872C-D828-6562-7269-C9BFD0BF5C0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DCF60AE-6D23-7160-1702-F048992F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5C5EF6C-424B-9631-99B6-03EAE40F4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63CF6C57-5F85-A0CA-50D9-4557F221F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23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BB54DF-4C1E-0AFD-2A9E-28B64021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FB5E564-E998-9602-2B41-31E13AB5A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793C0C3-B6A9-9ED4-8FAE-30E63B51C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3896996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C3292EE-3B7E-1E45-2A0A-5217D515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6D524A1D-8559-D007-CA2C-EE0DB573DB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D3D3336A-478C-E049-037E-19DF2FF947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849613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E8FD0-1CC8-4C80-3238-127629FC3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E4900C0B-08FA-6A33-6AB1-F1D6F78BF8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D9C84606-5C2F-FA85-BA4C-795C5879D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659635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DB97CE-B305-A497-F9BB-F664D71E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6045185-1885-320D-6840-6A2F961FBF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EBB4EDD6-360D-4E66-FBC8-A3220BF04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7154293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9CC646-2C60-7E77-902A-E71C3978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96D21782-A9BC-BC2A-FAED-B77B312B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361B0BB9-F6B3-0D0D-C68F-161285AA6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sz="1100" dirty="0"/>
          </a:p>
        </p:txBody>
      </p:sp>
    </p:spTree>
    <p:extLst>
      <p:ext uri="{BB962C8B-B14F-4D97-AF65-F5344CB8AC3E}">
        <p14:creationId xmlns:p14="http://schemas.microsoft.com/office/powerpoint/2010/main" val="2939020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04A9216-1471-9006-71BD-E7FBDF4C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605A1CC-1D20-1023-84C1-C4137748B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D6E7922-FE4C-20C8-515C-4F6FBBA5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1308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BD09E40-922B-F99F-0CBF-A042F94ED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F5A082D-A355-21D5-AB3B-8AB581A69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FFB0ADC-D2BF-4A28-36B3-EFF71EB0D6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4038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4C7EA7A-9190-4FF5-1497-E9900A30F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96F2A5D5-0A76-28A4-8DC2-C00ED353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AEF08FE9-C932-B398-96AA-86C22BA3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07313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0B14309A-75E7-C86C-95F7-F98AC89C8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B7BC635-FAA5-F40F-1D17-228D434E0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CFD4F87C-59B3-988C-549C-AC051728AF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0336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C07960B-36AA-4FB5-14B0-139BF56F1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FAB37319-E2FA-06BE-B2C4-0F7262E43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705FF7D-9AD3-CBC0-9D60-019EC415F1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64326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47A6F30D-6603-424B-13F7-9B3548DEA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88ABAC9-E670-A297-3A13-1BFE7AA268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965CA382-8DB1-5DB4-A2B7-C8E5D76AEF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30842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55163EA-41F9-C640-1C47-F3D2530D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313D081-B1BB-8A2A-8BFA-4A74ED0DA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16B47D7A-BCA4-8CAF-4B5F-D84669245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6838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9C2974F-1380-DE25-2799-E9E898E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468BCE0-FB92-0652-71BC-7F41543E1B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3E6A997-72BB-BA37-DDE5-112B6B133D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82481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2C45617-0E8D-1D22-315C-D10835E90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BB5445C-C823-2EDA-E847-A72F9EA57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85F8D3B-5E02-B4B3-148C-5982933AB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8369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11B936A-727D-4CCD-ABA5-C163DA6BA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C1B4848-327B-1209-CABD-AB05C11864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AADADF1-1D21-7104-01A1-099CB008B1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30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ED467BD-72DE-C64E-B59E-4711E503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E8D5B3CD-76A7-F506-B89A-3E1C97F0E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0372119E-38FA-E319-5C69-0EFF3B293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252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43C7FC8-CA81-2029-E0A5-F81B3CC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48D0FBB4-90D6-1560-CDCE-CA9E284D67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C4E5756-7829-8698-BD7D-A61052D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4967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1580BBF-82E7-594B-4D07-CE53FE220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0FDE03E0-19AF-A75E-AFC4-A0F9078C2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265E1A2-4094-4197-7465-13D65D44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6098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C1A973-0812-8BBF-AD05-B9C98FE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E323D-EB2E-312B-CC05-B7F51920B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4166A6-AAD4-0256-F389-DC31FC3FA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31981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99F056-09DF-4504-410E-3DCAD5F5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4ED37-17FC-6893-9CA0-061793DE8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EE09FF-4CF1-CB4C-82B0-61FF62DD9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78700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DECA6E-B23A-3CCF-93E8-B4CA055F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180504-A7FF-D4BB-2224-89E44AF47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DD136-9480-D0DB-C21F-04BF14780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60050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54AAF-265A-031A-DB5E-D6025F6B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B578AC-03A9-F48A-D26A-0151C371AC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1286D3-28CA-9493-9EA2-5707135B5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42388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D368403-D186-7A77-180A-49E26166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D4A758-F266-2774-EE69-0BE7999C1A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05DE8DF-9F8B-6F86-AE54-4066E2B78C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07810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B7BA78-CD39-CFBF-010E-85DB0ED56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F2ED4E-1D6E-62B5-115F-6A06B29A4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96C9D-316C-DA66-D7D2-D31B75C3E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20258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64654-47E8-11E6-3115-6A4228F6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FAD690-FE85-283C-BA2D-420C2451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3518FC-6004-1ADD-CBD1-4282BAEAA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42769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D67206-DE19-1A21-EBDF-7E1C7034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8B5A5-A109-20AF-93FF-99517DFAD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F8684-7619-CA4B-DE60-A39FE2643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91961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A1D997-DAAB-A533-F7C4-3958D80F9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AC0D14-6A3A-EC91-42FE-AEBC00673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2E7BDD-B2DB-DB89-9768-F6BA4CDB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28429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332E04-25AB-5882-D840-1FEE938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46C720-FCDF-4F07-99DC-99158CDCD3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6C30C-B18E-CF5C-6913-46CF333F6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03713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523550-8152-5A0A-BA99-F55C1968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1B962B-CDE2-E685-DCFB-AE7E54E503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5FF940F-8B02-7AE4-0E2F-489F076CD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32999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6471AA-0BD8-B5C7-971B-1683D4E4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DB0957-6AAE-1C35-D8A7-442D87D6E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25DDA6-4605-671E-852F-2DACBA0D0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02540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9B21A3-2A00-4FBF-4583-221D82084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3FB953-FC5B-0BBC-1CB1-2A7F1CA53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E0DEF-77CD-1B2A-6302-4E30D1516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97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390830-991C-D3E1-4B1A-42EF7B7D8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782CF8-03F5-5524-AF28-A4504735E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9D4156-C618-FE96-3F4A-B8971A4FA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2417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A6BAAB-8566-0E91-2A6E-3240DF7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8CD694-4600-9177-6796-14D0C39D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0F8E85-BB4C-6C41-36C5-106ED11EFE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81560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745718-90CE-C929-3468-91E7F9D6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DC68DE-8DB6-F8E4-A722-0EAC9DD37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3D32C7-F9E5-30FE-36BD-E9D9037E9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602218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7FE782-7BDF-16FB-5BC2-01B251D3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03B19A-B107-FF9F-01A6-C8BE3F067D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171BB6-0654-5AA4-AF0D-E2F4ECFFE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93802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2B7ED0-3385-E570-6FF4-982AD0C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BF6A7C-C7CB-FCE5-C516-9BB8328CE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57D3A73-35DE-1C28-0070-FBBA1556E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508434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18C8C-8A48-6010-2E42-EF18EA07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0EDC0-7FAA-8826-1402-EB9CD463B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3DE09D-69D7-79F1-F621-3E541ED98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95534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C70436-BB4C-70DC-BCA5-369FAB8A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0C8CEC-02CD-2D80-0955-A57BE086B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157E08E-E65F-9EC1-739C-3EE21BFBC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1829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3918A6-C34D-476B-DB0B-DE387D93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33789-1CB8-789B-50A3-07CDAF0DC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A9CEB0-9F0E-08B7-D08E-41EEC98C04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8950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CDE5B2-D9E8-062E-9AA1-4F1B083F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FB8FAF8-BF6D-B0F0-FBC0-5F4A1A920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EC0A0-4656-7B41-1C59-349CE118A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20035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F250A5-B462-A003-44CE-4F7BBC133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620A868-388A-CB19-D13E-3964727FD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9A068D3-D38E-AA7B-5C22-F1B8D2000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761218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7803DB7-DFA9-63F1-9AED-A07B47C7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7919210-A624-1D3A-AB94-F9934728F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171870-9306-4D16-9DC3-F4BFFA936F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49712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A0A18D1-9183-BD08-5EF3-3F98BF74B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AD269CA-7B1D-AE84-56F8-076C91FF1B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23ED99-EDB0-6954-F236-6485C2CB7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813760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88B1C2-D9CD-F4F0-3D37-D0CDC6F4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F3F23-90C1-A1E0-D005-F236173C1D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FFB0396-5871-8DA5-E854-018470E97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7678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BA88AF8-FDB7-7367-5201-3EC50F67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EDF782F-408C-7232-3DFD-832CF03EC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EFF3625-D63C-4295-EB76-C482DA669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50975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8AC54-E034-CE41-189E-78596094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77E90-B619-2DC8-2882-B3251F832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B0384C-E481-34D4-0582-4ACCBD167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95646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D039D2-2CE2-A3CB-CC04-A35C1229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33A456-C9D0-7ED1-0FC2-3E1AFBF9F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EBB2B6D-3271-B4B6-886A-8002019D32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60319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2E7C7F-9408-201F-44E5-FD293C51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0AC67D-2717-D2B4-1DF6-CD0775AE0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0E516-A06D-38B8-1561-8A8290F3A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97520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67D27B-7129-A190-23BC-73E6A26E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3208E3-774A-7E4C-B3C9-9652C5CD0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7335160-C3E4-DDD1-B574-A90818580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416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3EA1C71-344C-2FE0-8439-2D5FF5D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CEE62D3-DB26-492E-0C68-B32CDDC04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9667AD4-C517-AEC3-712D-9CDF343A1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51420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74DC26-6439-0750-D7BB-3A52023B0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BB9D8FA-A396-E9A9-41E8-AEE885EA5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D3A0D2-8C57-9A88-444E-91970AB511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5807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4F49A6-A6BB-D097-E58B-47CFF28F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D6F21F6-A9BC-BCB0-8638-71982B6C15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AE36C6C-ECFF-7158-AB12-940132D262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093112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C6261D-EBA2-12CB-9BF6-F941B5AC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8CCE28-7D13-E8D0-C759-C42AE32172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5E54BF-081C-EFF2-6829-D6AEB373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838262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B937E5-EFDF-2175-275D-279665AD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61B35B-AFC0-211D-CC90-3CC07E3C8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340BA9-3018-E7CC-06C6-85F182EB0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615351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60CFDC-035E-BA4F-094C-0F409D949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9023EBA-8DF6-5976-F8D8-F0A75CB735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38B5C2-A169-3BF7-1F5D-5087D5ED5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7060174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7F1EF8-2144-37D5-F14A-86B1A0DD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D8ECC4-CC5B-9590-5F41-7E295A2DB0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B5CB11-502E-891D-E271-25724DC3C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683217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0E022F-BD6C-5629-3373-518B3C0FD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F6A7BB-00A5-B350-F8A5-71C7A101B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8D316-6EBC-67A0-FBA7-43B3CC841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255471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843ECF-5F97-E1C1-0ACE-1E2113B4B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7FF47D-F562-9A53-E237-A463978ED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C8420-A0BF-A0BC-B652-2E9E2BF37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35626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02D5A52-3F7A-515F-CC66-9F4B40D4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04735F9-217F-AD05-25B3-1ABE05245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5D6B2D-FFB6-3254-CB86-3B81C02F0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0182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4D9BB-9EDE-22CA-947D-C5AE4C5B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4B6CD5-374C-E30D-EFC0-74CAAA441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BA4B325-3D7B-F9CA-3182-204CCEA1E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189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2FB705-765A-A6B9-2A0E-22CF69C2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85CC45-035F-7503-A3E4-F32C0A8FD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525609-32B5-EFD0-D2F9-B8FFD4E6C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2315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5EC4836-980D-5574-CACA-DB04E771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783393-5B97-6670-2850-50E75E1E2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E988CE-AB91-E61B-A35F-CFB86E226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04954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95D30C6-C316-65D5-9607-AE547749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A90167-0204-C5DB-8B1E-F3445D5910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91B4687-B5EA-D29B-B17E-6F76A6ED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45435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1DCD4-3907-2BEB-8EF7-93E12DE0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1A9DCE-C6CB-469D-B785-F942E7BCE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71853D-40AF-771A-8AA7-5CFD4FDF6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03255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300EC0-08F7-19CE-040F-A47E62D3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68F89A-CA9A-2E9F-8119-6C46255AB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ED5BD09-8C24-9674-29DA-5B6F84AD4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0300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C3B4F26-E597-4A10-27AF-3DD6F300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B596CC-2547-DD3D-BBD4-727B4B4CF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E1BF98-B0D1-30CF-839E-37E0B754A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8732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0DD6EDE-209F-0DB1-6B1F-3995A363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3AA32D8-01A5-41C3-4D3D-B9C14DA1C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4B7B99-D43F-A792-3811-A992B3034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42660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4F295C-716D-0B8E-BAED-CD59611C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C53B47-0E1D-E342-88F4-18E45BCD9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16715D-2F28-C824-1C21-8E768CEEF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42430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40A31C-96AB-CD2C-126C-21297D6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7491D86-5AFE-07BD-34CE-D107AA9BA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27D8F4-AF30-6762-8A03-340FD54EF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31025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1907E75-41C3-B27B-C298-0EFF2E884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82D997-9220-0920-2270-EF89CAAC4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9232B7-0375-864F-7027-A9665D7ED3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7044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4DBDAE2-CC31-475B-09D4-ABE966ED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DBA55D6-DD3B-6644-FFEA-4B46FE346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342AD5E-A3D0-C915-BC86-9337D654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230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FE4D72-DACC-E3F3-886D-84AC950E2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034E41-662A-B425-C762-6EF3AA2B3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081A15-C5C4-EAD8-5471-BEACEA597F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64703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39137D2-998D-0A85-EEA5-5CB8B276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B1389B-C7CD-A0FE-284C-9DC3984F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7186896-D25D-EB0D-64C2-E394B41AE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098460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B3DF66-E680-3D4A-781A-D162F5F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6FBF1C-8404-CA81-B5DF-B504E965D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DEBD24-05B2-241D-E314-6C2255A40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88823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F25862B-057C-A043-D350-DA3EBBFF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3EC89F-7616-FCA7-330B-16CDB1067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82BA37-AEE0-EF6A-F0DD-924022140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56138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408B546-49F5-32B4-3A75-5A4252F4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2B2FCA-6B92-D97C-8605-15833A6E4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990254-4F33-56FF-7BC6-3CCBA35E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8220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19006-F3BD-3625-DBB0-21D4FF7C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D61656-18C5-FEF6-9679-45AA378DA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D22051-CF73-3575-4075-AC21980700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301170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7328E-D8E2-0214-3970-3B5957B2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220F65-D675-8D35-8F8A-10CCA4EB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503AC9-1E73-D484-70B5-BCE03E0720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69682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0A2CE56-DA39-9EEA-53E7-865DF4A0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AD0D3C-EB50-FE78-2DB3-955189BDE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4BFF9B9-D923-BB9A-A819-8856DAB9E3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69990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A79A38-17FC-5ECD-3878-CB6D961C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9E3912-81BB-8BB1-EDC5-943F398A0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E498D52-E61C-E8BB-DBFF-A716B41D7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11203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BA781A-1330-49CE-03F1-91BD497B1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A89D67A-B58B-EFBA-914B-EFBB65BC3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BE5482-D5C8-FC1F-293A-1217F302EA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19916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6F599F-80DD-8A7E-EC93-CBEBED9D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596F29-E061-9BD9-7893-F122D198E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76329FD-E81A-D83C-B2FD-D4AED9BE2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007167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CFED3-F553-84E7-A94C-516752D9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76C5CD-11E5-60B8-8A98-FA0AA01AF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62EA91-7D19-6B38-C441-07E84F34F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624063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A4D6598-E327-C731-94C6-281753CD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54DCE4-E222-1A4F-A61C-DA2941386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4E97295-6C5C-16DD-60E3-2160BB0EB4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129020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EE8845-C1FC-E8C2-6127-5120B276A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9C2450-7A39-7670-E5D3-23302D6CF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35D5-B583-30C4-BB98-508442E0E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77972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8856647-66BA-2D39-7A44-8AF23D39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89871C-D5BA-C5B1-3C50-6CCBD7F3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4C682E-D217-FB53-70D4-8A1E0AF0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8697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254A8C2-1370-B5D2-470E-DE53A6D2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CA08BC-D76D-36AE-0885-34BB4CCC6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316E84-C78E-A2BA-C891-3AA696AC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5496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8BEADA-E4EC-0534-3611-C5F1EDDD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4E58C9-A767-4799-FC04-C0DD27C8A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9D6CB96-52B7-0FCD-5B28-5520F80D9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2089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9075DC-DB68-3D84-1CD4-C01BC48D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E5BCB2-3A3F-B70F-5057-549B4F4B1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20338EB-C809-CE5F-C9E8-B763210B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588556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6F6FC6-A2F5-B0FC-5CFA-E49FCDB4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1262F6-224E-1923-F952-7AB54ADD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C4053C-9FD6-7A67-AE05-E97221AE8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08362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885E72-3C0C-214D-8910-59F6495EF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4F5FA73-5D91-7D9A-180E-FC1DA377E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0D99BFF-2830-516C-516D-5AF2CD73E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7084081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EC9F06-D370-B665-DF49-E453073A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CE5839-0A4A-1050-61E0-290459CC4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FCD9E6-2831-859F-953E-B95A8B7C7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186540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D20394-B5F3-9967-8AB9-89BB8A66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C6ABDB-B109-F770-C698-5110988F2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D0F361-9B47-FC4F-174B-25231C8FD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54061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11AFCF-9706-4246-1A6B-61534ACC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1DDD7A-74B9-0CF5-3519-7ADE87E2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A06DB2-5310-3D7D-FB27-DF3CDFB83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68631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456632-618A-1494-4B93-F38F4284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9BC7846-110F-4857-EDF7-C126476A3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BA2816-6E37-83A7-511F-28CB52D70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62545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DBEBDC-E9F3-B8A5-6423-56B9727D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3EB267-C28A-8A2F-2A29-2090F419D0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610E0-6CFE-B387-A89F-D697ABE6E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79631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A5C43-B6C7-9E34-3479-7A630D1B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EBFDC-94F2-4326-EFC1-C546E44D0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170D96-1CA7-21B4-815B-5F65EB08C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88723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437B90-E5BF-4399-E7B6-96B2D150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580E76-7A9E-69D8-7FBC-E24006BDF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0F47C5-4B47-A85D-8C68-D33919270C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76150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85DAB7-C75D-5019-B697-846B2C97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9E46EB-6C45-4328-5FFA-98BAF84D4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5CE94-6612-A57B-4EC4-1570CE87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2626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485A37-B982-9461-9F44-1CAE217D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D2B07F-5AAD-CD04-7071-73013FF84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EFC27-94D3-BCD4-AAA1-AEA2A4EDD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387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BF06A9-279F-D2DB-42A1-2D5EAC54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AA6729-0BE0-D28C-AD46-1E413F879D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70D18-9AC4-3A1C-0D96-88760D689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3473207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5EE457F-E1C5-A8C2-316A-19FF5D84C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FEFEAA-8698-8B61-7E3F-544AAB8B33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284AFCB-56BA-82AE-63CA-C6060BDF35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927545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smartinstats.github.io/teaching.html" TargetMode="External"/><Relationship Id="rId4" Type="http://schemas.openxmlformats.org/officeDocument/2006/relationships/hyperlink" Target="mailto:Thomas.Maullin-Sapey@Bristol.ac.uk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hyperlink" Target="mailto:ft14968@bristol.ac.uk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smartinstats.github.io/teaching.html" TargetMode="External"/><Relationship Id="rId5" Type="http://schemas.openxmlformats.org/officeDocument/2006/relationships/hyperlink" Target="mailto:Thomas.Maullin-Sapey@Bristol.ac.uk" TargetMode="External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hyperlink" Target="mailto:ft14968@bristol.ac.u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smartinstats.github.io/teaching.html" TargetMode="External"/><Relationship Id="rId5" Type="http://schemas.openxmlformats.org/officeDocument/2006/relationships/hyperlink" Target="mailto:Thomas.Maullin-Sapey@Bristol.ac.uk" TargetMode="External"/><Relationship Id="rId4" Type="http://schemas.openxmlformats.org/officeDocument/2006/relationships/image" Target="../media/image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jsmartinstats/SCIF10002-2026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jsmartinstats/SCIF10002-2026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jsmartinstats/SCIF10002-2026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&amp; Data Types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James S. Martin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September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94C1A8F-2638-E123-F721-7805ED7F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0606C34-69BB-B340-0942-2044DE47A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3969B4E-C860-2018-A5E7-AEA774C5C0FB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5D446DD-C480-EC0B-8735-8891D9982C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215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C490DC6B-94AF-3A55-BC07-94939DC6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6DEB737-7416-D373-A711-305BDDD85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DBD98556-47CC-D10F-533C-2CA33D41C23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AB0600-B0B4-20EF-2BD6-0161EFAA77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FB4C0DD6-CA7F-21B4-7062-B51FB081E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B939A963-DB23-F3D0-9A61-3FE2E40A8C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5F19CA12-A005-D56F-850D-55155BA9DA1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DE87A9-E2B6-BE8F-985E-1BE766ECBB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3185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023B165-330E-C646-C107-4DFB981C3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81F90A36-4E28-16F9-186D-03D4BCCB9C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5A990B5A-1609-DCCE-B80E-07FA688880C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8061AC0C-0F3A-01D8-6CE3-474F234726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F7A04A5-EAD9-BB90-2802-9F57B0D3BCE8}"/>
              </a:ext>
            </a:extLst>
          </p:cNvPr>
          <p:cNvGrpSpPr/>
          <p:nvPr/>
        </p:nvGrpSpPr>
        <p:grpSpPr>
          <a:xfrm>
            <a:off x="7098537" y="2015426"/>
            <a:ext cx="4057586" cy="2623438"/>
            <a:chOff x="7098537" y="2015426"/>
            <a:chExt cx="4057586" cy="2623438"/>
          </a:xfrm>
        </p:grpSpPr>
        <p:pic>
          <p:nvPicPr>
            <p:cNvPr id="8" name="Google Shape;125;p16">
              <a:extLst>
                <a:ext uri="{FF2B5EF4-FFF2-40B4-BE49-F238E27FC236}">
                  <a16:creationId xmlns:a16="http://schemas.microsoft.com/office/drawing/2014/main" id="{A012C884-7586-FB53-7C6A-240076E4C62F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rcRect/>
            <a:stretch/>
          </p:blipFill>
          <p:spPr>
            <a:xfrm>
              <a:off x="8905491" y="2015426"/>
              <a:ext cx="952268" cy="962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CD8A76-665C-8FF6-1D68-EA4E95245343}"/>
                </a:ext>
              </a:extLst>
            </p:cNvPr>
            <p:cNvSpPr txBox="1"/>
            <p:nvPr/>
          </p:nvSpPr>
          <p:spPr>
            <a:xfrm>
              <a:off x="7098537" y="3500091"/>
              <a:ext cx="4057586" cy="1138773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endParaRPr lang="en-GB" u="sng" dirty="0"/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james.martin@bristol.ac.uk</a:t>
              </a:r>
              <a:endParaRPr lang="en-GB" dirty="0">
                <a:solidFill>
                  <a:schemeClr val="accent2"/>
                </a:solidFill>
              </a:endParaRPr>
            </a:p>
            <a:p>
              <a:r>
                <a:rPr lang="en-GB" dirty="0"/>
                <a:t>Office Hours: Thurs 11am-1pm, Fry Building</a:t>
              </a:r>
            </a:p>
            <a:p>
              <a:pPr marL="358775"/>
              <a:r>
                <a:rPr lang="en-GB" sz="1200" dirty="0"/>
                <a:t> - book through </a:t>
              </a:r>
              <a:r>
                <a:rPr lang="en-GB" sz="1200" dirty="0">
                  <a:hlinkClick r:id="rId5"/>
                </a:rPr>
                <a:t>jsmartinstats.github.io/teaching</a:t>
              </a:r>
              <a:endParaRPr lang="en-GB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8866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2B86C23-CA7B-0C69-67BB-449D78FE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50420094-8693-6699-B280-E5B676BC8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66DDD8C-0CC3-5ECE-ED95-951E682484A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501F409-0002-0A19-E448-93E6950FA9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5A03529-FCEE-9D53-CCCB-4373EE6F8E2E}"/>
              </a:ext>
            </a:extLst>
          </p:cNvPr>
          <p:cNvGrpSpPr/>
          <p:nvPr/>
        </p:nvGrpSpPr>
        <p:grpSpPr>
          <a:xfrm>
            <a:off x="7098537" y="2015426"/>
            <a:ext cx="4057586" cy="2623438"/>
            <a:chOff x="7098537" y="2015426"/>
            <a:chExt cx="4057586" cy="2623438"/>
          </a:xfrm>
        </p:grpSpPr>
        <p:pic>
          <p:nvPicPr>
            <p:cNvPr id="125" name="Google Shape;125;p16">
              <a:extLst>
                <a:ext uri="{FF2B5EF4-FFF2-40B4-BE49-F238E27FC236}">
                  <a16:creationId xmlns:a16="http://schemas.microsoft.com/office/drawing/2014/main" id="{A214F940-1804-6423-6539-36959C638E51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rcRect/>
            <a:stretch/>
          </p:blipFill>
          <p:spPr>
            <a:xfrm>
              <a:off x="8905491" y="2015426"/>
              <a:ext cx="952268" cy="962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13D6C6A-3C93-D8A7-35CC-0DC4163BFA07}"/>
                </a:ext>
              </a:extLst>
            </p:cNvPr>
            <p:cNvSpPr txBox="1"/>
            <p:nvPr/>
          </p:nvSpPr>
          <p:spPr>
            <a:xfrm>
              <a:off x="7098537" y="3500091"/>
              <a:ext cx="4057586" cy="1138773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endParaRPr lang="en-GB" u="sng" dirty="0"/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james.martin@bristol.ac.uk</a:t>
              </a:r>
              <a:endParaRPr lang="en-GB" dirty="0">
                <a:solidFill>
                  <a:schemeClr val="accent2"/>
                </a:solidFill>
              </a:endParaRPr>
            </a:p>
            <a:p>
              <a:r>
                <a:rPr lang="en-GB" dirty="0"/>
                <a:t>Office Hours: Thurs 11am-1pm, Fry Building</a:t>
              </a:r>
            </a:p>
            <a:p>
              <a:pPr marL="358775"/>
              <a:r>
                <a:rPr lang="en-GB" sz="1200" dirty="0"/>
                <a:t> - book through </a:t>
              </a:r>
              <a:r>
                <a:rPr lang="en-GB" sz="1200" dirty="0">
                  <a:hlinkClick r:id="rId6"/>
                </a:rPr>
                <a:t>jsmartinstats.github.io/teaching</a:t>
              </a:r>
              <a:endParaRPr lang="en-GB" sz="1200" dirty="0"/>
            </a:p>
          </p:txBody>
        </p:sp>
      </p:grp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E3B528AC-718A-B5E4-8F48-94E0CBA867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9F79B5-9D06-AF27-9B12-987990F55416}"/>
              </a:ext>
            </a:extLst>
          </p:cNvPr>
          <p:cNvSpPr txBox="1"/>
          <p:nvPr/>
        </p:nvSpPr>
        <p:spPr>
          <a:xfrm>
            <a:off x="7098537" y="479632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10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3BF9BDB-63F0-A36B-8D74-FF94B8C6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A7BF72E-A872-A07B-8531-B4B96934B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B4CFCB9C-37AA-4B2E-0331-C9B89F4BF81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(Thursday)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small-group tutorial per two weeks (date should be on calendar)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06081DF-FE73-63CD-5310-D775837C6B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38DD566-1DBE-1C02-52C7-E2B5C4744048}"/>
              </a:ext>
            </a:extLst>
          </p:cNvPr>
          <p:cNvGrpSpPr/>
          <p:nvPr/>
        </p:nvGrpSpPr>
        <p:grpSpPr>
          <a:xfrm>
            <a:off x="7098537" y="2015362"/>
            <a:ext cx="4057586" cy="3519630"/>
            <a:chOff x="7098537" y="2015362"/>
            <a:chExt cx="4057586" cy="3519630"/>
          </a:xfrm>
        </p:grpSpPr>
        <p:pic>
          <p:nvPicPr>
            <p:cNvPr id="7" name="Picture 2" descr="Dr Francesco Turci - Our People">
              <a:extLst>
                <a:ext uri="{FF2B5EF4-FFF2-40B4-BE49-F238E27FC236}">
                  <a16:creationId xmlns:a16="http://schemas.microsoft.com/office/drawing/2014/main" id="{FA4C30B5-C2C5-35DA-0BEC-F19C3667E0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9000" y="2015362"/>
              <a:ext cx="962250" cy="962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5F01665-4BFC-A08F-A324-7C1D7204D6F0}"/>
                </a:ext>
              </a:extLst>
            </p:cNvPr>
            <p:cNvGrpSpPr/>
            <p:nvPr/>
          </p:nvGrpSpPr>
          <p:grpSpPr>
            <a:xfrm>
              <a:off x="7098537" y="2015426"/>
              <a:ext cx="4057586" cy="2623438"/>
              <a:chOff x="7098537" y="2015426"/>
              <a:chExt cx="4057586" cy="2623438"/>
            </a:xfrm>
          </p:grpSpPr>
          <p:pic>
            <p:nvPicPr>
              <p:cNvPr id="9" name="Google Shape;125;p16">
                <a:extLst>
                  <a:ext uri="{FF2B5EF4-FFF2-40B4-BE49-F238E27FC236}">
                    <a16:creationId xmlns:a16="http://schemas.microsoft.com/office/drawing/2014/main" id="{F4BF6113-C90E-8CD8-BCA4-6320D4257373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rcRect/>
              <a:stretch/>
            </p:blipFill>
            <p:spPr>
              <a:xfrm>
                <a:off x="8905491" y="2015426"/>
                <a:ext cx="952268" cy="9622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810EFE-5B6B-3D9F-D0DD-7FD8655A727C}"/>
                  </a:ext>
                </a:extLst>
              </p:cNvPr>
              <p:cNvSpPr txBox="1"/>
              <p:nvPr/>
            </p:nvSpPr>
            <p:spPr>
              <a:xfrm>
                <a:off x="7098537" y="3500091"/>
                <a:ext cx="4057586" cy="1138773"/>
              </a:xfrm>
              <a:prstGeom prst="rect">
                <a:avLst/>
              </a:prstGeom>
              <a:noFill/>
              <a:ln>
                <a:solidFill>
                  <a:schemeClr val="accent2">
                    <a:lumMod val="7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u="sng" dirty="0"/>
                  <a:t>Contact Details:</a:t>
                </a:r>
              </a:p>
              <a:p>
                <a:endParaRPr lang="en-GB" u="sng" dirty="0"/>
              </a:p>
              <a:p>
                <a:r>
                  <a:rPr lang="en-GB" dirty="0"/>
                  <a:t>Email: </a:t>
                </a:r>
                <a:r>
                  <a:rPr lang="en-GB" dirty="0">
                    <a:solidFill>
                      <a:schemeClr val="accent2"/>
                    </a:solidFill>
                    <a:hlinkClick r:id="rId5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james.martin@bristol.ac.uk</a:t>
                </a:r>
                <a:endParaRPr lang="en-GB" dirty="0">
                  <a:solidFill>
                    <a:schemeClr val="accent2"/>
                  </a:solidFill>
                </a:endParaRPr>
              </a:p>
              <a:p>
                <a:r>
                  <a:rPr lang="en-GB" dirty="0"/>
                  <a:t>Office Hours: Thurs 11am-1pm, Fry Building</a:t>
                </a:r>
              </a:p>
              <a:p>
                <a:pPr marL="358775"/>
                <a:r>
                  <a:rPr lang="en-GB" sz="1200" dirty="0"/>
                  <a:t> - book through </a:t>
                </a:r>
                <a:r>
                  <a:rPr lang="en-GB" sz="1200" dirty="0">
                    <a:hlinkClick r:id="rId6"/>
                  </a:rPr>
                  <a:t>jsmartinstats.github.io/teaching</a:t>
                </a:r>
                <a:endParaRPr lang="en-GB" sz="1200" dirty="0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EAAFFA9-54DD-8B79-1C51-EA5D7F661A72}"/>
                </a:ext>
              </a:extLst>
            </p:cNvPr>
            <p:cNvSpPr txBox="1"/>
            <p:nvPr/>
          </p:nvSpPr>
          <p:spPr>
            <a:xfrm>
              <a:off x="7098537" y="4796328"/>
              <a:ext cx="4057586" cy="738664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r>
                <a:rPr lang="en-GB" u="sng" dirty="0"/>
                <a:t> </a:t>
              </a:r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7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ft14968@Bristol.ac.uk</a:t>
              </a:r>
              <a:endParaRPr lang="en-GB" dirty="0">
                <a:solidFill>
                  <a:schemeClr val="accent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49835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54BA6953-ED6E-5C24-978D-88F1C2EE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5C54C34-2174-0541-F218-6AA01C75A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E6FD2860-75C1-CE14-6255-18F928C7C6A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4E3A01E-6C20-9C1D-5A07-21F906DDD9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7651F08-0F1D-A2D6-52A2-E4FA288BC7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548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E667905-2DB3-13B3-45A6-881948C5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54DB27F-6A2B-046F-D293-476BCA3AF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4A24910-4722-0230-32CD-388B6B05949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C701AE2-4FA4-46BF-527F-28A1CBABFA1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FA9898A-76B0-0436-CC5B-CA690B4767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568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090AAA7C-6059-9FE0-268D-D5B85759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5CB8B989-1594-179C-8D40-207190F19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7227900-346A-DA62-04D6-AD2197236FF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952B2E-D9EB-027E-6C3A-9353CC994E5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A0B3F6-8531-F546-A4AF-55847CDA8E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96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D71A346-3F88-7BD7-B48C-D65561F9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DB4F34-7BFF-46EE-CBEB-611FBFD9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91A8D0FB-B07E-9788-E6E8-7F18C2B0ECA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AFB27EC8-D737-95E2-3E38-8AA77F079AB4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74B7C9B-54F3-CF73-9451-C8D9854944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12B7DE7-E38A-E88D-013C-4367C600099A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8" name="Google Shape;135;p17">
              <a:extLst>
                <a:ext uri="{FF2B5EF4-FFF2-40B4-BE49-F238E27FC236}">
                  <a16:creationId xmlns:a16="http://schemas.microsoft.com/office/drawing/2014/main" id="{67129849-FF97-A3B2-9B81-851FC061A474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136;p17">
              <a:extLst>
                <a:ext uri="{FF2B5EF4-FFF2-40B4-BE49-F238E27FC236}">
                  <a16:creationId xmlns:a16="http://schemas.microsoft.com/office/drawing/2014/main" id="{D430506C-908A-B0A7-C200-A1AF0ECFF157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0" name="Google Shape;137;p17">
              <a:extLst>
                <a:ext uri="{FF2B5EF4-FFF2-40B4-BE49-F238E27FC236}">
                  <a16:creationId xmlns:a16="http://schemas.microsoft.com/office/drawing/2014/main" id="{7D55CEDB-B566-280F-F42A-F3C7618436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08438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1D801C0-BBE9-30EB-744E-64A86E006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B87CCB62-1525-5433-DFBA-95EA4067BD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8C1F4A2D-AB15-D79F-A483-4F5077A35F2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00A4BE4-1AB6-CBC5-61DE-6C2034651F3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8BA5AAA-29E4-7BC3-6442-3891FC56D8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Google Shape;133;p17">
            <a:extLst>
              <a:ext uri="{FF2B5EF4-FFF2-40B4-BE49-F238E27FC236}">
                <a16:creationId xmlns:a16="http://schemas.microsoft.com/office/drawing/2014/main" id="{FFB5C576-3C7A-252C-559A-698EDBD9205E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0A45F1F-FA70-B957-E32D-09B8BB9A03C1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0" name="Google Shape;135;p17">
              <a:extLst>
                <a:ext uri="{FF2B5EF4-FFF2-40B4-BE49-F238E27FC236}">
                  <a16:creationId xmlns:a16="http://schemas.microsoft.com/office/drawing/2014/main" id="{0F818EFD-4447-D488-E3D0-C2F15A040D12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136;p17">
              <a:extLst>
                <a:ext uri="{FF2B5EF4-FFF2-40B4-BE49-F238E27FC236}">
                  <a16:creationId xmlns:a16="http://schemas.microsoft.com/office/drawing/2014/main" id="{E3F5713A-E7CC-D5C5-541A-ED6837E080C5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137;p17">
              <a:extLst>
                <a:ext uri="{FF2B5EF4-FFF2-40B4-BE49-F238E27FC236}">
                  <a16:creationId xmlns:a16="http://schemas.microsoft.com/office/drawing/2014/main" id="{6A39C2C3-7BBA-0A0C-FCC3-516145F407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1749515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27B5907-1EDB-B853-1824-2F25A1DE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6592F2B0-4BDC-B002-1671-C43F106FAA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5E8E321A-1EF1-5D73-2C8E-6634D7F3E81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C60102CC-FA6F-2B51-593E-4DE4FA274B38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63C2672-FC99-CDDD-C559-59CE8AC441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Google Shape;133;p17">
            <a:extLst>
              <a:ext uri="{FF2B5EF4-FFF2-40B4-BE49-F238E27FC236}">
                <a16:creationId xmlns:a16="http://schemas.microsoft.com/office/drawing/2014/main" id="{26DA7F40-5A97-C176-FF1C-352F65F65AFC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AE759B-7CC7-5CE5-A2F4-830EBBBE0D60}"/>
              </a:ext>
            </a:extLst>
          </p:cNvPr>
          <p:cNvGrpSpPr/>
          <p:nvPr/>
        </p:nvGrpSpPr>
        <p:grpSpPr>
          <a:xfrm>
            <a:off x="6535038" y="3483725"/>
            <a:ext cx="4774887" cy="2560172"/>
            <a:chOff x="6535038" y="3483725"/>
            <a:chExt cx="4774887" cy="2560172"/>
          </a:xfrm>
        </p:grpSpPr>
        <p:sp>
          <p:nvSpPr>
            <p:cNvPr id="4" name="Google Shape;133;p17">
              <a:extLst>
                <a:ext uri="{FF2B5EF4-FFF2-40B4-BE49-F238E27FC236}">
                  <a16:creationId xmlns:a16="http://schemas.microsoft.com/office/drawing/2014/main" id="{AA1275A0-C68E-8709-D7C9-C1B3820CF090}"/>
                </a:ext>
              </a:extLst>
            </p:cNvPr>
            <p:cNvSpPr txBox="1"/>
            <p:nvPr/>
          </p:nvSpPr>
          <p:spPr>
            <a:xfrm>
              <a:off x="6535038" y="5120598"/>
              <a:ext cx="3104461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Please bring a laptop/device – must be able to type code and access the internet!</a:t>
              </a:r>
              <a:endParaRPr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135;p17">
              <a:extLst>
                <a:ext uri="{FF2B5EF4-FFF2-40B4-BE49-F238E27FC236}">
                  <a16:creationId xmlns:a16="http://schemas.microsoft.com/office/drawing/2014/main" id="{396BB376-6791-FF47-F5E1-0E50F2B47B75}"/>
                </a:ext>
              </a:extLst>
            </p:cNvPr>
            <p:cNvSpPr txBox="1"/>
            <p:nvPr/>
          </p:nvSpPr>
          <p:spPr>
            <a:xfrm>
              <a:off x="8984325" y="4557500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Don’t be this guy!</a:t>
              </a:r>
              <a:endParaRPr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136;p17">
              <a:extLst>
                <a:ext uri="{FF2B5EF4-FFF2-40B4-BE49-F238E27FC236}">
                  <a16:creationId xmlns:a16="http://schemas.microsoft.com/office/drawing/2014/main" id="{69B903E6-63C6-12CD-51B4-E096B5AE5E7A}"/>
                </a:ext>
              </a:extLst>
            </p:cNvPr>
            <p:cNvSpPr/>
            <p:nvPr/>
          </p:nvSpPr>
          <p:spPr>
            <a:xfrm>
              <a:off x="9639500" y="3483725"/>
              <a:ext cx="693000" cy="447000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" name="Google Shape;137;p17">
              <a:extLst>
                <a:ext uri="{FF2B5EF4-FFF2-40B4-BE49-F238E27FC236}">
                  <a16:creationId xmlns:a16="http://schemas.microsoft.com/office/drawing/2014/main" id="{154F30F1-2F87-653B-AE5E-12A24D152E62}"/>
                </a:ext>
              </a:extLst>
            </p:cNvPr>
            <p:cNvCxnSpPr/>
            <p:nvPr/>
          </p:nvCxnSpPr>
          <p:spPr>
            <a:xfrm rot="10800000">
              <a:off x="9986000" y="4006925"/>
              <a:ext cx="161100" cy="626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481BFE-79DF-1978-0BA5-14976001FE6E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7" name="Google Shape;135;p17">
              <a:extLst>
                <a:ext uri="{FF2B5EF4-FFF2-40B4-BE49-F238E27FC236}">
                  <a16:creationId xmlns:a16="http://schemas.microsoft.com/office/drawing/2014/main" id="{66E74994-E2BA-EB6A-C7E0-8E40FE4DB509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136;p17">
              <a:extLst>
                <a:ext uri="{FF2B5EF4-FFF2-40B4-BE49-F238E27FC236}">
                  <a16:creationId xmlns:a16="http://schemas.microsoft.com/office/drawing/2014/main" id="{8132DFDD-DC23-1710-5940-384343E2FFBC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" name="Google Shape;137;p17">
              <a:extLst>
                <a:ext uri="{FF2B5EF4-FFF2-40B4-BE49-F238E27FC236}">
                  <a16:creationId xmlns:a16="http://schemas.microsoft.com/office/drawing/2014/main" id="{C8AD15EE-C37E-69BD-C2B8-82E2B0C315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187567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183A8DFA-CD67-B5CA-3678-403821BF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5E3F5C1-94E5-0ADC-6E79-07A472892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0552F1-DFF1-9250-5866-B1CD780B69B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Each other!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6448A7C-FBCD-A998-B0A9-322F3EF03356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FC5017E-6C0D-6874-7D26-1955A4B12A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33;p17">
            <a:extLst>
              <a:ext uri="{FF2B5EF4-FFF2-40B4-BE49-F238E27FC236}">
                <a16:creationId xmlns:a16="http://schemas.microsoft.com/office/drawing/2014/main" id="{0A781D09-ABA6-EA1B-53AD-2B58F3FE4627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4CB335D-A253-825F-9A1D-0E708262893C}"/>
              </a:ext>
            </a:extLst>
          </p:cNvPr>
          <p:cNvGrpSpPr/>
          <p:nvPr/>
        </p:nvGrpSpPr>
        <p:grpSpPr>
          <a:xfrm>
            <a:off x="6535038" y="3483725"/>
            <a:ext cx="4774887" cy="2560172"/>
            <a:chOff x="6535038" y="3483725"/>
            <a:chExt cx="4774887" cy="2560172"/>
          </a:xfrm>
        </p:grpSpPr>
        <p:sp>
          <p:nvSpPr>
            <p:cNvPr id="4" name="Google Shape;133;p17">
              <a:extLst>
                <a:ext uri="{FF2B5EF4-FFF2-40B4-BE49-F238E27FC236}">
                  <a16:creationId xmlns:a16="http://schemas.microsoft.com/office/drawing/2014/main" id="{8490234C-D09B-FD4A-61D9-49B09BD79C42}"/>
                </a:ext>
              </a:extLst>
            </p:cNvPr>
            <p:cNvSpPr txBox="1"/>
            <p:nvPr/>
          </p:nvSpPr>
          <p:spPr>
            <a:xfrm>
              <a:off x="6535038" y="5120598"/>
              <a:ext cx="3104461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Please bring a laptop/device – must be able to type code and access the internet!</a:t>
              </a:r>
              <a:endParaRPr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135;p17">
              <a:extLst>
                <a:ext uri="{FF2B5EF4-FFF2-40B4-BE49-F238E27FC236}">
                  <a16:creationId xmlns:a16="http://schemas.microsoft.com/office/drawing/2014/main" id="{0DC94308-88CC-4554-FDF8-B162A63211F5}"/>
                </a:ext>
              </a:extLst>
            </p:cNvPr>
            <p:cNvSpPr txBox="1"/>
            <p:nvPr/>
          </p:nvSpPr>
          <p:spPr>
            <a:xfrm>
              <a:off x="8984325" y="4557500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Don’t be this guy!</a:t>
              </a:r>
              <a:endParaRPr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136;p17">
              <a:extLst>
                <a:ext uri="{FF2B5EF4-FFF2-40B4-BE49-F238E27FC236}">
                  <a16:creationId xmlns:a16="http://schemas.microsoft.com/office/drawing/2014/main" id="{FF797D37-43B9-E0CC-9724-AEC99052F98E}"/>
                </a:ext>
              </a:extLst>
            </p:cNvPr>
            <p:cNvSpPr/>
            <p:nvPr/>
          </p:nvSpPr>
          <p:spPr>
            <a:xfrm>
              <a:off x="9639500" y="3483725"/>
              <a:ext cx="693000" cy="447000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" name="Google Shape;137;p17">
              <a:extLst>
                <a:ext uri="{FF2B5EF4-FFF2-40B4-BE49-F238E27FC236}">
                  <a16:creationId xmlns:a16="http://schemas.microsoft.com/office/drawing/2014/main" id="{26355B9D-652A-9A3C-2F38-8001CE04AF2B}"/>
                </a:ext>
              </a:extLst>
            </p:cNvPr>
            <p:cNvCxnSpPr/>
            <p:nvPr/>
          </p:nvCxnSpPr>
          <p:spPr>
            <a:xfrm rot="10800000">
              <a:off x="9986000" y="4006925"/>
              <a:ext cx="161100" cy="626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A5A87EE-AE62-4B8B-09C7-08775470DEB8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8" name="Google Shape;135;p17">
              <a:extLst>
                <a:ext uri="{FF2B5EF4-FFF2-40B4-BE49-F238E27FC236}">
                  <a16:creationId xmlns:a16="http://schemas.microsoft.com/office/drawing/2014/main" id="{2706A61F-0DD6-4C07-6373-297E05B19F6E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36;p17">
              <a:extLst>
                <a:ext uri="{FF2B5EF4-FFF2-40B4-BE49-F238E27FC236}">
                  <a16:creationId xmlns:a16="http://schemas.microsoft.com/office/drawing/2014/main" id="{3F4F080F-7673-CE4D-3C95-78A4600E1D5E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" name="Google Shape;137;p17">
              <a:extLst>
                <a:ext uri="{FF2B5EF4-FFF2-40B4-BE49-F238E27FC236}">
                  <a16:creationId xmlns:a16="http://schemas.microsoft.com/office/drawing/2014/main" id="{5BBB00E4-8B67-3BD4-2129-3A5A46C3B0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563049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DF05A8C-1CBE-06C3-09A5-91887326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8EFD7BA-58AA-597E-AB66-A18C0A3E5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346D89-616E-CED2-D06F-0F4B7C720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5A4BD42-952B-1919-094E-84F9F4B07B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746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D471C241-16A4-04DC-D1A9-9A40A8FE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211E260A-CB0B-CDBD-5AD5-941F17EFE2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F9AB99E8-CF86-0737-1881-863F1FEF511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821BF1-60B7-5EA6-4018-90DD2A380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0ED203-21AE-202C-BE2B-DBAFC1E8D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82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783AB585-6F2C-2B3F-F226-5A3439FC8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3A1C5F1-67E6-6F33-2D37-0A77E2CFB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BDE93C3C-8CEF-06CB-31CA-C2C9468AD7B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C2C8AE-8460-A642-24A7-20F3A95FF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3668E33-1C88-B2F2-C8DD-BB1B91F1C8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364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45E675C-32DF-6ABB-D686-C67CB9BF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6C52704F-9D2F-508A-EA2E-F660015C0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50893886-9EED-7D79-8C2B-50696034092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44E6CB-DC5F-FB4D-124D-26D57EF4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D2A91A-6D11-4557-2572-9BE4B31A16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153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5B774FE-6FF1-0872-3886-9E63EBF02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6465193-511A-D848-F076-7CBEB573D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AB6FDF9B-9047-6EA0-5492-736BE864AD9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737844-BE01-14F1-263B-4DE1684EFC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BBC2DCA-470E-E3B5-95DC-EB98A000B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809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74EC29F-F0A7-97B8-73CA-BCC218348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35D6CB1-C049-DC4E-BE17-B00CBAF2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8FB14AF9-12D3-FE90-0D59-027510824F7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Project report analysing a dataset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2B7386-6F56-EBE8-9064-1ADA1B07FF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DD73E7A-BE3E-B7F4-239D-411299BDF8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095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83F2FC-F771-0371-DB1F-2CB61E8A2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59EFB3-498C-84F8-3F89-E1B27AD129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E93002B-3875-CBA4-99B9-093104AF8E0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6C2DF61-01A7-CAFE-3E7F-701D1C3280D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8441E2-C872-C395-0DAA-471DAE723E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5196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CF485D-3BD6-F1BA-AC63-B2B62855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78F0EA-7F33-53D3-8BF5-1FDCF195E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039C945-04E3-551C-C23B-D55C627A999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698BFB7C-A125-D8C3-8593-D926057F3B9B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FD677-A9E8-CEC7-5627-1798567BD0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1523D1-9689-9F26-DB8E-E04A26084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77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4004D4-5850-AE43-3E0F-F61FD8491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22A24D-3A93-098B-497A-F84315B79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54DB8C3-8D56-A2CC-BB48-E4DBEE7B2D4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0453D3F-1112-6E22-2E9D-D54E21FD7820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D41D8D-AFC9-977A-5A36-D58D6B2FD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401920-33C6-31CB-165E-C13DCAAF71C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13341" y="3932274"/>
            <a:ext cx="3262028" cy="1099842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949B2C-5988-CD73-65EA-A7E9A6C1F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49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9104-F959-EAE3-41DF-1B62A2A7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45C3E0-736E-C7AD-2954-CA78538B4CA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145B3E-8B41-D28D-8EA0-0FA18A81F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4DD88E0-7D7F-02C3-3F0E-C54DB1184B0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ADC814-A2C0-A66D-F01A-E53F387E9D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59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4EE7C4F-E9B8-8DBA-124C-29F42062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24D1CEA-84FA-E164-49D9-B96E26988DE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234BC7E-9A85-A28C-C83C-826AA89CDE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FC58821-B8FF-62E1-C1C8-6A17230E949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E453CE-FB33-17FC-57DB-C2D6249EC00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0D72804-8036-5B28-C830-F172775F2A5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984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298597-B580-7EEF-09D5-9061B5F7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C7E3-4E51-F3CB-F439-66449BC1D55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B9983-1AE3-B248-480A-5C6B0063E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D78772-AD57-6768-781A-55F52FB45AD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8B1B0C-B7CE-D4CE-B4F7-48AEB063D73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734589-8AF7-5216-D106-7521330EB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531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9AC9AB-0207-15DC-A5D6-196C096E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7C3315-6BAD-2EBC-926C-8DAC4B11723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16B350-A54E-9CB8-068E-E70F6C1DE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077FB8-FE07-6E8C-4CC5-850DE2DA61C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23BAE-4F38-398E-67FC-F1AF81E70E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9579FC-895D-6EE6-F003-9F2E45938B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3293C5-5FC9-FC17-A172-AFD37E4969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478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4E89F9-59AC-FE8C-B292-70916BB6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023B43-1711-E78D-F884-7F5B085858D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1867A7-8AE0-1E7E-5FF9-EB7B039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1F3111-069D-F037-6029-A434B193F75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12613-1F0C-59E5-A0CC-731766FDC2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54F8C8-4DB4-233A-8AC1-FBA828CCA6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2DEF9-F572-1CD5-9E9A-284F971C231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F9CC26-7B0F-3A97-CE9F-112C37BDFC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4940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B8EB49-46CE-B264-ADA3-95C1432C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6D1FBB-DC79-838B-3AFB-3EBAA26D686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EFA8CB-2704-667B-A476-CEEC9ED0F7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052393-82D6-EE81-9872-14CB8FBAFDA2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strike="sngStrike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git@github.com:jsmartinstats</a:t>
            </a:r>
            <a:r>
              <a:rPr lang="en-GB" sz="1600" strike="sngStrik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/SCIF10002-2026.git</a:t>
            </a:r>
            <a:endParaRPr lang="en-GB" sz="1600" strike="sngStrike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buClr>
                <a:srgbClr val="1CADE4"/>
              </a:buClr>
              <a:buSzPts val="1600"/>
            </a:pP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	https://github.com/jsmartinstats/SCIF10002-2026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13D2AD-E51F-A5B7-71CC-980546B40FE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84DFAC-8C6A-AB06-2D6F-B867D820EFF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6B26DD-48C9-1748-3189-05B6D54DCA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2175519-BF38-1A44-79D9-8BF14E23DFC9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676819-1DBF-1301-69D8-FE7B6B8455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0375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C81706-009F-4739-9686-148CE30E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3DC418-4503-D439-69E3-D64717B1CBE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00C56-EE5F-013B-6113-FED34426F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5AD3E5A5-4F1D-E90D-DAD4-E116400766B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strike="sngStrike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git@github.com:jsmartinstats</a:t>
            </a:r>
            <a:r>
              <a:rPr lang="en-GB" sz="1600" strike="sngStrik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/SCIF10002-2026.git</a:t>
            </a:r>
            <a:endParaRPr lang="en-GB" sz="1600" strike="sngStrike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buClr>
                <a:srgbClr val="1CADE4"/>
              </a:buClr>
              <a:buSzPts val="1600"/>
            </a:pP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	https://github.com/jsmartinstats/SCIF10002-2026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E6432-7353-9DB2-13AD-1FA88E56FE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A7A81-380A-3ACA-C723-BE8F7FE8B6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4F216-D38B-8B5C-FF75-630CF7348DF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B2354CB8-EAFC-7829-0E01-E8B1E15CA1B0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03FD99-2E5A-0220-6479-99A9FB95D5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9915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E22B68-5BAB-9948-F771-2D93C058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B18EEF-58C0-AED5-1EED-AC8AB4C1B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EDEF8FE-7C37-FB24-0F4D-62557FAFACD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A170A773-E005-F5F6-4F75-090845A87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AA9F4C-C957-7EF0-9FC2-3576F46998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8972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97DDBC-1776-B232-3587-0D70E6D6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FE6441-A9D8-97D0-3F35-021737C54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28931F5-CB7D-9343-3D89-E94CDBFA2C7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365A1-3A25-6171-99A3-39F6EEF33F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077219D-386A-40E6-39BB-FE77E02DC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70194C-CCD0-CDBF-18ED-A1D1927FB3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3338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E4D2D9-2BC3-9EDB-CE35-5A3BD515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11686B-C01E-D4B4-9376-B77F6148BC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72D78D5-CE91-D003-27B5-EEADFB7F5AC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BFF43-73F7-294D-2507-64AA8D44FC0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9A7FAC9-C857-A9B9-9DA2-092912E2F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9C996D-20F1-93AD-2939-C231E404C5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7253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F97F79-BB8F-AE5B-6EBD-1343AB2D1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3DB089-8EB4-2041-C6A4-F71DFA86D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0DC8D83-8D23-29B2-EBD9-68E8CDB0E8A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Machine learning and AI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9C0EF-7A79-0A44-D0A7-E35FE83391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8536E5B-8DD3-A89B-1905-3C055999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D1F818C-A656-695E-4493-ECD5763833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4410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EC19A8-27D1-1340-D349-DD794669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9E6ACA-574A-C5E5-A7A5-93B12DCB5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78D8FC4-16B8-B00A-9767-883DC1DC04C9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396D7-6366-9DC2-439D-2C82A20A78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25BFE4A-401D-C344-2D97-540711D70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D4F4C6-1A96-3146-D4B4-3C2B04871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543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A1FF33-AA7E-7F48-8827-7C3C1A1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1791400-F00B-5643-50FB-6065F647E0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16ECEBE-824F-8B24-DC28-697A1E9636B2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ABBFD-7AE8-F4AE-DAC4-62A485DD18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59A5E1A-7869-2507-57B6-4473FE2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E0672E-D9D7-6BE7-B2C6-64B6F866C1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0607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6E7772-2EB3-23F7-B6B9-F333F25F5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D2D5D-7FF7-1214-ADC0-C7D9586E2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8E2A154-D490-575D-5F07-0ADBD4ADC1C5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0A2B-FDC7-F95D-4AA1-45C8860707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9AA70285-9D50-F5B7-F52A-CEC55FD66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9A75E-24B5-E7B0-5F7B-234A71748B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1276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469F8F-4657-6C64-7FF9-1F219A5B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51B076-D1BB-D700-C334-BC04DBD5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C624E7E-C83B-ED29-FD89-4E14B33E9B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EE337-C24B-1BE8-11D6-E85850E7CE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CC442A1-CDB6-D9B0-8179-78A87A3BA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32E8A2-CABF-83B3-A907-86D7AE330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449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371F28-E4D5-4C45-84EC-5CE69C8D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CAD42-F09E-8AC5-652A-F1F0169BE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AC815BA-E38D-23B8-3902-6A857BC481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21F4F-FBAA-A776-3E3B-9C1323C831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243462CA-5F68-6500-B42B-1AA5AB626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E4BD4062-5224-59B6-29E3-25AFF3560B58}"/>
              </a:ext>
            </a:extLst>
          </p:cNvPr>
          <p:cNvSpPr txBox="1"/>
          <p:nvPr/>
        </p:nvSpPr>
        <p:spPr>
          <a:xfrm>
            <a:off x="7151914" y="557238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Our goal is to give you as much practice as possible!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68CA54-0DD4-99EA-1362-E22AAA0DA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988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9E0720-94FF-D106-8AE0-22F70AF8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74300-7E22-04A1-1C0F-48C6961B500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F58B8CC-C5C5-82BA-4BAD-FBE3C22E3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66D09-A600-9381-2B63-2333DB11A45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101600" lvl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0265E7-8995-3ACF-90BD-DC8AC5928D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2007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8E59CA-86C7-00C0-C3FC-2ED4ED2DB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448AA9-1F53-8980-FDF1-272634401A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6317-B9BA-8B4D-DC90-5527AAB18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D6D562-B591-3E76-D811-A62F16C1BB6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2839E-658E-9E3D-2CC4-D01B9F0AF1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B59EB9-E731-53DF-568A-92B500CD47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44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BE8717-2482-1100-88A4-D5F8B5DE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D59528-5C4C-43E3-1F47-F2C5D311B5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EF1370-4690-7C2F-E966-655AFA930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46A593-0E0C-37DD-2E9F-A4414B2FF4D2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C6FAC-CA9E-A206-BD8C-610BAABE1F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F37310-768F-EEF5-D861-8604C94252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7894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9EB8DDC-C0F1-5D2B-A787-E0EDABC84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93E4D-D04C-9578-C84B-72803A0DFD2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0AABF34-932C-393C-3C74-1F42ABBE41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3D3217F-C9DE-7CD8-4AFF-DC106F5B7929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0964F6-C058-8D2E-3C88-C19C05351BB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E4770C-1F01-1CA3-B4F0-C3A99B7F11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E50F7D8A-67F6-48DF-125C-E6E53CA4503B}"/>
              </a:ext>
            </a:extLst>
          </p:cNvPr>
          <p:cNvSpPr/>
          <p:nvPr/>
        </p:nvSpPr>
        <p:spPr>
          <a:xfrm>
            <a:off x="7752214" y="2029486"/>
            <a:ext cx="1892529" cy="49285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34399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16BD52-9BFC-E18F-C7F8-263597304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44BB960-863B-BFE2-26FB-60B758E2BAF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B55913-96EA-9ADB-001B-B2D9E7BDA9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A31CFEF-ADE3-7C0B-7300-BDAB2E13545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B23BC3-194B-6954-9DCB-314CFA1769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7DD0E7-0C42-71F7-CECD-EEC00645B8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8593C46-275C-82A4-F63C-550D1A2B1B6C}"/>
              </a:ext>
            </a:extLst>
          </p:cNvPr>
          <p:cNvSpPr/>
          <p:nvPr/>
        </p:nvSpPr>
        <p:spPr>
          <a:xfrm>
            <a:off x="7812257" y="4089227"/>
            <a:ext cx="3126676" cy="17612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27366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121791A-870B-ECA4-E5B5-1D16AA90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D4F4EE-70FC-8C3C-A2EE-09FD8AFACA7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318914-7090-6CA7-DA52-24E7D23443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733242D-F34A-1F40-84E0-97C5DC3AD8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F922A9-334B-5C12-3392-EA76DF9BABB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B91692B-956A-A2F2-6E1C-50EA17571A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A88644-5110-859F-8819-ADC57E3E279C}"/>
              </a:ext>
            </a:extLst>
          </p:cNvPr>
          <p:cNvSpPr/>
          <p:nvPr/>
        </p:nvSpPr>
        <p:spPr>
          <a:xfrm>
            <a:off x="10005391" y="1903854"/>
            <a:ext cx="1247652" cy="70387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5514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A5173D-4B52-91FE-44DB-61A311B1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A132B3-0C49-E14D-EA4A-3602CB54601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132140-CE6C-E990-5DB8-B94F74AEF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29377-1998-A71D-D02E-93113C49F995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957470-3218-0261-E9A0-1A6F00C698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2443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1ADA47-0F7A-DCF0-7003-9B98A4ED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A25612-2F92-EF9D-E74A-85ECEE7DC1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ECB4BD0-BCC5-4B64-52D2-AE783764A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DF4B3BC-63B5-F538-F88A-ED45DA442B6E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5ECC45-F04B-6007-5B5B-46A4FE429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E8445-F606-0036-8625-7A7AECCB65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72371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6BE3CE-A090-0519-B6FB-4D77C67ED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ED6CE-A44E-15EC-96F7-612A5A07B2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33357-ACF2-D271-E44C-51D82CEDEE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978DE30-66F6-4DF3-E8A6-765D7A1287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2A0A86-D4E8-B2BF-5BFA-4D1A9213EB1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C31158-EBDE-4F79-9D62-4527670F10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0687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A23504-EA6D-9DC9-DA2C-D9C62557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C0AF7A-D3E2-703E-7B2A-F9A998A990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230CD2-B519-781D-6265-1AFCBE3B4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0423E1-5C17-12DF-5C2E-B0EE531C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4FC83-A5F4-576F-4C81-1E2572EDB79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B354447-AA55-2AA2-3E9D-E6B0A8979BE7}"/>
              </a:ext>
            </a:extLst>
          </p:cNvPr>
          <p:cNvSpPr/>
          <p:nvPr/>
        </p:nvSpPr>
        <p:spPr>
          <a:xfrm>
            <a:off x="7232530" y="1578429"/>
            <a:ext cx="3566100" cy="102930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32A198-FABC-F82E-62E7-711A66853F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80220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71AAE99-22D4-E2DD-E9AD-C2DA70AB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5A18E3-CE82-59AB-3E87-2F657A5FA76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75EA83-2D82-3CBA-8995-A9F2D5BDDF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EDFDE5-2362-E757-84D0-BF1905FECC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E7C8B9B-9D30-2D38-48DF-AF200ED5E787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413C27-91C0-BABE-778F-EE43682725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B03CC258-E71D-DC87-B95A-2B2A564973F5}"/>
              </a:ext>
            </a:extLst>
          </p:cNvPr>
          <p:cNvSpPr/>
          <p:nvPr/>
        </p:nvSpPr>
        <p:spPr>
          <a:xfrm>
            <a:off x="7232528" y="2725121"/>
            <a:ext cx="3337500" cy="242868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676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4E347DA-CFF5-085B-75A1-FA44CFF7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EAD3D1-B5B2-3C80-65BC-B82DA0A8DA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24E4D-B610-B088-F4C8-54661F75DF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51CEFC-BE08-928D-187C-D719ACC76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274D1A5-8E6C-82ED-87BD-FB8A0F4252E4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2C88DB-7454-5FDD-D606-077E6475C4F7}"/>
              </a:ext>
            </a:extLst>
          </p:cNvPr>
          <p:cNvSpPr/>
          <p:nvPr/>
        </p:nvSpPr>
        <p:spPr>
          <a:xfrm>
            <a:off x="7297841" y="5312777"/>
            <a:ext cx="3043588" cy="57106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47DBC2-E00A-20B0-E0BA-384DF5E76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360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8520DA-30FD-AD45-4F8A-5C985448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593CE8-CCAA-16E4-4077-AC2DAB3269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C86BC-E4A4-3C8B-182D-6592D28394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3F6945-AA3D-D4D3-0E85-1B0B370E8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068E0C-D68E-F6D8-1B1F-7B122D71999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Here we are producing some output that might be difficult to  compute or evaluate by hand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AE4E7BD-8E31-F9ED-6C55-FB58B298F6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73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ED78BA-B580-B2EE-35AF-427BA652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AC4D86-779F-5B5C-886E-EBD2A475F08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8908C9-4A14-A5AD-3DDF-3D6158FF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FCC225-E5B9-65F5-4642-32A1021297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6C2A6-7F8F-594C-C19E-868CDA65FD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5963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BA3B8D1-A333-9BAD-1CCD-0BA5BA0D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96B17A-96A7-A3D0-871A-A910F007F0D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FBED30B-D454-E4F2-748A-C7DDC7897A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3C45C2-8D6E-8B00-B462-5102584033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F672C9-87A9-8A95-C45D-71031D2142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920570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F253919-C76D-5D00-5E7B-FFCEA0D2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DDC73E-E905-B5EC-70D1-1FE0BA72861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125621-AF17-E0A1-5A85-C2FEB6C378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C1A863-B807-88C9-7E6C-1CFC8718F0CA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A4C91C-F98C-232D-E9D8-1EAEB5C66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88D42-4D7B-D4DE-F78B-01992340B7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273975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28222A-16E8-05C4-50DC-C52C7ADC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B8612F-C3C8-9F10-B626-8EF139EF057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D020F48-FFB4-27C4-CDB7-0AE8687177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E288D7-90ED-E690-A965-45698EE1A44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A4D684CB-77CE-B140-ED11-72A4B109D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D501AF-6086-9FAF-6407-67B559CCD8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460705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F4636D-BD68-EFBB-E5F2-F28AFE0B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3E1F89-5750-B150-267D-B51103DA139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0C5EAD-87DD-A651-95B4-31B88FB73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04AFD9-366A-DDFF-081B-C04E6ABA1B51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0641C52D-273B-F847-E82A-C37695FD8B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D79FB8-CE85-CE3E-5915-F492D75806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193730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0D0B65F-E860-7751-6DDF-08A92C828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14619DF-FF67-F5E5-AEED-0511317DA7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16945A6-8457-E083-9463-B61E883260D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C9CC5FE-571F-9B10-BE4A-CE199939E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A12829-617D-1F86-8F25-A9E46508B72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FF3DFB-DCE0-36D9-2B8A-5359EE9235BB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2" name="Google Shape;200;p20">
              <a:extLst>
                <a:ext uri="{FF2B5EF4-FFF2-40B4-BE49-F238E27FC236}">
                  <a16:creationId xmlns:a16="http://schemas.microsoft.com/office/drawing/2014/main" id="{58F471E9-B9C7-BD18-2DCA-52F40B9A9D85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" name="Google Shape;198;p20">
              <a:extLst>
                <a:ext uri="{FF2B5EF4-FFF2-40B4-BE49-F238E27FC236}">
                  <a16:creationId xmlns:a16="http://schemas.microsoft.com/office/drawing/2014/main" id="{C1E00D5C-EF4A-C25C-DFC9-E7777E1F57E3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F738F3-06DA-0E03-5C90-C7F54264B7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922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9ADFAC-9B72-F96B-4874-B2315972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22CD6-B5BA-DEDF-5B9A-A62C6B6FBF6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E5D200-7035-BE17-9264-FACFB3441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8E830B-0064-20E5-5526-63B5C70C63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E753E52-583B-4322-37CE-A8E3A87242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209B98-1522-9DE4-DF8C-DF8AA4FFA2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9E2B6CF-7D84-FFAB-CD70-56A3AC34904A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11" name="Google Shape;200;p20">
              <a:extLst>
                <a:ext uri="{FF2B5EF4-FFF2-40B4-BE49-F238E27FC236}">
                  <a16:creationId xmlns:a16="http://schemas.microsoft.com/office/drawing/2014/main" id="{ADD86877-3AD8-E9C9-04AF-087BBC1A2F23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98;p20">
              <a:extLst>
                <a:ext uri="{FF2B5EF4-FFF2-40B4-BE49-F238E27FC236}">
                  <a16:creationId xmlns:a16="http://schemas.microsoft.com/office/drawing/2014/main" id="{4AA1A19F-8F13-DEE1-0DA1-AAC5AA5F2DA9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069065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8D2ACC-5C7B-6C8E-6CAF-B333DFE3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56678A-C60A-EEC4-FEAF-E41939C2098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37BA9EC-413B-51F0-F82F-1B17BE2C5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BB5552A-CDDC-D8CD-A461-4D5DDA6BFA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“x=7”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means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“Save the integer 7 under the variable name x”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763D9999-57AE-50D0-77A2-B3FD9D9895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84E18D-6C8A-94A4-6394-00A8326E2D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1E4CF24-74EB-870D-330A-1A180BFE0D05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7" name="Google Shape;200;p20">
              <a:extLst>
                <a:ext uri="{FF2B5EF4-FFF2-40B4-BE49-F238E27FC236}">
                  <a16:creationId xmlns:a16="http://schemas.microsoft.com/office/drawing/2014/main" id="{8B79F6FF-3FF2-8AFB-7503-FE7698B380A6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198;p20">
              <a:extLst>
                <a:ext uri="{FF2B5EF4-FFF2-40B4-BE49-F238E27FC236}">
                  <a16:creationId xmlns:a16="http://schemas.microsoft.com/office/drawing/2014/main" id="{23D44F27-C64C-FA4F-9082-0DDD58A8841B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70697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82F269-4FF7-058F-0F61-A5C0AA70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C5A20-D458-3EB0-6769-440E543C2A4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C40614-6754-8EE6-3145-F07312D704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D3D63-00F9-A3DC-AD7C-7C87DBCB87B8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6B52A-4A0F-9194-A906-3F7A051F1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EB14FB-4160-CFA4-26B3-E3683BC1C5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4005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D0625D-9949-0FF0-C704-64C2B59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8AC810-47A3-E8EA-9AC5-3B0CD46F34C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1DE714A-01E9-9503-9BCE-8C554F0747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E35778-62C8-E8B1-44C3-341D48B7C76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Understanding data types is important, as we want to use different data types for different tasks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38DAF-23F0-9428-2902-6ADF6DE2F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DF50B4-1933-C108-95C1-A1F0DADC8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4456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A197B4-BCAB-8531-95D9-6CB7FA2A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106BCE-F1FD-31D8-4CD9-B8972D11F93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6E3DCC-4D3F-C255-CC45-CC431491F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9A69C6-A9F1-8CAD-5FCF-3489D3D026E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A2EBD5-CF11-ADCE-3B8F-E51FF1F156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40111E-6EE0-DD9E-B0DE-096B5B86E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5D1C81-DE82-9411-D666-FA12585AC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489245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AF432C-3C54-5C67-A1C1-4EF998DC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8FBD84-750F-6F2F-818B-7E0394DC456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06F1C58-4EBB-3269-6109-64277AF1F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95CCD5A-F659-E9D0-61C2-9846C5AE71C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36319-D9DB-C34F-73EF-BAFCA365D1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41248-3C13-7FAC-9030-E3667D048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C46EE-136A-428C-5F8D-28B3095053D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55882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FFC1C8E-053F-C653-2786-ADBE75DA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CEEBCB-3673-296F-9F15-D42180DCF9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624F9A-C4DD-036D-AA9E-BF55DF64A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D34BB5-7C2A-F3FC-492A-A8AC5E80B1C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8872A6-FE80-2BC6-694B-081E16724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69BEDA-1D6F-BBC1-8291-4CED70B92C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0664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78C184A-1900-5812-5E26-5373A3F7F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8C98E9-E2AF-ECDF-F92E-4EE5992F887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8184189-EAE2-01B2-D957-A306BF462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006F3E-8BDD-B536-5B89-143081209AFB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CB019-BE68-CE1C-C6F1-4E62FB16FB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E57BA5BD-C798-8C41-5C93-5A0C2E2AE10B}"/>
              </a:ext>
            </a:extLst>
          </p:cNvPr>
          <p:cNvSpPr txBox="1"/>
          <p:nvPr/>
        </p:nvSpPr>
        <p:spPr>
          <a:xfrm>
            <a:off x="6542314" y="4976224"/>
            <a:ext cx="519792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Warning: A computer cannot actually describe arbitrarily small and large numbers – it approximates instead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2476F8-67AD-B890-C1E7-57F6B8C89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06211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019219-F9B3-FD9D-E2C1-0FFC4D37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986CDD-5DD9-5327-09E9-27C5C8125F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2ACD3E-5DE5-D940-C081-2A3746382E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88793-504A-A4AC-7F01-8120E37077B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26A70-08E0-4820-E09A-FEDDE9B9A8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87186B-FAF1-4345-A09A-17C3AFD3D5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A5D75-F0E0-D838-B684-4C5F1ACA2A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635800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096209-7B1B-386B-17EB-0BADBC7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CB1D08-5131-1468-8FD6-D126DFB998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9945EE-6CDF-E605-0CD0-2170DD9D9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8F5A0D-8C94-2455-C154-C5083B1ECDB2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82348-32EC-AA01-9374-3FC7C11AC5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1CD94C-4FB7-1701-3BF8-1B6D9E218F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7A47D-5E96-D356-F0B7-68471D5953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67902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EC2EBDE-80F3-CEB8-7CDD-DED7C407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0F13F7-76C6-715C-F221-91C55541BE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6270EA-9AA6-FB07-B548-F947E2634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CCD9D1-9985-6BA0-FB23-2AAA2D12744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683215-5DF1-5AEE-F483-8363D67FC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FA6978-5A72-EA0C-DC35-6F4BEB78B1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D4625A-4AAC-1D52-28B9-98C6DAAB1B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819399"/>
            <a:ext cx="2886076" cy="22963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83102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78B20D-A2B5-C5B5-1B3B-7AE536D9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FD20E3-5DA4-0E2E-FDF7-2FCF6FD9A55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F74FC9-3614-0FF2-FC03-EE1C0D11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4E9E189-D14D-50DD-8091-497D60E8BD5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F954E-E0F1-07CE-8E3E-8A8AEBE3D4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58025-6125-4A18-642A-66ACA51FC1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29368-8745-03A2-C544-F3A62D53CDA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695699"/>
            <a:ext cx="2886076" cy="14200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08262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A5A0FC-826D-AC8B-C140-F4AF6181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CEA606-C339-ACC5-5E25-4393C2D12C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BDAA33-0476-A4B8-251B-16E3904E7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5E6D74-37EF-C959-A96A-CDBADBEDEF0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D3BCA-A150-9E4F-E50F-5D47DBE2B4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C941B7-5FF5-0716-AA64-0EFB8DC31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32D6D-6575-A427-F299-AE8BAB3E6B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70917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B2B073-217D-E44E-11F9-5E4267AD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02EA6C-13A7-79AB-02A8-190F481A01E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32B442-B204-6890-3666-F8A90B867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9787F57-C6AE-0BEE-CA98-C91AA082BE7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26EBAE-6B9A-2F99-7498-0666954884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15B7FC-DC86-16CD-674E-F10153F838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0752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3D904C2-568F-DB5A-B115-AFE3C5E73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C6F909-35DB-5B65-744C-7B34A985E2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9305CB-80DF-13FE-A718-5083DFCBEB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01B452E-9EE9-17D2-DF1E-D7E9E6ED3EB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05949-2C7E-6A90-7523-7BE49644B4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7976EE4E-7B51-8457-E5EF-5A4F42D5D62C}"/>
              </a:ext>
            </a:extLst>
          </p:cNvPr>
          <p:cNvSpPr/>
          <p:nvPr/>
        </p:nvSpPr>
        <p:spPr>
          <a:xfrm>
            <a:off x="8702039" y="4807919"/>
            <a:ext cx="238761" cy="31215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B158BF4-375E-28DB-B3B5-CFFF60ECDA28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8C37A9BF-4FED-4D22-517C-2DF77BB40614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960B636-48D8-0404-33E9-09F3820109FD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A0E6C0B3-84D2-5DCB-EFBE-D35D5AF9CC5E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F867CD76-D49B-758D-490B-EA0D8E290C8A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97D1D388-CBAB-DBD4-F4D5-96535F0E8D6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DF5A00A6-1F9C-2FD7-7091-704B12A361F4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B920854F-34E8-5229-70C4-7BB18CD02704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7DA09A2-066D-6262-355E-95B34100AD48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AE95D840-F6F2-DE67-13A0-F2B6DD6B6446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8F24AF-5FDB-1BF4-5D1A-3208CC5B1E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49740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87DB87-4779-A852-2445-3ED37084A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B3F091-50B3-43E1-0E62-3495E39738C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4F82C2-D40D-741C-1004-3CDE413991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106E87A-98D3-5495-E48F-7E478598AC2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C8D8-773B-BC47-BA79-24FCE54114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83E113-330D-188D-0D80-E0B27179A6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86459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3971BC-530C-D626-CA72-3A2CB477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0C3D5A-DB8A-782B-A122-BF96648FD0C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22C1075-0738-C18F-6398-9FE7E9640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4E09A8-3F25-E470-00AD-D99273DE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DA42F957-DC45-5F27-22EA-9C9CC9BF05CB}"/>
              </a:ext>
            </a:extLst>
          </p:cNvPr>
          <p:cNvSpPr txBox="1"/>
          <p:nvPr/>
        </p:nvSpPr>
        <p:spPr>
          <a:xfrm>
            <a:off x="5668192" y="5393837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todays practical you will be able to perform some of these operations!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5E6D3-626C-D37B-BEB6-EFC72A5038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D74AB1-EE90-0ECB-26E7-AC6AE527ED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689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ADE570-040F-76DC-4E72-00F3764F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0203BD-CCE8-3175-C217-06583B800C7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190E07-D6BF-93DB-5908-307412F4E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399583F-E7EB-5D85-AF94-609930BD2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AA9E08-EDAF-B2E3-6728-2252C4B6AC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76645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5EA8EA-7902-C274-1033-1630A0F6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48B0DE-ECD0-5C69-34B6-2721241AD38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2525D6-5FDF-A03F-4BEC-2C09D351A9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03573FC-BBE1-E452-B0CF-F9235A90CE7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62EA62-F627-DC84-6A3B-1EA8338D5E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7460A8-3154-FCF9-7654-E5D7060DA5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786883-39E0-4C9B-EA45-E5B6D15759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36571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00F409-C89C-AFDB-7447-D51321CC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8103F-1B88-3FB0-A6C8-3CAF1D5A2AF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1B66AF3-740C-197C-102A-6394A8D253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22B182-A459-EC33-A865-F446A4CC814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D2A5476-77EE-8AB4-D952-8CBB09085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4D9E9-FC6E-3A4E-6261-AB5A58B5FE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70AC47-D356-6EDF-6BA6-D4450E3C54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47750"/>
            <a:ext cx="4817400" cy="10469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84551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1F9A137-F13F-FE26-DA75-228F617B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BD68CE-D453-5CA6-6899-DDF87881EA6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7E5678-EDB6-9853-03D5-D5DC1FB9A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4C188D-58B0-79FE-7B65-8A59716425B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54D21-BAD8-3D82-AF25-75AD6FE3DC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9BD55C-DBCC-256D-C1A5-0D266594D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8B1FE-8A0A-47FF-7BC6-3161FB3976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502228"/>
            <a:ext cx="4817400" cy="5924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599548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190BCA-4BCF-4C4A-C38A-79543B46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183BFE-C7A6-414C-5A8B-A26F9AD1D9A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323A-F570-7F7C-7378-0B8B6D356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635518-D434-9A40-DA6E-366DE47DD7A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4FB0F-06CD-5E61-0902-FFA88E222C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91FCBC-0D98-D1C3-E8D8-D4EBFFF447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E2A4D7-DADE-7331-1B51-3B30D2C2345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89926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9376A3-4C82-EA1C-B4DB-BDABC0C3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8DE8AA-F34E-909C-E9BD-E835D24B70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DFB07E-06EB-0350-4EEB-9B00538098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199EC85-36A9-CF28-D7CA-15954EDFA4E7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A78B9-022B-D1D1-4FE7-B7B03C866B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19AB32-4986-C708-480F-C7D1B2899E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37484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2AF5E6-EE77-4E13-FF69-DABD79A1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0F9115-E34C-92F8-7F97-1321AA9F009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9F89B-ADE9-5668-8827-C357266AE6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BB6CDB5-9B56-9432-ED9A-2FD1CA6EF4D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D5191-CBD8-E334-3685-550ABD59F9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8368F9-C3DB-0427-92C9-D684167CCC2E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C17E7F-9912-113C-D77A-3D65773629D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9A8463-CDC8-3B95-2C46-18304F885A6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206191-FFB2-B66B-EFF6-2F33C27AE35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C02F51-231A-0E4D-D22B-20422ED6AA7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1FCF4F-C495-F08C-8EB7-AFDAED5262D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769E796B-CE82-2486-DB55-9EF92BCB4A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7524225-C195-5257-2A11-78068D4676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C10C4C6-3B47-DC69-D72B-914C6FB56AB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A910DBC-5C08-06E9-9CA0-94B8063FC5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D1286E-BC78-3F62-9169-5679F9E21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2813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E37E0E-6261-328F-AD47-A4AAAD153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2263E2-3CB5-E3F5-BDEA-F5DBE31612D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3D32A2-0C75-ECC2-9F42-7A9BB1B20E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ED9853-81AF-7962-118D-B575150172B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FEE1EC-FE15-171E-5BB2-885D37CC9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D309DA-1CF3-00DB-FD0C-9D7F194D27B0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DDF3B0-F7EE-292A-7FD0-EB0B90BE0E3C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E101E9-FDB3-3D7C-4775-8A6E2B9FA20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150311-0456-D61F-9443-C4A8357731B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852EC-9913-A48C-8EAB-8C4D521A02F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275FB0-C04B-96B3-8FEA-B6A1F5AA648C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AC85CB4-B8C2-65D8-82DD-31AAFED231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D51B54-FF4D-ED0D-D240-B634FEFC9C6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3EFCB8F-3B58-1169-7C62-0E2D3392F52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887B6B5-EC59-A01C-AC1E-7CF41451E2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EE3B36-1F9C-EB41-802E-8E1E9D4266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7340834-765F-E93D-8EDE-57B82BAAC38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6CFD14-C69B-3B38-20D0-66F47F2A1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8434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DD6630-2E9A-E484-A44C-03B9882AD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24BD4-39E6-F59E-FEA6-5B126AF4ED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B44A377-FF0A-DBB9-3569-3A1C1B56CA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C28C2F-9064-B454-2DF6-83C7B8B6753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7EE3E-C424-7608-206A-41EEA74D0F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E2E62-B448-A096-E7FB-074F45C83C0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998C1A-9FD9-A007-3DC3-67EAD40C676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E83DBC-4D82-7B91-A817-B6B851A4502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BE65F2-3192-4C39-800E-1E18ACF5EAC8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25D336-E385-9D85-48CF-987A5B521365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063198-E573-72A9-E578-FEE359D581D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F74F042-C386-E07E-E550-B9DB3D1FF0C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A9E2EA-F9A3-4BEA-CABF-011B7F432F9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83145D0-9BCB-AFA0-F69A-2DB429D2271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4D1B612-7F34-0181-D688-69458542D1B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0B77C64-A30C-0992-AAF5-69715BAFE36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390C8BA-F7EF-0D4B-BBD5-AD5FA51C315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92A1C9-9DE5-FD46-0219-DBB761D9D45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DE9BA66-5D4F-26FF-7F95-62A291EFB5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91055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B40B85-9D05-FEDB-F867-B8AD4A6FC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7C1A3-F0AE-5C03-36F1-056C606F95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7ED935-2B48-5564-0F0C-15F1AAAC3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8BB070-0687-0D2B-EDD7-57326ADFD86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25AC2-E26F-A2A5-3F1E-07DD00B337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1E0B5-08BD-0E1C-DAF4-EE54FF97946F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45817A-26FB-C5F8-A670-915F84153489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80203B-A2B5-DA26-D612-16DCAD3C1FD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7FAC2E-3DDC-C580-900A-198CF29D96F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A12634-10AA-119A-E264-1F1238C825E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CEF4B6-ADD9-A8BD-5B94-04F39764EA82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136AC5DC-0B44-AA24-04FA-49EC5095AC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90AD2A-C003-EBF6-ACDD-457559F3147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AACB491-51AD-3814-51A7-0E61A500A45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7578C7D-E20C-A41B-3B68-D3AD1258876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B9A652-16C7-E7B9-AF8E-F40E8EBA84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B1DDF5D-C1E8-8E71-F3E2-F3A3604D83C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6EBE90-977B-7538-E170-119D9FF49A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479D64-D184-8B8F-1416-6D48E0486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A4510EE-9239-7795-2EA5-3A861364438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2044DD6-D488-CAFE-8A41-60061C5C0E8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ADE2F7F-B1BD-F6AE-4F05-786291AE38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569CDDD-2FC5-7F82-E2D2-463EC7D64AF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651DF6-01DC-F621-65DE-D154DBCE8A2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4AECBAB-EB9C-A5CA-A8A5-0737BC2D16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49308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AF67C5A-D998-3931-BA78-D3F36958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853992-B8DE-FF69-A1D8-E41114E9ECC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864E59-91CD-6E90-CC56-F1709B6B86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B390464-7806-6FC7-1F54-16CE7F06A50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09557C-6497-426E-49B8-98088BADCC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B38358B-9DC9-D3EA-6D47-CA48F452FBE3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2CABE9B-C183-B8FC-839F-7DB15BE6E3D5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91F0A3-128C-DF34-FACE-C18A38C837D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000D24-582B-77DF-AF75-2F7AE390F9B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5D6A0F-F523-E2EE-DD1D-C159CBC34084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3A6631-D334-18D7-B4F5-998B4E093A48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CE403B4-C73D-862F-8340-F647865815A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E8FB699-3525-A424-DB2D-AD7721735D9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A8E99CF-5AA9-1B31-FBEC-34270B18F35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7C62FE5-2FCE-B10F-4BA0-34D394D1214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6CBD2E0-C195-7042-E486-3DC12578FEA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3A106C7-C286-7AE6-3258-A12F81360F5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8183C4B-6DC7-CC4E-6D07-3ADA1517DA8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8FD6147-9620-B76A-4D87-E810E8660BD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B08BF1E-86A4-8A64-4333-3DBFC8A556CF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143A9B3-F1C8-D1C8-DBB6-1434E282F17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EDC0EC4-BAB2-F368-93BE-D7735C112F8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191DDCB-3EEA-06AF-016C-AB1B72385627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E25E319-C5C9-8EE0-2E7F-B87B6F246A8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ACF4B7E-72BC-B93F-A6A8-82C2046A563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3A34261-C013-156F-9A25-EFE068A766D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5396310-A826-A98E-2E7D-B2C814A5A8A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4329BC-2C9B-E731-4221-251D34E9C92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812657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3CCE4D-23C0-674A-FBF8-DCE9CC143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CAB98-3E82-8A8C-01D4-0E64346A7A2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4B1C8D-910C-3ACA-8A25-F2410B3B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4B5DB66-F6C4-F9B0-B72E-5D26B6654EF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F9A5E8-9148-AC00-08D4-59FFC0338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33584F-9B9E-6093-166B-D24E99AB41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FFB772-1839-5DB3-E909-81C4083A7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601639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EF2E7B-B155-B4FC-0D6D-035FD287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F9DE46-C4FE-AB7A-EDF0-EB47874219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12130B7-2420-D093-B362-DAB02734F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A2504D-9F4E-03CE-30B3-45ABEC8884B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A5ABF33-DC0B-16B6-E987-95F787927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246F-FD89-B006-A84E-FBC547691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FB74F890-20A2-C369-7C01-93D1A15C513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482002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06D6E0-FA08-3B0F-EFF0-14016932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C13017-4128-3310-0BD2-F36CA026EA4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9E5918-DB04-1EB0-D988-28D14562D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35AFF9-0E52-A76F-072B-A92475A5B2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B78334-4B89-1733-D003-79BD2078C2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3C68-C3B5-E266-BA2A-5C26DEEC8E1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81DBEF5B-569C-4550-D2B0-8ADCF1C259A5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102853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E03A2B-88EA-EEF2-5004-C3BCD847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86C42A-9BF0-A4AC-1209-CFAF1B516D3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4250189-42D7-F643-004F-6748B383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BA282-9062-F77F-26DB-DCBAA91FF0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61EC9C-1559-6D4E-B3F4-6DD454D801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76B44-0EA0-AD41-35BF-960A9C9516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1219200"/>
            <a:ext cx="4480444" cy="1708149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4DDF49CF-8A1F-A9D4-C3AF-E0797C08C81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07481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45A626-2F00-A9C1-E610-D9C7281B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928077-F8EB-70A4-2DEA-C7D209B88F8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715E96-C370-A09A-83D5-5FA7A035DE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0A8655-4E0D-ACE8-DBC1-A8A7BD1815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36CE87-74D2-4FDE-0983-A4E62FE50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8DE42C-0987-D870-24DF-3C6860BA6C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2257789"/>
            <a:ext cx="4480444" cy="669560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2CDC54F7-60E2-26D0-632C-BFBFA27E7437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429374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360417-5466-173A-6E63-B8F990D7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64656-2AC8-4025-1EE2-D26A3B8DF21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600C687-0DE1-A4B7-8D52-DB766631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519FA5-B533-A368-625A-07022928ED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D8A1E4-7D62-E273-C4DA-7ED85F23F5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47;p31">
            <a:extLst>
              <a:ext uri="{FF2B5EF4-FFF2-40B4-BE49-F238E27FC236}">
                <a16:creationId xmlns:a16="http://schemas.microsoft.com/office/drawing/2014/main" id="{2288CB20-4625-4548-11DF-92EBEA3073B7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602604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E9F8D5-3EE0-8FF3-ED8A-15A7BAA0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59FDF1-A309-A59F-C2B6-A7042C1D010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48AE925-A16F-71B0-D495-2F0F0A3D1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F1957D-3AC0-7361-2E67-4710D5C9F97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Lists let you store, organize, and work with many values at once.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188E4-A4B3-1180-A2C9-47776A50EC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E416DB-2DB2-6C83-5B19-6BD1376FFE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8997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8AEBE2-5602-7B30-F9A1-B6044C31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D43BA4-784D-9C40-04E4-5D6EE703133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F9F136-6416-BD13-7600-D9B706D69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9F37B57-A345-97E9-0FC6-1EC9EA375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58A8522-3E4A-32C9-0CDB-8CF87DC3FA56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first few weeks, we shall try to account for the differences in ability where possible</a:t>
            </a: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B4BF10FD-508C-4212-FA29-56A944EA3C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B72A6F42-CEFE-E5B5-A996-5AE22D343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42955BDB-38F1-40F6-DA16-2E1832918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037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E627DD-D8E5-8E93-4C5B-957C10B88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FFAC8-23F9-692A-04ED-6F7E18C0D2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714C1B-2646-620B-FCB2-334E9BB3A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2D610-CFD8-1BAA-25DD-6C0A206128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0018B4-88D5-B8E3-57DB-E0931CF44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0AEB9-2D57-B77D-FD6B-2B05E07AC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64189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400D2-B6C2-A5D9-E15D-36543206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9B9201-F4EE-441A-982E-641B5E683D3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05E66D-2400-3590-DB26-848FBA1A8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9CD86-1671-310D-69AD-2CE7F1650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04B49E-9829-20AA-59C6-78815B949EE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6A53BB-A829-0816-8A62-003309538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3293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1B65DE-4AED-55AD-1FDB-8B83D6618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CCA0-C756-81BC-C349-B24609A0FB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460F25-048A-884B-8184-1C34CDCF0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B7057-642C-C31D-800F-9CF3A4814B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277741-A692-CE30-31FD-AA3587C1F9B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D58C48-1A2D-CBC0-C4ED-C0287916BE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F881FE8-C1DC-25F8-B3C6-1AA31988D39F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new to the Python language or do not code regularly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5D48894D-D331-9443-E10B-D66F4EBAD715}"/>
              </a:ext>
            </a:extLst>
          </p:cNvPr>
          <p:cNvSpPr/>
          <p:nvPr/>
        </p:nvSpPr>
        <p:spPr>
          <a:xfrm>
            <a:off x="1519645" y="4350722"/>
            <a:ext cx="3661955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137;p17">
            <a:extLst>
              <a:ext uri="{FF2B5EF4-FFF2-40B4-BE49-F238E27FC236}">
                <a16:creationId xmlns:a16="http://schemas.microsoft.com/office/drawing/2014/main" id="{7DA0F9AD-73D4-98BB-CEE3-F1F7912E5536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81907353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B71BB-F1E2-85AF-7145-81B6A06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628A55-718F-CBED-19B5-EAD4B75EE6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ADFCCA-02E1-0FB3-A0EF-DCE34ED4A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DBBA75-B846-B435-552F-5B1A19ECEE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A175F9-FF75-0DC0-733D-07550F9789B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52C217-2357-9EA0-C40D-68B4F6033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702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29BEE3-79D7-D5FE-A49C-3E141083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F3200F-3194-2C7B-0F08-C2F8579E87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513B14-5053-BE6E-2328-23EE256D8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7BD8FC-A3DD-FD9D-E797-A51821133C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B0646E-C23E-58E4-A9FA-6C389A1A4EC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95118622-14AE-C1B5-56DD-A2B40BBFF5CF}"/>
              </a:ext>
            </a:extLst>
          </p:cNvPr>
          <p:cNvSpPr/>
          <p:nvPr/>
        </p:nvSpPr>
        <p:spPr>
          <a:xfrm>
            <a:off x="1519644" y="4761966"/>
            <a:ext cx="3476899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0E87E7B9-53D9-05C8-3090-625ED19540BD}"/>
              </a:ext>
            </a:extLst>
          </p:cNvPr>
          <p:cNvCxnSpPr>
            <a:cxnSpLocks/>
          </p:cNvCxnSpPr>
          <p:nvPr/>
        </p:nvCxnSpPr>
        <p:spPr>
          <a:xfrm flipH="1" flipV="1">
            <a:off x="5206651" y="4884309"/>
            <a:ext cx="889349" cy="36658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674E84C-8BD5-0156-DFAF-2788CAD97F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06FCE55F-6D91-086F-D2A4-B2489753CC51}"/>
              </a:ext>
            </a:extLst>
          </p:cNvPr>
          <p:cNvSpPr txBox="1"/>
          <p:nvPr/>
        </p:nvSpPr>
        <p:spPr>
          <a:xfrm>
            <a:off x="6141720" y="5173211"/>
            <a:ext cx="461336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some experience with Python and are reasonably confident in your programming abilities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143583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03E750-5130-5E9A-2D3C-E30E83E7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E53F43-BB5E-8D5E-BAED-80C9936B5C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054D24-D09D-3C48-E4FC-F8A8CC8C2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96594C-E144-3304-BCB6-6E994396B1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28188-BEC2-63F5-4C4F-F024646F7FA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653EF9-BE87-F81B-4B5A-3EBEECC081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63229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EE60EE4-3FCD-A5F3-A0E3-AC73C015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17AC50-A100-886B-5E7E-D80720609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97754-DB84-1944-AF66-2AF724415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794E6-729A-B41A-825F-D5D0257A1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7FE41C-2251-CB76-BD44-64948AB02E7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A5E33FA4-D046-FEC3-8F84-C6183A289603}"/>
              </a:ext>
            </a:extLst>
          </p:cNvPr>
          <p:cNvSpPr/>
          <p:nvPr/>
        </p:nvSpPr>
        <p:spPr>
          <a:xfrm>
            <a:off x="1547409" y="5250889"/>
            <a:ext cx="4243791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067D367-A6C4-7669-80CA-445E9AB9D192}"/>
              </a:ext>
            </a:extLst>
          </p:cNvPr>
          <p:cNvSpPr txBox="1"/>
          <p:nvPr/>
        </p:nvSpPr>
        <p:spPr>
          <a:xfrm>
            <a:off x="6400802" y="5525602"/>
            <a:ext cx="517397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very strong Python programmer with a lot of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37;p17">
            <a:extLst>
              <a:ext uri="{FF2B5EF4-FFF2-40B4-BE49-F238E27FC236}">
                <a16:creationId xmlns:a16="http://schemas.microsoft.com/office/drawing/2014/main" id="{B912511C-C381-BC1D-DC69-9A7EB31B8427}"/>
              </a:ext>
            </a:extLst>
          </p:cNvPr>
          <p:cNvCxnSpPr>
            <a:cxnSpLocks/>
          </p:cNvCxnSpPr>
          <p:nvPr/>
        </p:nvCxnSpPr>
        <p:spPr>
          <a:xfrm flipH="1" flipV="1">
            <a:off x="5907135" y="5397836"/>
            <a:ext cx="719544" cy="395262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F9F866-1054-076A-D81A-9EB12A3624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38491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EABACA-C0BD-7F4A-8994-D8654A68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182264-F66C-3CA2-45AB-E0F07396D2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78B2E-9AFD-A079-0997-CC6AA876A5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3A194-8263-FF00-6B9A-13209270E0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37FD78-E1E4-5F68-1148-7A86C374A8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27796F-4D70-F1A7-C24B-F304D09DAD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835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77D4A-4BED-A151-7425-5F12E8BF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DCEF5D-370F-23DD-ECB8-40F27547BA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80AEFE-E2CE-728E-B386-A3F11F54F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A544B-22A2-3F1E-4368-B0F32C03BB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262D5-D863-CE69-4FE7-48F1B63826A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C0B7C1F0-52D4-9A92-8177-343EA2EF901E}"/>
              </a:ext>
            </a:extLst>
          </p:cNvPr>
          <p:cNvSpPr/>
          <p:nvPr/>
        </p:nvSpPr>
        <p:spPr>
          <a:xfrm>
            <a:off x="1519644" y="4761966"/>
            <a:ext cx="4271556" cy="844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6720AF7-0BEB-C367-67C0-4B8C296F4F6E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8FFFBA-3FF0-CDE8-2449-AD6EE2E397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66827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C6EE85F-FF0A-76B3-5C84-53149C271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CAF053-9A3A-6AE6-1624-F46041D833F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C69AF6-F0C6-FBC8-7C3C-52F5D238EC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C58872C-D828-6562-7269-C9BFD0BF5C0F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strike="sngStrike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git@github.com:jsmartinstats</a:t>
            </a:r>
            <a:r>
              <a:rPr lang="en-GB" sz="1600" strike="sngStrik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/SCIF10002-2026.git</a:t>
            </a:r>
            <a:endParaRPr lang="en-GB" sz="1600" strike="sngStrike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buClr>
                <a:srgbClr val="1CADE4"/>
              </a:buClr>
              <a:buSzPts val="1600"/>
            </a:pP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	https://github.com/jsmartinstats/SCIF10002-2026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918F44-7A57-9BFD-D43B-92D4475B4B7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05D117-89C8-1A30-3FD9-2119162C1B9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150C4C-F573-CE09-2BB1-7E381BE713F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D21516FD-7587-F0D7-97F4-6B6A3C4A33C2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61BD381-DA6F-4212-B29E-9EE1EEA084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204782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11083</TotalTime>
  <Words>5546</Words>
  <Application>Microsoft Office PowerPoint</Application>
  <PresentationFormat>Widescreen</PresentationFormat>
  <Paragraphs>1084</Paragraphs>
  <Slides>105</Slides>
  <Notes>105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09" baseType="lpstr">
      <vt:lpstr>Aptos Mono</vt:lpstr>
      <vt:lpstr>Arial</vt:lpstr>
      <vt:lpstr>Calibri</vt:lpstr>
      <vt:lpstr>Retrospect</vt:lpstr>
      <vt:lpstr>Lecture 1:   Introduction &amp; Data Types </vt:lpstr>
      <vt:lpstr>Today’s Lecture</vt:lpstr>
      <vt:lpstr>Course Structure</vt:lpstr>
      <vt:lpstr>Course Structure</vt:lpstr>
      <vt:lpstr>Course Structure</vt:lpstr>
      <vt:lpstr>Course Structure</vt:lpstr>
      <vt:lpstr>Course Structure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Assignments</vt:lpstr>
      <vt:lpstr>Assignments</vt:lpstr>
      <vt:lpstr>Assignments</vt:lpstr>
      <vt:lpstr>Assignments</vt:lpstr>
      <vt:lpstr>Assignments</vt:lpstr>
      <vt:lpstr>Assignments</vt:lpstr>
      <vt:lpstr>Online Material</vt:lpstr>
      <vt:lpstr>Online Material</vt:lpstr>
      <vt:lpstr>Online Material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Introduction to Coding</vt:lpstr>
      <vt:lpstr>Introduction to Coding</vt:lpstr>
      <vt:lpstr>Introduction to Coding</vt:lpstr>
      <vt:lpstr>Introduction to Coding</vt:lpstr>
      <vt:lpstr>Learning to Code</vt:lpstr>
      <vt:lpstr>Learning to Code</vt:lpstr>
      <vt:lpstr>Learning to Code</vt:lpstr>
      <vt:lpstr>Learning to Code</vt:lpstr>
      <vt:lpstr>Learning to Code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Data Types</vt:lpstr>
      <vt:lpstr>Data Types</vt:lpstr>
      <vt:lpstr>Numeric Data Types</vt:lpstr>
      <vt:lpstr>Numeric Data Types</vt:lpstr>
      <vt:lpstr>Numeric Data Types</vt:lpstr>
      <vt:lpstr>Numeric Data Types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Accessing Noteable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James Martin</cp:lastModifiedBy>
  <cp:revision>18</cp:revision>
  <dcterms:modified xsi:type="dcterms:W3CDTF">2026-09-24T16:28:22Z</dcterms:modified>
</cp:coreProperties>
</file>