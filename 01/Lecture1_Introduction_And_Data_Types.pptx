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7"/>
  </p:notesMasterIdLst>
  <p:sldIdLst>
    <p:sldId id="256" r:id="rId2"/>
    <p:sldId id="688" r:id="rId3"/>
    <p:sldId id="701" r:id="rId4"/>
    <p:sldId id="955" r:id="rId5"/>
    <p:sldId id="704" r:id="rId6"/>
    <p:sldId id="705" r:id="rId7"/>
    <p:sldId id="707" r:id="rId8"/>
    <p:sldId id="713" r:id="rId9"/>
    <p:sldId id="717" r:id="rId10"/>
    <p:sldId id="725" r:id="rId11"/>
    <p:sldId id="724" r:id="rId12"/>
    <p:sldId id="956" r:id="rId13"/>
    <p:sldId id="957" r:id="rId14"/>
    <p:sldId id="729" r:id="rId15"/>
    <p:sldId id="484" r:id="rId16"/>
    <p:sldId id="736" r:id="rId17"/>
    <p:sldId id="958" r:id="rId18"/>
    <p:sldId id="744" r:id="rId19"/>
    <p:sldId id="739" r:id="rId20"/>
    <p:sldId id="733" r:id="rId21"/>
    <p:sldId id="745" r:id="rId22"/>
    <p:sldId id="749" r:id="rId23"/>
    <p:sldId id="747" r:id="rId24"/>
    <p:sldId id="750" r:id="rId25"/>
    <p:sldId id="959" r:id="rId26"/>
    <p:sldId id="759" r:id="rId27"/>
    <p:sldId id="762" r:id="rId28"/>
    <p:sldId id="752" r:id="rId29"/>
    <p:sldId id="764" r:id="rId30"/>
    <p:sldId id="769" r:id="rId31"/>
    <p:sldId id="776" r:id="rId32"/>
    <p:sldId id="777" r:id="rId33"/>
    <p:sldId id="772" r:id="rId34"/>
    <p:sldId id="780" r:id="rId35"/>
    <p:sldId id="781" r:id="rId36"/>
    <p:sldId id="787" r:id="rId37"/>
    <p:sldId id="782" r:id="rId38"/>
    <p:sldId id="788" r:id="rId39"/>
    <p:sldId id="783" r:id="rId40"/>
    <p:sldId id="793" r:id="rId41"/>
    <p:sldId id="790" r:id="rId42"/>
    <p:sldId id="792" r:id="rId43"/>
    <p:sldId id="960" r:id="rId44"/>
    <p:sldId id="961" r:id="rId45"/>
    <p:sldId id="962" r:id="rId46"/>
    <p:sldId id="805" r:id="rId47"/>
    <p:sldId id="806" r:id="rId48"/>
    <p:sldId id="672" r:id="rId49"/>
    <p:sldId id="809" r:id="rId50"/>
    <p:sldId id="812" r:id="rId51"/>
    <p:sldId id="816" r:id="rId52"/>
    <p:sldId id="814" r:id="rId53"/>
    <p:sldId id="673" r:id="rId54"/>
    <p:sldId id="963" r:id="rId55"/>
    <p:sldId id="820" r:id="rId56"/>
    <p:sldId id="824" r:id="rId57"/>
    <p:sldId id="825" r:id="rId58"/>
    <p:sldId id="821" r:id="rId59"/>
    <p:sldId id="822" r:id="rId60"/>
    <p:sldId id="827" r:id="rId61"/>
    <p:sldId id="964" r:id="rId62"/>
    <p:sldId id="965" r:id="rId63"/>
    <p:sldId id="966" r:id="rId64"/>
    <p:sldId id="967" r:id="rId65"/>
    <p:sldId id="968" r:id="rId66"/>
    <p:sldId id="969" r:id="rId67"/>
    <p:sldId id="856" r:id="rId68"/>
    <p:sldId id="862" r:id="rId69"/>
    <p:sldId id="864" r:id="rId70"/>
    <p:sldId id="868" r:id="rId71"/>
    <p:sldId id="870" r:id="rId72"/>
    <p:sldId id="871" r:id="rId73"/>
    <p:sldId id="872" r:id="rId74"/>
    <p:sldId id="880" r:id="rId75"/>
    <p:sldId id="853" r:id="rId76"/>
    <p:sldId id="888" r:id="rId77"/>
    <p:sldId id="892" r:id="rId78"/>
    <p:sldId id="894" r:id="rId79"/>
    <p:sldId id="896" r:id="rId80"/>
    <p:sldId id="898" r:id="rId81"/>
    <p:sldId id="897" r:id="rId82"/>
    <p:sldId id="903" r:id="rId83"/>
    <p:sldId id="906" r:id="rId84"/>
    <p:sldId id="905" r:id="rId85"/>
    <p:sldId id="887" r:id="rId86"/>
    <p:sldId id="970" r:id="rId87"/>
    <p:sldId id="921" r:id="rId88"/>
    <p:sldId id="924" r:id="rId89"/>
    <p:sldId id="918" r:id="rId90"/>
    <p:sldId id="926" r:id="rId91"/>
    <p:sldId id="927" r:id="rId92"/>
    <p:sldId id="925" r:id="rId93"/>
    <p:sldId id="919" r:id="rId94"/>
    <p:sldId id="681" r:id="rId95"/>
    <p:sldId id="937" r:id="rId96"/>
    <p:sldId id="947" r:id="rId97"/>
    <p:sldId id="949" r:id="rId98"/>
    <p:sldId id="950" r:id="rId99"/>
    <p:sldId id="944" r:id="rId100"/>
    <p:sldId id="951" r:id="rId101"/>
    <p:sldId id="939" r:id="rId102"/>
    <p:sldId id="952" r:id="rId103"/>
    <p:sldId id="953" r:id="rId104"/>
    <p:sldId id="971" r:id="rId105"/>
    <p:sldId id="427" r:id="rId106"/>
  </p:sldIdLst>
  <p:sldSz cx="12192000" cy="6858000"/>
  <p:notesSz cx="6858000" cy="9144000"/>
  <p:embeddedFontLst>
    <p:embeddedFont>
      <p:font typeface="Aptos Mono" panose="020B0009020202020204" pitchFamily="49" charset="0"/>
      <p:regular r:id="rId108"/>
      <p:bold r:id="rId109"/>
      <p:italic r:id="rId110"/>
      <p:boldItalic r:id="rId1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85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68FC4E-5996-4349-9AB0-B092BC22468C}" v="64" dt="2026-09-24T15:40:34.4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53" autoAdjust="0"/>
    <p:restoredTop sz="88180" autoAdjust="0"/>
  </p:normalViewPr>
  <p:slideViewPr>
    <p:cSldViewPr snapToGrid="0">
      <p:cViewPr varScale="1">
        <p:scale>
          <a:sx n="134" d="100"/>
          <a:sy n="134" d="100"/>
        </p:scale>
        <p:origin x="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microsoft.com/office/2015/10/relationships/revisionInfo" Target="revisionInfo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presProps" Target="presProps.xml"/><Relationship Id="rId16" Type="http://schemas.openxmlformats.org/officeDocument/2006/relationships/slide" Target="slides/slide15.xml"/><Relationship Id="rId107" Type="http://schemas.openxmlformats.org/officeDocument/2006/relationships/notesMaster" Target="notesMasters/notesMaster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font" Target="fonts/font1.fntdata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font" Target="fonts/font2.fntdata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font" Target="fonts/font3.fntdata"/><Relationship Id="rId115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font" Target="fonts/font4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es Martin" userId="5c604502-4ee2-4081-9f0b-59e4decb0522" providerId="ADAL" clId="{CD9F9381-1667-4751-A642-EBC8FFBDE105}"/>
    <pc:docChg chg="undo redo custSel addSld delSld modSld sldOrd">
      <pc:chgData name="James Martin" userId="5c604502-4ee2-4081-9f0b-59e4decb0522" providerId="ADAL" clId="{CD9F9381-1667-4751-A642-EBC8FFBDE105}" dt="2026-09-21T12:14:35.124" v="335"/>
      <pc:docMkLst>
        <pc:docMk/>
      </pc:docMkLst>
      <pc:sldChg chg="modTransition">
        <pc:chgData name="James Martin" userId="5c604502-4ee2-4081-9f0b-59e4decb0522" providerId="ADAL" clId="{CD9F9381-1667-4751-A642-EBC8FFBDE105}" dt="2026-09-21T10:52:57.131" v="28"/>
        <pc:sldMkLst>
          <pc:docMk/>
          <pc:sldMk cId="2540596352" sldId="673"/>
        </pc:sldMkLst>
      </pc:sldChg>
      <pc:sldChg chg="addSp mod">
        <pc:chgData name="James Martin" userId="5c604502-4ee2-4081-9f0b-59e4decb0522" providerId="ADAL" clId="{CD9F9381-1667-4751-A642-EBC8FFBDE105}" dt="2026-09-21T11:27:24.323" v="203" actId="22"/>
        <pc:sldMkLst>
          <pc:docMk/>
          <pc:sldMk cId="1682503710" sldId="681"/>
        </pc:sldMkLst>
        <pc:spChg chg="add">
          <ac:chgData name="James Martin" userId="5c604502-4ee2-4081-9f0b-59e4decb0522" providerId="ADAL" clId="{CD9F9381-1667-4751-A642-EBC8FFBDE105}" dt="2026-09-21T11:26:44.063" v="201" actId="22"/>
          <ac:spMkLst>
            <pc:docMk/>
            <pc:sldMk cId="1682503710" sldId="681"/>
            <ac:spMk id="4" creationId="{A58A8522-3E4A-32C9-0CDB-8CF87DC3FA56}"/>
          </ac:spMkLst>
        </pc:spChg>
        <pc:picChg chg="add">
          <ac:chgData name="James Martin" userId="5c604502-4ee2-4081-9f0b-59e4decb0522" providerId="ADAL" clId="{CD9F9381-1667-4751-A642-EBC8FFBDE105}" dt="2026-09-21T11:27:24.323" v="203" actId="22"/>
          <ac:picMkLst>
            <pc:docMk/>
            <pc:sldMk cId="1682503710" sldId="681"/>
            <ac:picMk id="6" creationId="{B4BF10FD-508C-4212-FA29-56A944EA3C7E}"/>
          </ac:picMkLst>
        </pc:picChg>
        <pc:picChg chg="add">
          <ac:chgData name="James Martin" userId="5c604502-4ee2-4081-9f0b-59e4decb0522" providerId="ADAL" clId="{CD9F9381-1667-4751-A642-EBC8FFBDE105}" dt="2026-09-21T11:27:24.323" v="203" actId="22"/>
          <ac:picMkLst>
            <pc:docMk/>
            <pc:sldMk cId="1682503710" sldId="681"/>
            <ac:picMk id="8" creationId="{B72A6F42-CEFE-E5B5-A996-5AE22D343FD5}"/>
          </ac:picMkLst>
        </pc:picChg>
        <pc:picChg chg="add">
          <ac:chgData name="James Martin" userId="5c604502-4ee2-4081-9f0b-59e4decb0522" providerId="ADAL" clId="{CD9F9381-1667-4751-A642-EBC8FFBDE105}" dt="2026-09-21T11:27:24.323" v="203" actId="22"/>
          <ac:picMkLst>
            <pc:docMk/>
            <pc:sldMk cId="1682503710" sldId="681"/>
            <ac:picMk id="11" creationId="{42955BDB-38F1-40F6-DA16-2E1832918042}"/>
          </ac:picMkLst>
        </pc:picChg>
      </pc:sldChg>
      <pc:sldChg chg="addSp delSp modSp mod">
        <pc:chgData name="James Martin" userId="5c604502-4ee2-4081-9f0b-59e4decb0522" providerId="ADAL" clId="{CD9F9381-1667-4751-A642-EBC8FFBDE105}" dt="2026-09-21T12:14:35.124" v="335"/>
        <pc:sldMkLst>
          <pc:docMk/>
          <pc:sldMk cId="1058866307" sldId="704"/>
        </pc:sldMkLst>
        <pc:spChg chg="mod">
          <ac:chgData name="James Martin" userId="5c604502-4ee2-4081-9f0b-59e4decb0522" providerId="ADAL" clId="{CD9F9381-1667-4751-A642-EBC8FFBDE105}" dt="2026-09-21T12:14:35.124" v="335"/>
          <ac:spMkLst>
            <pc:docMk/>
            <pc:sldMk cId="1058866307" sldId="704"/>
            <ac:spMk id="9" creationId="{D4CD8A76-665C-8FF6-1D68-EA4E95245343}"/>
          </ac:spMkLst>
        </pc:spChg>
        <pc:grpChg chg="add mod">
          <ac:chgData name="James Martin" userId="5c604502-4ee2-4081-9f0b-59e4decb0522" providerId="ADAL" clId="{CD9F9381-1667-4751-A642-EBC8FFBDE105}" dt="2026-09-21T11:57:05.524" v="289"/>
          <ac:grpSpMkLst>
            <pc:docMk/>
            <pc:sldMk cId="1058866307" sldId="704"/>
            <ac:grpSpMk id="7" creationId="{2F7A04A5-EAD9-BB90-2802-9F57B0D3BCE8}"/>
          </ac:grpSpMkLst>
        </pc:grpChg>
        <pc:picChg chg="mod">
          <ac:chgData name="James Martin" userId="5c604502-4ee2-4081-9f0b-59e4decb0522" providerId="ADAL" clId="{CD9F9381-1667-4751-A642-EBC8FFBDE105}" dt="2026-09-21T11:57:05.524" v="289"/>
          <ac:picMkLst>
            <pc:docMk/>
            <pc:sldMk cId="1058866307" sldId="704"/>
            <ac:picMk id="8" creationId="{A012C884-7586-FB53-7C6A-240076E4C62F}"/>
          </ac:picMkLst>
        </pc:picChg>
      </pc:sldChg>
      <pc:sldChg chg="addSp modSp mod">
        <pc:chgData name="James Martin" userId="5c604502-4ee2-4081-9f0b-59e4decb0522" providerId="ADAL" clId="{CD9F9381-1667-4751-A642-EBC8FFBDE105}" dt="2026-09-21T12:14:31.342" v="334"/>
        <pc:sldMkLst>
          <pc:docMk/>
          <pc:sldMk cId="3114102204" sldId="705"/>
        </pc:sldMkLst>
        <pc:spChg chg="mod">
          <ac:chgData name="James Martin" userId="5c604502-4ee2-4081-9f0b-59e4decb0522" providerId="ADAL" clId="{CD9F9381-1667-4751-A642-EBC8FFBDE105}" dt="2026-09-21T12:14:31.342" v="334"/>
          <ac:spMkLst>
            <pc:docMk/>
            <pc:sldMk cId="3114102204" sldId="705"/>
            <ac:spMk id="3" creationId="{313D6C6A-3C93-D8A7-35CC-0DC4163BFA07}"/>
          </ac:spMkLst>
        </pc:spChg>
        <pc:grpChg chg="add mod">
          <ac:chgData name="James Martin" userId="5c604502-4ee2-4081-9f0b-59e4decb0522" providerId="ADAL" clId="{CD9F9381-1667-4751-A642-EBC8FFBDE105}" dt="2026-09-21T11:56:25.177" v="283" actId="164"/>
          <ac:grpSpMkLst>
            <pc:docMk/>
            <pc:sldMk cId="3114102204" sldId="705"/>
            <ac:grpSpMk id="5" creationId="{55A03529-FCEE-9D53-CCCB-4373EE6F8E2E}"/>
          </ac:grpSpMkLst>
        </pc:grpChg>
        <pc:picChg chg="mod">
          <ac:chgData name="James Martin" userId="5c604502-4ee2-4081-9f0b-59e4decb0522" providerId="ADAL" clId="{CD9F9381-1667-4751-A642-EBC8FFBDE105}" dt="2026-09-21T11:56:25.177" v="283" actId="164"/>
          <ac:picMkLst>
            <pc:docMk/>
            <pc:sldMk cId="3114102204" sldId="705"/>
            <ac:picMk id="125" creationId="{A214F940-1804-6423-6539-36959C638E51}"/>
          </ac:picMkLst>
        </pc:picChg>
        <pc:picChg chg="mod">
          <ac:chgData name="James Martin" userId="5c604502-4ee2-4081-9f0b-59e4decb0522" providerId="ADAL" clId="{CD9F9381-1667-4751-A642-EBC8FFBDE105}" dt="2026-09-21T11:56:29.766" v="284" actId="164"/>
          <ac:picMkLst>
            <pc:docMk/>
            <pc:sldMk cId="3114102204" sldId="705"/>
            <ac:picMk id="1026" creationId="{D501F409-0002-0A19-E448-93E6950FA908}"/>
          </ac:picMkLst>
        </pc:picChg>
      </pc:sldChg>
      <pc:sldChg chg="addSp delSp modSp mod">
        <pc:chgData name="James Martin" userId="5c604502-4ee2-4081-9f0b-59e4decb0522" providerId="ADAL" clId="{CD9F9381-1667-4751-A642-EBC8FFBDE105}" dt="2026-09-21T12:14:26.175" v="333" actId="20577"/>
        <pc:sldMkLst>
          <pc:docMk/>
          <pc:sldMk cId="1249835871" sldId="707"/>
        </pc:sldMkLst>
        <pc:spChg chg="mod">
          <ac:chgData name="James Martin" userId="5c604502-4ee2-4081-9f0b-59e4decb0522" providerId="ADAL" clId="{CD9F9381-1667-4751-A642-EBC8FFBDE105}" dt="2026-09-21T12:14:26.175" v="333" actId="20577"/>
          <ac:spMkLst>
            <pc:docMk/>
            <pc:sldMk cId="1249835871" sldId="707"/>
            <ac:spMk id="10" creationId="{A6810EFE-5B6B-3D9F-D0DD-7FD8655A727C}"/>
          </ac:spMkLst>
        </pc:spChg>
        <pc:grpChg chg="add mod">
          <ac:chgData name="James Martin" userId="5c604502-4ee2-4081-9f0b-59e4decb0522" providerId="ADAL" clId="{CD9F9381-1667-4751-A642-EBC8FFBDE105}" dt="2026-09-21T11:56:53.848" v="286"/>
          <ac:grpSpMkLst>
            <pc:docMk/>
            <pc:sldMk cId="1249835871" sldId="707"/>
            <ac:grpSpMk id="8" creationId="{95F01665-4BFC-A08F-A324-7C1D7204D6F0}"/>
          </ac:grpSpMkLst>
        </pc:grpChg>
        <pc:picChg chg="mod">
          <ac:chgData name="James Martin" userId="5c604502-4ee2-4081-9f0b-59e4decb0522" providerId="ADAL" clId="{CD9F9381-1667-4751-A642-EBC8FFBDE105}" dt="2026-09-21T11:56:53.848" v="286"/>
          <ac:picMkLst>
            <pc:docMk/>
            <pc:sldMk cId="1249835871" sldId="707"/>
            <ac:picMk id="7" creationId="{FA4C30B5-C2C5-35DA-0BEC-F19C3667E08B}"/>
          </ac:picMkLst>
        </pc:picChg>
        <pc:picChg chg="mod">
          <ac:chgData name="James Martin" userId="5c604502-4ee2-4081-9f0b-59e4decb0522" providerId="ADAL" clId="{CD9F9381-1667-4751-A642-EBC8FFBDE105}" dt="2026-09-21T11:56:53.848" v="286"/>
          <ac:picMkLst>
            <pc:docMk/>
            <pc:sldMk cId="1249835871" sldId="707"/>
            <ac:picMk id="9" creationId="{F4BF6113-C90E-8CD8-BCA4-6320D4257373}"/>
          </ac:picMkLst>
        </pc:picChg>
      </pc:sldChg>
      <pc:sldChg chg="modSp mod">
        <pc:chgData name="James Martin" userId="5c604502-4ee2-4081-9f0b-59e4decb0522" providerId="ADAL" clId="{CD9F9381-1667-4751-A642-EBC8FFBDE105}" dt="2026-09-21T12:02:50.225" v="328" actId="6549"/>
        <pc:sldMkLst>
          <pc:docMk/>
          <pc:sldMk cId="1845548128" sldId="713"/>
        </pc:sldMkLst>
        <pc:spChg chg="mod">
          <ac:chgData name="James Martin" userId="5c604502-4ee2-4081-9f0b-59e4decb0522" providerId="ADAL" clId="{CD9F9381-1667-4751-A642-EBC8FFBDE105}" dt="2026-09-21T12:02:50.225" v="328" actId="6549"/>
          <ac:spMkLst>
            <pc:docMk/>
            <pc:sldMk cId="1845548128" sldId="713"/>
            <ac:spMk id="131" creationId="{E6FD2860-75C1-CE14-6255-18F928C7C6AD}"/>
          </ac:spMkLst>
        </pc:spChg>
      </pc:sldChg>
      <pc:sldChg chg="modSp">
        <pc:chgData name="James Martin" userId="5c604502-4ee2-4081-9f0b-59e4decb0522" providerId="ADAL" clId="{CD9F9381-1667-4751-A642-EBC8FFBDE105}" dt="2026-09-21T12:00:17.799" v="322"/>
        <pc:sldMkLst>
          <pc:docMk/>
          <pc:sldMk cId="3847037556" sldId="764"/>
        </pc:sldMkLst>
        <pc:spChg chg="mod">
          <ac:chgData name="James Martin" userId="5c604502-4ee2-4081-9f0b-59e4decb0522" providerId="ADAL" clId="{CD9F9381-1667-4751-A642-EBC8FFBDE105}" dt="2026-09-21T12:00:17.799" v="322"/>
          <ac:spMkLst>
            <pc:docMk/>
            <pc:sldMk cId="3847037556" sldId="764"/>
            <ac:spMk id="150" creationId="{1A052393-82D6-EE81-9872-14CB8FBAFDA2}"/>
          </ac:spMkLst>
        </pc:spChg>
      </pc:sldChg>
      <pc:sldChg chg="modSp">
        <pc:chgData name="James Martin" userId="5c604502-4ee2-4081-9f0b-59e4decb0522" providerId="ADAL" clId="{CD9F9381-1667-4751-A642-EBC8FFBDE105}" dt="2026-09-21T12:00:25.090" v="323"/>
        <pc:sldMkLst>
          <pc:docMk/>
          <pc:sldMk cId="1214991566" sldId="769"/>
        </pc:sldMkLst>
        <pc:spChg chg="mod">
          <ac:chgData name="James Martin" userId="5c604502-4ee2-4081-9f0b-59e4decb0522" providerId="ADAL" clId="{CD9F9381-1667-4751-A642-EBC8FFBDE105}" dt="2026-09-21T12:00:25.090" v="323"/>
          <ac:spMkLst>
            <pc:docMk/>
            <pc:sldMk cId="1214991566" sldId="769"/>
            <ac:spMk id="150" creationId="{5AD3E5A5-4F1D-E90D-DAD4-E116400766B1}"/>
          </ac:spMkLst>
        </pc:spChg>
      </pc:sldChg>
      <pc:sldChg chg="add del">
        <pc:chgData name="James Martin" userId="5c604502-4ee2-4081-9f0b-59e4decb0522" providerId="ADAL" clId="{CD9F9381-1667-4751-A642-EBC8FFBDE105}" dt="2026-09-21T10:50:42.237" v="23" actId="47"/>
        <pc:sldMkLst>
          <pc:docMk/>
          <pc:sldMk cId="1161244314" sldId="805"/>
        </pc:sldMkLst>
      </pc:sldChg>
      <pc:sldChg chg="add del">
        <pc:chgData name="James Martin" userId="5c604502-4ee2-4081-9f0b-59e4decb0522" providerId="ADAL" clId="{CD9F9381-1667-4751-A642-EBC8FFBDE105}" dt="2026-09-21T10:50:30.031" v="21" actId="47"/>
        <pc:sldMkLst>
          <pc:docMk/>
          <pc:sldMk cId="1617237180" sldId="806"/>
        </pc:sldMkLst>
      </pc:sldChg>
      <pc:sldChg chg="addSp delSp mod">
        <pc:chgData name="James Martin" userId="5c604502-4ee2-4081-9f0b-59e4decb0522" providerId="ADAL" clId="{CD9F9381-1667-4751-A642-EBC8FFBDE105}" dt="2026-09-21T10:56:47.460" v="51" actId="22"/>
        <pc:sldMkLst>
          <pc:docMk/>
          <pc:sldMk cId="527397583" sldId="820"/>
        </pc:sldMkLst>
        <pc:picChg chg="add">
          <ac:chgData name="James Martin" userId="5c604502-4ee2-4081-9f0b-59e4decb0522" providerId="ADAL" clId="{CD9F9381-1667-4751-A642-EBC8FFBDE105}" dt="2026-09-21T10:56:47.460" v="51" actId="22"/>
          <ac:picMkLst>
            <pc:docMk/>
            <pc:sldMk cId="527397583" sldId="820"/>
            <ac:picMk id="3" creationId="{5B288D42-4D7B-D4DE-F78B-01992340B79E}"/>
          </ac:picMkLst>
        </pc:picChg>
      </pc:sldChg>
      <pc:sldChg chg="addSp delSp modSp mod">
        <pc:chgData name="James Martin" userId="5c604502-4ee2-4081-9f0b-59e4decb0522" providerId="ADAL" clId="{CD9F9381-1667-4751-A642-EBC8FFBDE105}" dt="2026-09-21T10:59:48.983" v="69" actId="164"/>
        <pc:sldMkLst>
          <pc:docMk/>
          <pc:sldMk cId="1706922585" sldId="821"/>
        </pc:sldMkLst>
        <pc:spChg chg="mod">
          <ac:chgData name="James Martin" userId="5c604502-4ee2-4081-9f0b-59e4decb0522" providerId="ADAL" clId="{CD9F9381-1667-4751-A642-EBC8FFBDE105}" dt="2026-09-21T10:59:48.983" v="69" actId="164"/>
          <ac:spMkLst>
            <pc:docMk/>
            <pc:sldMk cId="1706922585" sldId="821"/>
            <ac:spMk id="2" creationId="{58F471E9-B9C7-BD18-2DCA-52F40B9A9D85}"/>
          </ac:spMkLst>
        </pc:spChg>
        <pc:spChg chg="mod">
          <ac:chgData name="James Martin" userId="5c604502-4ee2-4081-9f0b-59e4decb0522" providerId="ADAL" clId="{CD9F9381-1667-4751-A642-EBC8FFBDE105}" dt="2026-09-21T10:59:48.983" v="69" actId="164"/>
          <ac:spMkLst>
            <pc:docMk/>
            <pc:sldMk cId="1706922585" sldId="821"/>
            <ac:spMk id="3" creationId="{C1E00D5C-EF4A-C25C-DFC9-E7777E1F57E3}"/>
          </ac:spMkLst>
        </pc:spChg>
        <pc:grpChg chg="add mod">
          <ac:chgData name="James Martin" userId="5c604502-4ee2-4081-9f0b-59e4decb0522" providerId="ADAL" clId="{CD9F9381-1667-4751-A642-EBC8FFBDE105}" dt="2026-09-21T10:59:48.983" v="69" actId="164"/>
          <ac:grpSpMkLst>
            <pc:docMk/>
            <pc:sldMk cId="1706922585" sldId="821"/>
            <ac:grpSpMk id="9" creationId="{0CFF3DFB-DCE0-36D9-2B8A-5359EE9235BB}"/>
          </ac:grpSpMkLst>
        </pc:grpChg>
        <pc:picChg chg="add mod ord">
          <ac:chgData name="James Martin" userId="5c604502-4ee2-4081-9f0b-59e4decb0522" providerId="ADAL" clId="{CD9F9381-1667-4751-A642-EBC8FFBDE105}" dt="2026-09-21T10:57:05.416" v="61" actId="167"/>
          <ac:picMkLst>
            <pc:docMk/>
            <pc:sldMk cId="1706922585" sldId="821"/>
            <ac:picMk id="7" creationId="{B14619DF-FF67-F5E5-AEED-0511317DA7AD}"/>
          </ac:picMkLst>
        </pc:picChg>
      </pc:sldChg>
      <pc:sldChg chg="addSp delSp modSp mod">
        <pc:chgData name="James Martin" userId="5c604502-4ee2-4081-9f0b-59e4decb0522" providerId="ADAL" clId="{CD9F9381-1667-4751-A642-EBC8FFBDE105}" dt="2026-09-21T11:00:06.942" v="77"/>
        <pc:sldMkLst>
          <pc:docMk/>
          <pc:sldMk cId="1106906555" sldId="822"/>
        </pc:sldMkLst>
        <pc:spChg chg="mod">
          <ac:chgData name="James Martin" userId="5c604502-4ee2-4081-9f0b-59e4decb0522" providerId="ADAL" clId="{CD9F9381-1667-4751-A642-EBC8FFBDE105}" dt="2026-09-21T11:00:06.942" v="77"/>
          <ac:spMkLst>
            <pc:docMk/>
            <pc:sldMk cId="1106906555" sldId="822"/>
            <ac:spMk id="11" creationId="{ADD86877-3AD8-E9C9-04AF-087BBC1A2F23}"/>
          </ac:spMkLst>
        </pc:spChg>
        <pc:spChg chg="mod">
          <ac:chgData name="James Martin" userId="5c604502-4ee2-4081-9f0b-59e4decb0522" providerId="ADAL" clId="{CD9F9381-1667-4751-A642-EBC8FFBDE105}" dt="2026-09-21T11:00:06.942" v="77"/>
          <ac:spMkLst>
            <pc:docMk/>
            <pc:sldMk cId="1106906555" sldId="822"/>
            <ac:spMk id="12" creationId="{4AA1A19F-8F13-DEE1-0DA1-AAC5AA5F2DA9}"/>
          </ac:spMkLst>
        </pc:spChg>
        <pc:grpChg chg="add mod">
          <ac:chgData name="James Martin" userId="5c604502-4ee2-4081-9f0b-59e4decb0522" providerId="ADAL" clId="{CD9F9381-1667-4751-A642-EBC8FFBDE105}" dt="2026-09-21T11:00:06.942" v="77"/>
          <ac:grpSpMkLst>
            <pc:docMk/>
            <pc:sldMk cId="1106906555" sldId="822"/>
            <ac:grpSpMk id="10" creationId="{B9E2B6CF-7D84-FFAB-CD70-56A3AC34904A}"/>
          </ac:grpSpMkLst>
        </pc:grpChg>
        <pc:picChg chg="add">
          <ac:chgData name="James Martin" userId="5c604502-4ee2-4081-9f0b-59e4decb0522" providerId="ADAL" clId="{CD9F9381-1667-4751-A642-EBC8FFBDE105}" dt="2026-09-21T10:57:19.836" v="66" actId="22"/>
          <ac:picMkLst>
            <pc:docMk/>
            <pc:sldMk cId="1106906555" sldId="822"/>
            <ac:picMk id="3" creationId="{18209B98-1522-9DE4-DF8C-DF8AA4FFA2CF}"/>
          </ac:picMkLst>
        </pc:picChg>
      </pc:sldChg>
      <pc:sldChg chg="addSp delSp mod">
        <pc:chgData name="James Martin" userId="5c604502-4ee2-4081-9f0b-59e4decb0522" providerId="ADAL" clId="{CD9F9381-1667-4751-A642-EBC8FFBDE105}" dt="2026-09-21T10:56:51.238" v="53" actId="22"/>
        <pc:sldMkLst>
          <pc:docMk/>
          <pc:sldMk cId="3246070522" sldId="824"/>
        </pc:sldMkLst>
        <pc:picChg chg="add">
          <ac:chgData name="James Martin" userId="5c604502-4ee2-4081-9f0b-59e4decb0522" providerId="ADAL" clId="{CD9F9381-1667-4751-A642-EBC8FFBDE105}" dt="2026-09-21T10:56:51.238" v="53" actId="22"/>
          <ac:picMkLst>
            <pc:docMk/>
            <pc:sldMk cId="3246070522" sldId="824"/>
            <ac:picMk id="3" creationId="{0ED501AF-6086-9FAF-6407-67B559CCD8BF}"/>
          </ac:picMkLst>
        </pc:picChg>
      </pc:sldChg>
      <pc:sldChg chg="addSp delSp mod">
        <pc:chgData name="James Martin" userId="5c604502-4ee2-4081-9f0b-59e4decb0522" providerId="ADAL" clId="{CD9F9381-1667-4751-A642-EBC8FFBDE105}" dt="2026-09-21T10:56:56.323" v="57" actId="22"/>
        <pc:sldMkLst>
          <pc:docMk/>
          <pc:sldMk cId="2319373080" sldId="825"/>
        </pc:sldMkLst>
        <pc:picChg chg="add">
          <ac:chgData name="James Martin" userId="5c604502-4ee2-4081-9f0b-59e4decb0522" providerId="ADAL" clId="{CD9F9381-1667-4751-A642-EBC8FFBDE105}" dt="2026-09-21T10:56:56.323" v="57" actId="22"/>
          <ac:picMkLst>
            <pc:docMk/>
            <pc:sldMk cId="2319373080" sldId="825"/>
            <ac:picMk id="7" creationId="{75D79FB8-CE85-CE3E-5915-F492D75806AD}"/>
          </ac:picMkLst>
        </pc:picChg>
      </pc:sldChg>
      <pc:sldChg chg="addSp delSp modSp mod">
        <pc:chgData name="James Martin" userId="5c604502-4ee2-4081-9f0b-59e4decb0522" providerId="ADAL" clId="{CD9F9381-1667-4751-A642-EBC8FFBDE105}" dt="2026-09-21T11:00:09.372" v="78"/>
        <pc:sldMkLst>
          <pc:docMk/>
          <pc:sldMk cId="1227069732" sldId="827"/>
        </pc:sldMkLst>
        <pc:spChg chg="mod">
          <ac:chgData name="James Martin" userId="5c604502-4ee2-4081-9f0b-59e4decb0522" providerId="ADAL" clId="{CD9F9381-1667-4751-A642-EBC8FFBDE105}" dt="2026-09-21T11:00:09.372" v="78"/>
          <ac:spMkLst>
            <pc:docMk/>
            <pc:sldMk cId="1227069732" sldId="827"/>
            <ac:spMk id="7" creationId="{8B79F6FF-3FF2-8AFB-7503-FE7698B380A6}"/>
          </ac:spMkLst>
        </pc:spChg>
        <pc:spChg chg="mod">
          <ac:chgData name="James Martin" userId="5c604502-4ee2-4081-9f0b-59e4decb0522" providerId="ADAL" clId="{CD9F9381-1667-4751-A642-EBC8FFBDE105}" dt="2026-09-21T11:00:09.372" v="78"/>
          <ac:spMkLst>
            <pc:docMk/>
            <pc:sldMk cId="1227069732" sldId="827"/>
            <ac:spMk id="9" creationId="{23D44F27-C64C-FA4F-9082-0DDD58A8841B}"/>
          </ac:spMkLst>
        </pc:spChg>
        <pc:grpChg chg="add mod">
          <ac:chgData name="James Martin" userId="5c604502-4ee2-4081-9f0b-59e4decb0522" providerId="ADAL" clId="{CD9F9381-1667-4751-A642-EBC8FFBDE105}" dt="2026-09-21T11:00:09.372" v="78"/>
          <ac:grpSpMkLst>
            <pc:docMk/>
            <pc:sldMk cId="1227069732" sldId="827"/>
            <ac:grpSpMk id="6" creationId="{01E4CF24-74EB-870D-330A-1A180BFE0D05}"/>
          </ac:grpSpMkLst>
        </pc:grpChg>
        <pc:picChg chg="add">
          <ac:chgData name="James Martin" userId="5c604502-4ee2-4081-9f0b-59e4decb0522" providerId="ADAL" clId="{CD9F9381-1667-4751-A642-EBC8FFBDE105}" dt="2026-09-21T10:57:22.804" v="68" actId="22"/>
          <ac:picMkLst>
            <pc:docMk/>
            <pc:sldMk cId="1227069732" sldId="827"/>
            <ac:picMk id="3" creationId="{FF84E18D-6C8A-94A4-6394-00A8326E2DDB}"/>
          </ac:picMkLst>
        </pc:picChg>
      </pc:sldChg>
      <pc:sldChg chg="delSp mod">
        <pc:chgData name="James Martin" userId="5c604502-4ee2-4081-9f0b-59e4decb0522" providerId="ADAL" clId="{CD9F9381-1667-4751-A642-EBC8FFBDE105}" dt="2026-09-21T11:15:56.097" v="125" actId="478"/>
        <pc:sldMkLst>
          <pc:docMk/>
          <pc:sldMk cId="3926493083" sldId="887"/>
        </pc:sldMkLst>
      </pc:sldChg>
      <pc:sldChg chg="add del">
        <pc:chgData name="James Martin" userId="5c604502-4ee2-4081-9f0b-59e4decb0522" providerId="ADAL" clId="{CD9F9381-1667-4751-A642-EBC8FFBDE105}" dt="2026-09-21T11:13:56.653" v="116" actId="47"/>
        <pc:sldMkLst>
          <pc:docMk/>
          <pc:sldMk cId="1613657139" sldId="892"/>
        </pc:sldMkLst>
      </pc:sldChg>
      <pc:sldChg chg="add del">
        <pc:chgData name="James Martin" userId="5c604502-4ee2-4081-9f0b-59e4decb0522" providerId="ADAL" clId="{CD9F9381-1667-4751-A642-EBC8FFBDE105}" dt="2026-09-21T11:13:56.653" v="116" actId="47"/>
        <pc:sldMkLst>
          <pc:docMk/>
          <pc:sldMk cId="2428455126" sldId="894"/>
        </pc:sldMkLst>
      </pc:sldChg>
      <pc:sldChg chg="addSp delSp mod">
        <pc:chgData name="James Martin" userId="5c604502-4ee2-4081-9f0b-59e4decb0522" providerId="ADAL" clId="{CD9F9381-1667-4751-A642-EBC8FFBDE105}" dt="2026-09-21T11:25:09.026" v="195" actId="22"/>
        <pc:sldMkLst>
          <pc:docMk/>
          <pc:sldMk cId="1610285326" sldId="918"/>
        </pc:sldMkLst>
        <pc:spChg chg="add">
          <ac:chgData name="James Martin" userId="5c604502-4ee2-4081-9f0b-59e4decb0522" providerId="ADAL" clId="{CD9F9381-1667-4751-A642-EBC8FFBDE105}" dt="2026-09-21T11:25:09.026" v="195" actId="22"/>
          <ac:spMkLst>
            <pc:docMk/>
            <pc:sldMk cId="1610285326" sldId="918"/>
            <ac:spMk id="6" creationId="{81DBEF5B-569C-4550-D2B0-8ADCF1C259A5}"/>
          </ac:spMkLst>
        </pc:spChg>
      </pc:sldChg>
      <pc:sldChg chg="modSp mod">
        <pc:chgData name="James Martin" userId="5c604502-4ee2-4081-9f0b-59e4decb0522" providerId="ADAL" clId="{CD9F9381-1667-4751-A642-EBC8FFBDE105}" dt="2026-09-21T11:23:44.141" v="182" actId="20577"/>
        <pc:sldMkLst>
          <pc:docMk/>
          <pc:sldMk cId="774489978" sldId="919"/>
        </pc:sldMkLst>
        <pc:spChg chg="mod">
          <ac:chgData name="James Martin" userId="5c604502-4ee2-4081-9f0b-59e4decb0522" providerId="ADAL" clId="{CD9F9381-1667-4751-A642-EBC8FFBDE105}" dt="2026-09-21T11:23:44.141" v="182" actId="20577"/>
          <ac:spMkLst>
            <pc:docMk/>
            <pc:sldMk cId="774489978" sldId="919"/>
            <ac:spMk id="247" creationId="{90F1957D-3AC0-7361-2E67-4710D5C9F97D}"/>
          </ac:spMkLst>
        </pc:spChg>
      </pc:sldChg>
      <pc:sldChg chg="addSp delSp modSp mod">
        <pc:chgData name="James Martin" userId="5c604502-4ee2-4081-9f0b-59e4decb0522" providerId="ADAL" clId="{CD9F9381-1667-4751-A642-EBC8FFBDE105}" dt="2026-09-21T11:25:32.480" v="199" actId="5793"/>
        <pc:sldMkLst>
          <pc:docMk/>
          <pc:sldMk cId="264820028" sldId="924"/>
        </pc:sldMkLst>
        <pc:spChg chg="add mod">
          <ac:chgData name="James Martin" userId="5c604502-4ee2-4081-9f0b-59e4decb0522" providerId="ADAL" clId="{CD9F9381-1667-4751-A642-EBC8FFBDE105}" dt="2026-09-21T11:25:32.480" v="199" actId="5793"/>
          <ac:spMkLst>
            <pc:docMk/>
            <pc:sldMk cId="264820028" sldId="924"/>
            <ac:spMk id="6" creationId="{FB74F890-20A2-C369-7C01-93D1A15C5130}"/>
          </ac:spMkLst>
        </pc:spChg>
        <pc:picChg chg="add del">
          <ac:chgData name="James Martin" userId="5c604502-4ee2-4081-9f0b-59e4decb0522" providerId="ADAL" clId="{CD9F9381-1667-4751-A642-EBC8FFBDE105}" dt="2026-09-21T11:21:51.900" v="128" actId="478"/>
          <ac:picMkLst>
            <pc:docMk/>
            <pc:sldMk cId="264820028" sldId="924"/>
            <ac:picMk id="3" creationId="{4F4B246F-FD89-B006-A84E-FBC547691437}"/>
          </ac:picMkLst>
        </pc:picChg>
      </pc:sldChg>
      <pc:sldChg chg="addSp delSp modSp mod">
        <pc:chgData name="James Martin" userId="5c604502-4ee2-4081-9f0b-59e4decb0522" providerId="ADAL" clId="{CD9F9381-1667-4751-A642-EBC8FFBDE105}" dt="2026-09-21T11:24:39.761" v="189" actId="20577"/>
        <pc:sldMkLst>
          <pc:docMk/>
          <pc:sldMk cId="2136026041" sldId="925"/>
        </pc:sldMkLst>
        <pc:spChg chg="add mod">
          <ac:chgData name="James Martin" userId="5c604502-4ee2-4081-9f0b-59e4decb0522" providerId="ADAL" clId="{CD9F9381-1667-4751-A642-EBC8FFBDE105}" dt="2026-09-21T11:24:39.761" v="189" actId="20577"/>
          <ac:spMkLst>
            <pc:docMk/>
            <pc:sldMk cId="2136026041" sldId="925"/>
            <ac:spMk id="7" creationId="{2288CB20-4625-4548-11DF-92EBEA3073B7}"/>
          </ac:spMkLst>
        </pc:spChg>
      </pc:sldChg>
      <pc:sldChg chg="addSp delSp mod">
        <pc:chgData name="James Martin" userId="5c604502-4ee2-4081-9f0b-59e4decb0522" providerId="ADAL" clId="{CD9F9381-1667-4751-A642-EBC8FFBDE105}" dt="2026-09-21T11:25:02.726" v="193" actId="22"/>
        <pc:sldMkLst>
          <pc:docMk/>
          <pc:sldMk cId="3260748106" sldId="926"/>
        </pc:sldMkLst>
        <pc:spChg chg="add">
          <ac:chgData name="James Martin" userId="5c604502-4ee2-4081-9f0b-59e4decb0522" providerId="ADAL" clId="{CD9F9381-1667-4751-A642-EBC8FFBDE105}" dt="2026-09-21T11:25:02.726" v="193" actId="22"/>
          <ac:spMkLst>
            <pc:docMk/>
            <pc:sldMk cId="3260748106" sldId="926"/>
            <ac:spMk id="6" creationId="{4DDF49CF-8A1F-A9D4-C3AF-E0797C08C81D}"/>
          </ac:spMkLst>
        </pc:spChg>
      </pc:sldChg>
      <pc:sldChg chg="addSp delSp mod">
        <pc:chgData name="James Martin" userId="5c604502-4ee2-4081-9f0b-59e4decb0522" providerId="ADAL" clId="{CD9F9381-1667-4751-A642-EBC8FFBDE105}" dt="2026-09-21T11:24:53.746" v="191" actId="22"/>
        <pc:sldMkLst>
          <pc:docMk/>
          <pc:sldMk cId="2394293742" sldId="927"/>
        </pc:sldMkLst>
        <pc:spChg chg="add">
          <ac:chgData name="James Martin" userId="5c604502-4ee2-4081-9f0b-59e4decb0522" providerId="ADAL" clId="{CD9F9381-1667-4751-A642-EBC8FFBDE105}" dt="2026-09-21T11:24:53.746" v="191" actId="22"/>
          <ac:spMkLst>
            <pc:docMk/>
            <pc:sldMk cId="2394293742" sldId="927"/>
            <ac:spMk id="6" creationId="{2CDC54F7-60E2-26D0-632C-BFBFA27E7437}"/>
          </ac:spMkLst>
        </pc:spChg>
      </pc:sldChg>
      <pc:sldChg chg="modSp mod">
        <pc:chgData name="James Martin" userId="5c604502-4ee2-4081-9f0b-59e4decb0522" providerId="ADAL" clId="{CD9F9381-1667-4751-A642-EBC8FFBDE105}" dt="2026-09-21T11:29:30.061" v="241" actId="20577"/>
        <pc:sldMkLst>
          <pc:docMk/>
          <pc:sldMk cId="3361641890" sldId="937"/>
        </pc:sldMkLst>
        <pc:spChg chg="mod">
          <ac:chgData name="James Martin" userId="5c604502-4ee2-4081-9f0b-59e4decb0522" providerId="ADAL" clId="{CD9F9381-1667-4751-A642-EBC8FFBDE105}" dt="2026-09-21T11:29:30.061" v="241" actId="20577"/>
          <ac:spMkLst>
            <pc:docMk/>
            <pc:sldMk cId="3361641890" sldId="937"/>
            <ac:spMk id="4" creationId="{BB0018B4-88D5-B8E3-57DB-E0931CF44A00}"/>
          </ac:spMkLst>
        </pc:spChg>
      </pc:sldChg>
      <pc:sldChg chg="modSp">
        <pc:chgData name="James Martin" userId="5c604502-4ee2-4081-9f0b-59e4decb0522" providerId="ADAL" clId="{CD9F9381-1667-4751-A642-EBC8FFBDE105}" dt="2026-09-21T11:29:52.192" v="246"/>
        <pc:sldMkLst>
          <pc:docMk/>
          <pc:sldMk cId="1335384914" sldId="939"/>
        </pc:sldMkLst>
        <pc:spChg chg="mod">
          <ac:chgData name="James Martin" userId="5c604502-4ee2-4081-9f0b-59e4decb0522" providerId="ADAL" clId="{CD9F9381-1667-4751-A642-EBC8FFBDE105}" dt="2026-09-21T11:29:52.192" v="246"/>
          <ac:spMkLst>
            <pc:docMk/>
            <pc:sldMk cId="1335384914" sldId="939"/>
            <ac:spMk id="4" creationId="{617FE41C-2251-CB76-BD44-64948AB02E7C}"/>
          </ac:spMkLst>
        </pc:spChg>
      </pc:sldChg>
      <pc:sldChg chg="modSp">
        <pc:chgData name="James Martin" userId="5c604502-4ee2-4081-9f0b-59e4decb0522" providerId="ADAL" clId="{CD9F9381-1667-4751-A642-EBC8FFBDE105}" dt="2026-09-21T11:29:46.320" v="244"/>
        <pc:sldMkLst>
          <pc:docMk/>
          <pc:sldMk cId="2971435830" sldId="944"/>
        </pc:sldMkLst>
        <pc:spChg chg="mod">
          <ac:chgData name="James Martin" userId="5c604502-4ee2-4081-9f0b-59e4decb0522" providerId="ADAL" clId="{CD9F9381-1667-4751-A642-EBC8FFBDE105}" dt="2026-09-21T11:29:46.320" v="244"/>
          <ac:spMkLst>
            <pc:docMk/>
            <pc:sldMk cId="2971435830" sldId="944"/>
            <ac:spMk id="4" creationId="{21B0646E-C23E-58E4-A9FA-6C389A1A4ECA}"/>
          </ac:spMkLst>
        </pc:spChg>
      </pc:sldChg>
      <pc:sldChg chg="modSp">
        <pc:chgData name="James Martin" userId="5c604502-4ee2-4081-9f0b-59e4decb0522" providerId="ADAL" clId="{CD9F9381-1667-4751-A642-EBC8FFBDE105}" dt="2026-09-21T11:29:39.596" v="242"/>
        <pc:sldMkLst>
          <pc:docMk/>
          <pc:sldMk cId="75732939" sldId="947"/>
        </pc:sldMkLst>
        <pc:spChg chg="mod">
          <ac:chgData name="James Martin" userId="5c604502-4ee2-4081-9f0b-59e4decb0522" providerId="ADAL" clId="{CD9F9381-1667-4751-A642-EBC8FFBDE105}" dt="2026-09-21T11:29:39.596" v="242"/>
          <ac:spMkLst>
            <pc:docMk/>
            <pc:sldMk cId="75732939" sldId="947"/>
            <ac:spMk id="4" creationId="{9904B49E-9829-20AA-59C6-78815B949EEA}"/>
          </ac:spMkLst>
        </pc:spChg>
      </pc:sldChg>
      <pc:sldChg chg="modSp">
        <pc:chgData name="James Martin" userId="5c604502-4ee2-4081-9f0b-59e4decb0522" providerId="ADAL" clId="{CD9F9381-1667-4751-A642-EBC8FFBDE105}" dt="2026-09-21T11:29:42.023" v="243"/>
        <pc:sldMkLst>
          <pc:docMk/>
          <pc:sldMk cId="819073539" sldId="949"/>
        </pc:sldMkLst>
        <pc:spChg chg="mod">
          <ac:chgData name="James Martin" userId="5c604502-4ee2-4081-9f0b-59e4decb0522" providerId="ADAL" clId="{CD9F9381-1667-4751-A642-EBC8FFBDE105}" dt="2026-09-21T11:29:42.023" v="243"/>
          <ac:spMkLst>
            <pc:docMk/>
            <pc:sldMk cId="819073539" sldId="949"/>
            <ac:spMk id="4" creationId="{0A277741-A692-CE30-31FD-AA3587C1F9B9}"/>
          </ac:spMkLst>
        </pc:spChg>
      </pc:sldChg>
      <pc:sldChg chg="modSp">
        <pc:chgData name="James Martin" userId="5c604502-4ee2-4081-9f0b-59e4decb0522" providerId="ADAL" clId="{CD9F9381-1667-4751-A642-EBC8FFBDE105}" dt="2026-09-21T11:31:07.073" v="253"/>
        <pc:sldMkLst>
          <pc:docMk/>
          <pc:sldMk cId="276570278" sldId="950"/>
        </pc:sldMkLst>
        <pc:spChg chg="mod">
          <ac:chgData name="James Martin" userId="5c604502-4ee2-4081-9f0b-59e4decb0522" providerId="ADAL" clId="{CD9F9381-1667-4751-A642-EBC8FFBDE105}" dt="2026-09-21T11:31:07.073" v="253"/>
          <ac:spMkLst>
            <pc:docMk/>
            <pc:sldMk cId="276570278" sldId="950"/>
            <ac:spMk id="4" creationId="{DBA175F9-FF75-0DC0-733D-07550F9789BF}"/>
          </ac:spMkLst>
        </pc:spChg>
      </pc:sldChg>
      <pc:sldChg chg="modSp">
        <pc:chgData name="James Martin" userId="5c604502-4ee2-4081-9f0b-59e4decb0522" providerId="ADAL" clId="{CD9F9381-1667-4751-A642-EBC8FFBDE105}" dt="2026-09-21T11:29:49.516" v="245"/>
        <pc:sldMkLst>
          <pc:docMk/>
          <pc:sldMk cId="1432632292" sldId="951"/>
        </pc:sldMkLst>
        <pc:spChg chg="mod">
          <ac:chgData name="James Martin" userId="5c604502-4ee2-4081-9f0b-59e4decb0522" providerId="ADAL" clId="{CD9F9381-1667-4751-A642-EBC8FFBDE105}" dt="2026-09-21T11:29:49.516" v="245"/>
          <ac:spMkLst>
            <pc:docMk/>
            <pc:sldMk cId="1432632292" sldId="951"/>
            <ac:spMk id="4" creationId="{FD328188-BEC2-63F5-4C4F-F024646F7FAA}"/>
          </ac:spMkLst>
        </pc:spChg>
      </pc:sldChg>
      <pc:sldChg chg="modSp">
        <pc:chgData name="James Martin" userId="5c604502-4ee2-4081-9f0b-59e4decb0522" providerId="ADAL" clId="{CD9F9381-1667-4751-A642-EBC8FFBDE105}" dt="2026-09-21T11:29:59.528" v="247"/>
        <pc:sldMkLst>
          <pc:docMk/>
          <pc:sldMk cId="1069283595" sldId="952"/>
        </pc:sldMkLst>
        <pc:spChg chg="mod">
          <ac:chgData name="James Martin" userId="5c604502-4ee2-4081-9f0b-59e4decb0522" providerId="ADAL" clId="{CD9F9381-1667-4751-A642-EBC8FFBDE105}" dt="2026-09-21T11:29:59.528" v="247"/>
          <ac:spMkLst>
            <pc:docMk/>
            <pc:sldMk cId="1069283595" sldId="952"/>
            <ac:spMk id="4" creationId="{2E37FD78-E1E4-5F68-1148-7A86C374A8A7}"/>
          </ac:spMkLst>
        </pc:spChg>
      </pc:sldChg>
      <pc:sldChg chg="modSp">
        <pc:chgData name="James Martin" userId="5c604502-4ee2-4081-9f0b-59e4decb0522" providerId="ADAL" clId="{CD9F9381-1667-4751-A642-EBC8FFBDE105}" dt="2026-09-21T11:30:53.709" v="252"/>
        <pc:sldMkLst>
          <pc:docMk/>
          <pc:sldMk cId="858668271" sldId="953"/>
        </pc:sldMkLst>
        <pc:spChg chg="mod">
          <ac:chgData name="James Martin" userId="5c604502-4ee2-4081-9f0b-59e4decb0522" providerId="ADAL" clId="{CD9F9381-1667-4751-A642-EBC8FFBDE105}" dt="2026-09-21T11:30:53.709" v="252"/>
          <ac:spMkLst>
            <pc:docMk/>
            <pc:sldMk cId="858668271" sldId="953"/>
            <ac:spMk id="4" creationId="{92D262D5-D863-CE69-4FE7-48F1B63826AC}"/>
          </ac:spMkLst>
        </pc:spChg>
      </pc:sldChg>
      <pc:sldChg chg="addSp add mod">
        <pc:chgData name="James Martin" userId="5c604502-4ee2-4081-9f0b-59e4decb0522" providerId="ADAL" clId="{CD9F9381-1667-4751-A642-EBC8FFBDE105}" dt="2026-09-21T10:48:16.641" v="9" actId="22"/>
        <pc:sldMkLst>
          <pc:docMk/>
          <pc:sldMk cId="1034399752" sldId="960"/>
        </pc:sldMkLst>
        <pc:spChg chg="add">
          <ac:chgData name="James Martin" userId="5c604502-4ee2-4081-9f0b-59e4decb0522" providerId="ADAL" clId="{CD9F9381-1667-4751-A642-EBC8FFBDE105}" dt="2026-09-21T10:48:16.641" v="9" actId="22"/>
          <ac:spMkLst>
            <pc:docMk/>
            <pc:sldMk cId="1034399752" sldId="960"/>
            <ac:spMk id="6" creationId="{E50F7D8A-67F6-48DF-125C-E6E53CA4503B}"/>
          </ac:spMkLst>
        </pc:spChg>
      </pc:sldChg>
      <pc:sldChg chg="addSp add mod">
        <pc:chgData name="James Martin" userId="5c604502-4ee2-4081-9f0b-59e4decb0522" providerId="ADAL" clId="{CD9F9381-1667-4751-A642-EBC8FFBDE105}" dt="2026-09-21T10:48:25.975" v="11" actId="22"/>
        <pc:sldMkLst>
          <pc:docMk/>
          <pc:sldMk cId="4282736606" sldId="961"/>
        </pc:sldMkLst>
        <pc:spChg chg="add">
          <ac:chgData name="James Martin" userId="5c604502-4ee2-4081-9f0b-59e4decb0522" providerId="ADAL" clId="{CD9F9381-1667-4751-A642-EBC8FFBDE105}" dt="2026-09-21T10:48:25.975" v="11" actId="22"/>
          <ac:spMkLst>
            <pc:docMk/>
            <pc:sldMk cId="4282736606" sldId="961"/>
            <ac:spMk id="6" creationId="{48593C46-275C-82A4-F63C-550D1A2B1B6C}"/>
          </ac:spMkLst>
        </pc:spChg>
      </pc:sldChg>
      <pc:sldChg chg="addSp add mod">
        <pc:chgData name="James Martin" userId="5c604502-4ee2-4081-9f0b-59e4decb0522" providerId="ADAL" clId="{CD9F9381-1667-4751-A642-EBC8FFBDE105}" dt="2026-09-21T10:48:31.555" v="12" actId="22"/>
        <pc:sldMkLst>
          <pc:docMk/>
          <pc:sldMk cId="179551486" sldId="962"/>
        </pc:sldMkLst>
        <pc:spChg chg="add">
          <ac:chgData name="James Martin" userId="5c604502-4ee2-4081-9f0b-59e4decb0522" providerId="ADAL" clId="{CD9F9381-1667-4751-A642-EBC8FFBDE105}" dt="2026-09-21T10:48:31.555" v="12" actId="22"/>
          <ac:spMkLst>
            <pc:docMk/>
            <pc:sldMk cId="179551486" sldId="962"/>
            <ac:spMk id="6" creationId="{4CA88644-5110-859F-8819-ADC57E3E279C}"/>
          </ac:spMkLst>
        </pc:spChg>
      </pc:sldChg>
      <pc:sldChg chg="modSp add mod modTransition">
        <pc:chgData name="James Martin" userId="5c604502-4ee2-4081-9f0b-59e4decb0522" providerId="ADAL" clId="{CD9F9381-1667-4751-A642-EBC8FFBDE105}" dt="2026-09-21T10:56:00.938" v="49" actId="1076"/>
        <pc:sldMkLst>
          <pc:docMk/>
          <pc:sldMk cId="3492057068" sldId="963"/>
        </pc:sldMkLst>
        <pc:picChg chg="mod modCrop">
          <ac:chgData name="James Martin" userId="5c604502-4ee2-4081-9f0b-59e4decb0522" providerId="ADAL" clId="{CD9F9381-1667-4751-A642-EBC8FFBDE105}" dt="2026-09-21T10:56:00.938" v="49" actId="1076"/>
          <ac:picMkLst>
            <pc:docMk/>
            <pc:sldMk cId="3492057068" sldId="963"/>
            <ac:picMk id="3" creationId="{B8F672C9-87A9-8A95-C45D-71031D214239}"/>
          </ac:picMkLst>
        </pc:picChg>
      </pc:sldChg>
      <pc:sldChg chg="add">
        <pc:chgData name="James Martin" userId="5c604502-4ee2-4081-9f0b-59e4decb0522" providerId="ADAL" clId="{CD9F9381-1667-4751-A642-EBC8FFBDE105}" dt="2026-09-21T11:01:35.220" v="79"/>
        <pc:sldMkLst>
          <pc:docMk/>
          <pc:sldMk cId="2379400592" sldId="964"/>
        </pc:sldMkLst>
      </pc:sldChg>
      <pc:sldChg chg="add">
        <pc:chgData name="James Martin" userId="5c604502-4ee2-4081-9f0b-59e4decb0522" providerId="ADAL" clId="{CD9F9381-1667-4751-A642-EBC8FFBDE105}" dt="2026-09-21T11:01:35.220" v="79"/>
        <pc:sldMkLst>
          <pc:docMk/>
          <pc:sldMk cId="19444563" sldId="965"/>
        </pc:sldMkLst>
      </pc:sldChg>
      <pc:sldChg chg="add">
        <pc:chgData name="James Martin" userId="5c604502-4ee2-4081-9f0b-59e4decb0522" providerId="ADAL" clId="{CD9F9381-1667-4751-A642-EBC8FFBDE105}" dt="2026-09-21T11:02:36.560" v="81"/>
        <pc:sldMkLst>
          <pc:docMk/>
          <pc:sldMk cId="3648924598" sldId="966"/>
        </pc:sldMkLst>
      </pc:sldChg>
      <pc:sldChg chg="add">
        <pc:chgData name="James Martin" userId="5c604502-4ee2-4081-9f0b-59e4decb0522" providerId="ADAL" clId="{CD9F9381-1667-4751-A642-EBC8FFBDE105}" dt="2026-09-21T11:02:36.560" v="81"/>
        <pc:sldMkLst>
          <pc:docMk/>
          <pc:sldMk cId="3565588283" sldId="967"/>
        </pc:sldMkLst>
      </pc:sldChg>
      <pc:sldChg chg="modSp add mod">
        <pc:chgData name="James Martin" userId="5c604502-4ee2-4081-9f0b-59e4decb0522" providerId="ADAL" clId="{CD9F9381-1667-4751-A642-EBC8FFBDE105}" dt="2026-09-21T11:03:03.838" v="84" actId="20577"/>
        <pc:sldMkLst>
          <pc:docMk/>
          <pc:sldMk cId="2060664831" sldId="968"/>
        </pc:sldMkLst>
        <pc:spChg chg="mod">
          <ac:chgData name="James Martin" userId="5c604502-4ee2-4081-9f0b-59e4decb0522" providerId="ADAL" clId="{CD9F9381-1667-4751-A642-EBC8FFBDE105}" dt="2026-09-21T11:03:03.838" v="84" actId="20577"/>
          <ac:spMkLst>
            <pc:docMk/>
            <pc:sldMk cId="2060664831" sldId="968"/>
            <ac:spMk id="247" creationId="{7BD34BB5-7C2A-F3FC-492A-A8AC5E80B1C1}"/>
          </ac:spMkLst>
        </pc:spChg>
      </pc:sldChg>
      <pc:sldChg chg="modSp add mod">
        <pc:chgData name="James Martin" userId="5c604502-4ee2-4081-9f0b-59e4decb0522" providerId="ADAL" clId="{CD9F9381-1667-4751-A642-EBC8FFBDE105}" dt="2026-09-21T11:03:15.578" v="85" actId="20577"/>
        <pc:sldMkLst>
          <pc:docMk/>
          <pc:sldMk cId="2650621149" sldId="969"/>
        </pc:sldMkLst>
        <pc:spChg chg="mod">
          <ac:chgData name="James Martin" userId="5c604502-4ee2-4081-9f0b-59e4decb0522" providerId="ADAL" clId="{CD9F9381-1667-4751-A642-EBC8FFBDE105}" dt="2026-09-21T11:03:15.578" v="85" actId="20577"/>
          <ac:spMkLst>
            <pc:docMk/>
            <pc:sldMk cId="2650621149" sldId="969"/>
            <ac:spMk id="247" creationId="{A0006F3E-8BDD-B536-5B89-143081209AFB}"/>
          </ac:spMkLst>
        </pc:spChg>
      </pc:sldChg>
      <pc:sldChg chg="add">
        <pc:chgData name="James Martin" userId="5c604502-4ee2-4081-9f0b-59e4decb0522" providerId="ADAL" clId="{CD9F9381-1667-4751-A642-EBC8FFBDE105}" dt="2026-09-21T11:15:51.508" v="124"/>
        <pc:sldMkLst>
          <pc:docMk/>
          <pc:sldMk cId="3318126577" sldId="970"/>
        </pc:sldMkLst>
      </pc:sldChg>
    </pc:docChg>
  </pc:docChgLst>
  <pc:docChgLst>
    <pc:chgData name="James Martin" userId="5c604502-4ee2-4081-9f0b-59e4decb0522" providerId="ADAL" clId="{2ED9032E-5F0F-41B2-A494-7461C54B8C03}"/>
    <pc:docChg chg="undo redo custSel addSld delSld modSld sldOrd">
      <pc:chgData name="James Martin" userId="5c604502-4ee2-4081-9f0b-59e4decb0522" providerId="ADAL" clId="{2ED9032E-5F0F-41B2-A494-7461C54B8C03}" dt="2026-09-24T16:20:53.909" v="5078" actId="20577"/>
      <pc:docMkLst>
        <pc:docMk/>
      </pc:docMkLst>
      <pc:sldChg chg="modSp mod">
        <pc:chgData name="James Martin" userId="5c604502-4ee2-4081-9f0b-59e4decb0522" providerId="ADAL" clId="{2ED9032E-5F0F-41B2-A494-7461C54B8C03}" dt="2026-09-18T15:11:35.288" v="26" actId="20577"/>
        <pc:sldMkLst>
          <pc:docMk/>
          <pc:sldMk cId="0" sldId="256"/>
        </pc:sldMkLst>
        <pc:spChg chg="mod">
          <ac:chgData name="James Martin" userId="5c604502-4ee2-4081-9f0b-59e4decb0522" providerId="ADAL" clId="{2ED9032E-5F0F-41B2-A494-7461C54B8C03}" dt="2026-09-18T15:11:35.288" v="26" actId="20577"/>
          <ac:spMkLst>
            <pc:docMk/>
            <pc:sldMk cId="0" sldId="256"/>
            <ac:spMk id="102" creationId="{00000000-0000-0000-0000-000000000000}"/>
          </ac:spMkLst>
        </pc:spChg>
      </pc:sldChg>
      <pc:sldChg chg="ord modNotesTx">
        <pc:chgData name="James Martin" userId="5c604502-4ee2-4081-9f0b-59e4decb0522" providerId="ADAL" clId="{2ED9032E-5F0F-41B2-A494-7461C54B8C03}" dt="2026-09-24T12:48:49.336" v="4975"/>
        <pc:sldMkLst>
          <pc:docMk/>
          <pc:sldMk cId="0" sldId="427"/>
        </pc:sldMkLst>
      </pc:sldChg>
      <pc:sldChg chg="del">
        <pc:chgData name="James Martin" userId="5c604502-4ee2-4081-9f0b-59e4decb0522" providerId="ADAL" clId="{2ED9032E-5F0F-41B2-A494-7461C54B8C03}" dt="2026-09-24T13:03:33.010" v="4980" actId="47"/>
        <pc:sldMkLst>
          <pc:docMk/>
          <pc:sldMk cId="1312368628" sldId="671"/>
        </pc:sldMkLst>
      </pc:sldChg>
      <pc:sldChg chg="modNotesTx">
        <pc:chgData name="James Martin" userId="5c604502-4ee2-4081-9f0b-59e4decb0522" providerId="ADAL" clId="{2ED9032E-5F0F-41B2-A494-7461C54B8C03}" dt="2026-09-24T12:14:50.366" v="4360" actId="20577"/>
        <pc:sldMkLst>
          <pc:docMk/>
          <pc:sldMk cId="1682503710" sldId="681"/>
        </pc:sldMkLst>
      </pc:sldChg>
      <pc:sldChg chg="modSp mod modNotesTx">
        <pc:chgData name="James Martin" userId="5c604502-4ee2-4081-9f0b-59e4decb0522" providerId="ADAL" clId="{2ED9032E-5F0F-41B2-A494-7461C54B8C03}" dt="2026-09-24T16:20:32.025" v="5074" actId="20577"/>
        <pc:sldMkLst>
          <pc:docMk/>
          <pc:sldMk cId="6701860" sldId="701"/>
        </pc:sldMkLst>
        <pc:spChg chg="mod">
          <ac:chgData name="James Martin" userId="5c604502-4ee2-4081-9f0b-59e4decb0522" providerId="ADAL" clId="{2ED9032E-5F0F-41B2-A494-7461C54B8C03}" dt="2026-09-24T11:25:25.264" v="550" actId="1037"/>
          <ac:spMkLst>
            <pc:docMk/>
            <pc:sldMk cId="6701860" sldId="701"/>
            <ac:spMk id="122" creationId="{DBD98556-47CC-D10F-533C-2CA33D41C235}"/>
          </ac:spMkLst>
        </pc:spChg>
      </pc:sldChg>
      <pc:sldChg chg="modSp mod modNotesTx">
        <pc:chgData name="James Martin" userId="5c604502-4ee2-4081-9f0b-59e4decb0522" providerId="ADAL" clId="{2ED9032E-5F0F-41B2-A494-7461C54B8C03}" dt="2026-09-24T16:20:48.418" v="5076" actId="20577"/>
        <pc:sldMkLst>
          <pc:docMk/>
          <pc:sldMk cId="1058866307" sldId="704"/>
        </pc:sldMkLst>
        <pc:spChg chg="mod">
          <ac:chgData name="James Martin" userId="5c604502-4ee2-4081-9f0b-59e4decb0522" providerId="ADAL" clId="{2ED9032E-5F0F-41B2-A494-7461C54B8C03}" dt="2026-09-24T10:23:42.740" v="362" actId="179"/>
          <ac:spMkLst>
            <pc:docMk/>
            <pc:sldMk cId="1058866307" sldId="704"/>
            <ac:spMk id="9" creationId="{D4CD8A76-665C-8FF6-1D68-EA4E95245343}"/>
          </ac:spMkLst>
        </pc:spChg>
        <pc:grpChg chg="mod">
          <ac:chgData name="James Martin" userId="5c604502-4ee2-4081-9f0b-59e4decb0522" providerId="ADAL" clId="{2ED9032E-5F0F-41B2-A494-7461C54B8C03}" dt="2026-09-24T10:21:53.716" v="356"/>
          <ac:grpSpMkLst>
            <pc:docMk/>
            <pc:sldMk cId="1058866307" sldId="704"/>
            <ac:grpSpMk id="7" creationId="{2F7A04A5-EAD9-BB90-2802-9F57B0D3BCE8}"/>
          </ac:grpSpMkLst>
        </pc:grpChg>
        <pc:picChg chg="mod">
          <ac:chgData name="James Martin" userId="5c604502-4ee2-4081-9f0b-59e4decb0522" providerId="ADAL" clId="{2ED9032E-5F0F-41B2-A494-7461C54B8C03}" dt="2026-09-24T10:21:53.716" v="356"/>
          <ac:picMkLst>
            <pc:docMk/>
            <pc:sldMk cId="1058866307" sldId="704"/>
            <ac:picMk id="8" creationId="{A012C884-7586-FB53-7C6A-240076E4C62F}"/>
          </ac:picMkLst>
        </pc:picChg>
      </pc:sldChg>
      <pc:sldChg chg="addSp delSp modSp mod modNotesTx">
        <pc:chgData name="James Martin" userId="5c604502-4ee2-4081-9f0b-59e4decb0522" providerId="ADAL" clId="{2ED9032E-5F0F-41B2-A494-7461C54B8C03}" dt="2026-09-24T16:20:51.107" v="5077" actId="20577"/>
        <pc:sldMkLst>
          <pc:docMk/>
          <pc:sldMk cId="3114102204" sldId="705"/>
        </pc:sldMkLst>
        <pc:spChg chg="del mod topLvl">
          <ac:chgData name="James Martin" userId="5c604502-4ee2-4081-9f0b-59e4decb0522" providerId="ADAL" clId="{2ED9032E-5F0F-41B2-A494-7461C54B8C03}" dt="2026-09-24T10:25:10.753" v="379" actId="478"/>
          <ac:spMkLst>
            <pc:docMk/>
            <pc:sldMk cId="3114102204" sldId="705"/>
            <ac:spMk id="2" creationId="{F3A4B785-D70D-8DE2-87A7-2796E9349E36}"/>
          </ac:spMkLst>
        </pc:spChg>
        <pc:spChg chg="mod">
          <ac:chgData name="James Martin" userId="5c604502-4ee2-4081-9f0b-59e4decb0522" providerId="ADAL" clId="{2ED9032E-5F0F-41B2-A494-7461C54B8C03}" dt="2026-09-24T10:24:11.763" v="363"/>
          <ac:spMkLst>
            <pc:docMk/>
            <pc:sldMk cId="3114102204" sldId="705"/>
            <ac:spMk id="3" creationId="{313D6C6A-3C93-D8A7-35CC-0DC4163BFA07}"/>
          </ac:spMkLst>
        </pc:spChg>
        <pc:spChg chg="mod">
          <ac:chgData name="James Martin" userId="5c604502-4ee2-4081-9f0b-59e4decb0522" providerId="ADAL" clId="{2ED9032E-5F0F-41B2-A494-7461C54B8C03}" dt="2026-09-24T10:24:54.066" v="377"/>
          <ac:spMkLst>
            <pc:docMk/>
            <pc:sldMk cId="3114102204" sldId="705"/>
            <ac:spMk id="8" creationId="{5DEDDF79-A131-D33C-5015-7785649B2562}"/>
          </ac:spMkLst>
        </pc:spChg>
        <pc:spChg chg="mod">
          <ac:chgData name="James Martin" userId="5c604502-4ee2-4081-9f0b-59e4decb0522" providerId="ADAL" clId="{2ED9032E-5F0F-41B2-A494-7461C54B8C03}" dt="2026-09-24T10:24:54.066" v="377"/>
          <ac:spMkLst>
            <pc:docMk/>
            <pc:sldMk cId="3114102204" sldId="705"/>
            <ac:spMk id="12" creationId="{CD6166BC-F603-697F-C249-60A0C8FD3CE7}"/>
          </ac:spMkLst>
        </pc:spChg>
        <pc:spChg chg="add mod">
          <ac:chgData name="James Martin" userId="5c604502-4ee2-4081-9f0b-59e4decb0522" providerId="ADAL" clId="{2ED9032E-5F0F-41B2-A494-7461C54B8C03}" dt="2026-09-24T10:25:23.324" v="393" actId="1036"/>
          <ac:spMkLst>
            <pc:docMk/>
            <pc:sldMk cId="3114102204" sldId="705"/>
            <ac:spMk id="14" creationId="{409F79B5-9D06-AF27-9B12-987990F55416}"/>
          </ac:spMkLst>
        </pc:spChg>
        <pc:grpChg chg="mod">
          <ac:chgData name="James Martin" userId="5c604502-4ee2-4081-9f0b-59e4decb0522" providerId="ADAL" clId="{2ED9032E-5F0F-41B2-A494-7461C54B8C03}" dt="2026-09-24T10:24:11.763" v="363"/>
          <ac:grpSpMkLst>
            <pc:docMk/>
            <pc:sldMk cId="3114102204" sldId="705"/>
            <ac:grpSpMk id="5" creationId="{55A03529-FCEE-9D53-CCCB-4373EE6F8E2E}"/>
          </ac:grpSpMkLst>
        </pc:grpChg>
        <pc:grpChg chg="del">
          <ac:chgData name="James Martin" userId="5c604502-4ee2-4081-9f0b-59e4decb0522" providerId="ADAL" clId="{2ED9032E-5F0F-41B2-A494-7461C54B8C03}" dt="2026-09-24T10:25:10.753" v="379" actId="478"/>
          <ac:grpSpMkLst>
            <pc:docMk/>
            <pc:sldMk cId="3114102204" sldId="705"/>
            <ac:grpSpMk id="6" creationId="{0020E43B-A2BA-D226-BF16-97AD9EB5892D}"/>
          </ac:grpSpMkLst>
        </pc:grpChg>
        <pc:grpChg chg="add mod">
          <ac:chgData name="James Martin" userId="5c604502-4ee2-4081-9f0b-59e4decb0522" providerId="ADAL" clId="{2ED9032E-5F0F-41B2-A494-7461C54B8C03}" dt="2026-09-24T10:24:54.066" v="377"/>
          <ac:grpSpMkLst>
            <pc:docMk/>
            <pc:sldMk cId="3114102204" sldId="705"/>
            <ac:grpSpMk id="7" creationId="{80470D88-B3C9-9D89-39F1-5A59634CE623}"/>
          </ac:grpSpMkLst>
        </pc:grpChg>
        <pc:grpChg chg="add mod">
          <ac:chgData name="James Martin" userId="5c604502-4ee2-4081-9f0b-59e4decb0522" providerId="ADAL" clId="{2ED9032E-5F0F-41B2-A494-7461C54B8C03}" dt="2026-09-24T10:24:54.066" v="377"/>
          <ac:grpSpMkLst>
            <pc:docMk/>
            <pc:sldMk cId="3114102204" sldId="705"/>
            <ac:grpSpMk id="10" creationId="{FF62B424-5F0E-5C7F-3D2B-A0B01736F053}"/>
          </ac:grpSpMkLst>
        </pc:grpChg>
        <pc:picChg chg="mod">
          <ac:chgData name="James Martin" userId="5c604502-4ee2-4081-9f0b-59e4decb0522" providerId="ADAL" clId="{2ED9032E-5F0F-41B2-A494-7461C54B8C03}" dt="2026-09-24T10:24:54.066" v="377"/>
          <ac:picMkLst>
            <pc:docMk/>
            <pc:sldMk cId="3114102204" sldId="705"/>
            <ac:picMk id="9" creationId="{5D41D022-656D-E175-F983-A98923ECA6EB}"/>
          </ac:picMkLst>
        </pc:picChg>
        <pc:picChg chg="mod">
          <ac:chgData name="James Martin" userId="5c604502-4ee2-4081-9f0b-59e4decb0522" providerId="ADAL" clId="{2ED9032E-5F0F-41B2-A494-7461C54B8C03}" dt="2026-09-24T10:24:54.066" v="377"/>
          <ac:picMkLst>
            <pc:docMk/>
            <pc:sldMk cId="3114102204" sldId="705"/>
            <ac:picMk id="11" creationId="{D6674C19-46EF-6A1D-4EE2-B7B82483FC2D}"/>
          </ac:picMkLst>
        </pc:picChg>
        <pc:picChg chg="mod">
          <ac:chgData name="James Martin" userId="5c604502-4ee2-4081-9f0b-59e4decb0522" providerId="ADAL" clId="{2ED9032E-5F0F-41B2-A494-7461C54B8C03}" dt="2026-09-24T10:24:11.763" v="363"/>
          <ac:picMkLst>
            <pc:docMk/>
            <pc:sldMk cId="3114102204" sldId="705"/>
            <ac:picMk id="125" creationId="{A214F940-1804-6423-6539-36959C638E51}"/>
          </ac:picMkLst>
        </pc:picChg>
        <pc:picChg chg="topLvl">
          <ac:chgData name="James Martin" userId="5c604502-4ee2-4081-9f0b-59e4decb0522" providerId="ADAL" clId="{2ED9032E-5F0F-41B2-A494-7461C54B8C03}" dt="2026-09-24T10:25:10.753" v="379" actId="478"/>
          <ac:picMkLst>
            <pc:docMk/>
            <pc:sldMk cId="3114102204" sldId="705"/>
            <ac:picMk id="1026" creationId="{D501F409-0002-0A19-E448-93E6950FA908}"/>
          </ac:picMkLst>
        </pc:picChg>
      </pc:sldChg>
      <pc:sldChg chg="addSp delSp modSp mod modNotesTx">
        <pc:chgData name="James Martin" userId="5c604502-4ee2-4081-9f0b-59e4decb0522" providerId="ADAL" clId="{2ED9032E-5F0F-41B2-A494-7461C54B8C03}" dt="2026-09-24T16:20:53.909" v="5078" actId="20577"/>
        <pc:sldMkLst>
          <pc:docMk/>
          <pc:sldMk cId="1249835871" sldId="707"/>
        </pc:sldMkLst>
        <pc:spChg chg="mod">
          <ac:chgData name="James Martin" userId="5c604502-4ee2-4081-9f0b-59e4decb0522" providerId="ADAL" clId="{2ED9032E-5F0F-41B2-A494-7461C54B8C03}" dt="2026-09-24T10:24:40.710" v="375"/>
          <ac:spMkLst>
            <pc:docMk/>
            <pc:sldMk cId="1249835871" sldId="707"/>
            <ac:spMk id="3" creationId="{773FBE84-4849-48C0-FF64-F86D052CE518}"/>
          </ac:spMkLst>
        </pc:spChg>
        <pc:spChg chg="del topLvl">
          <ac:chgData name="James Martin" userId="5c604502-4ee2-4081-9f0b-59e4decb0522" providerId="ADAL" clId="{2ED9032E-5F0F-41B2-A494-7461C54B8C03}" dt="2026-09-24T10:25:29.893" v="394" actId="478"/>
          <ac:spMkLst>
            <pc:docMk/>
            <pc:sldMk cId="1249835871" sldId="707"/>
            <ac:spMk id="6" creationId="{697D62DC-63C0-7C5E-BE7A-8958B8F5D486}"/>
          </ac:spMkLst>
        </pc:spChg>
        <pc:spChg chg="mod">
          <ac:chgData name="James Martin" userId="5c604502-4ee2-4081-9f0b-59e4decb0522" providerId="ADAL" clId="{2ED9032E-5F0F-41B2-A494-7461C54B8C03}" dt="2026-09-24T10:24:58.881" v="378"/>
          <ac:spMkLst>
            <pc:docMk/>
            <pc:sldMk cId="1249835871" sldId="707"/>
            <ac:spMk id="10" creationId="{A6810EFE-5B6B-3D9F-D0DD-7FD8655A727C}"/>
          </ac:spMkLst>
        </pc:spChg>
        <pc:spChg chg="mod">
          <ac:chgData name="James Martin" userId="5c604502-4ee2-4081-9f0b-59e4decb0522" providerId="ADAL" clId="{2ED9032E-5F0F-41B2-A494-7461C54B8C03}" dt="2026-09-24T10:24:40.710" v="375"/>
          <ac:spMkLst>
            <pc:docMk/>
            <pc:sldMk cId="1249835871" sldId="707"/>
            <ac:spMk id="14" creationId="{42831876-35CF-6184-F95A-52E3A06FD605}"/>
          </ac:spMkLst>
        </pc:spChg>
        <pc:spChg chg="add mod">
          <ac:chgData name="James Martin" userId="5c604502-4ee2-4081-9f0b-59e4decb0522" providerId="ADAL" clId="{2ED9032E-5F0F-41B2-A494-7461C54B8C03}" dt="2026-09-24T10:25:35.254" v="396" actId="164"/>
          <ac:spMkLst>
            <pc:docMk/>
            <pc:sldMk cId="1249835871" sldId="707"/>
            <ac:spMk id="16" creationId="{7EAAFFA9-54DD-8B79-1C51-EA5D7F661A72}"/>
          </ac:spMkLst>
        </pc:spChg>
        <pc:grpChg chg="add mod">
          <ac:chgData name="James Martin" userId="5c604502-4ee2-4081-9f0b-59e4decb0522" providerId="ADAL" clId="{2ED9032E-5F0F-41B2-A494-7461C54B8C03}" dt="2026-09-24T10:24:40.710" v="375"/>
          <ac:grpSpMkLst>
            <pc:docMk/>
            <pc:sldMk cId="1249835871" sldId="707"/>
            <ac:grpSpMk id="2" creationId="{633EE57F-38DF-288F-4977-9A0C73B72FA2}"/>
          </ac:grpSpMkLst>
        </pc:grpChg>
        <pc:grpChg chg="del">
          <ac:chgData name="James Martin" userId="5c604502-4ee2-4081-9f0b-59e4decb0522" providerId="ADAL" clId="{2ED9032E-5F0F-41B2-A494-7461C54B8C03}" dt="2026-09-24T10:25:29.893" v="394" actId="478"/>
          <ac:grpSpMkLst>
            <pc:docMk/>
            <pc:sldMk cId="1249835871" sldId="707"/>
            <ac:grpSpMk id="5" creationId="{80DAF55D-A03A-04CB-18F5-FD5A984EB547}"/>
          </ac:grpSpMkLst>
        </pc:grpChg>
        <pc:grpChg chg="mod">
          <ac:chgData name="James Martin" userId="5c604502-4ee2-4081-9f0b-59e4decb0522" providerId="ADAL" clId="{2ED9032E-5F0F-41B2-A494-7461C54B8C03}" dt="2026-09-24T10:25:35.254" v="396" actId="164"/>
          <ac:grpSpMkLst>
            <pc:docMk/>
            <pc:sldMk cId="1249835871" sldId="707"/>
            <ac:grpSpMk id="8" creationId="{95F01665-4BFC-A08F-A324-7C1D7204D6F0}"/>
          </ac:grpSpMkLst>
        </pc:grpChg>
        <pc:grpChg chg="add mod">
          <ac:chgData name="James Martin" userId="5c604502-4ee2-4081-9f0b-59e4decb0522" providerId="ADAL" clId="{2ED9032E-5F0F-41B2-A494-7461C54B8C03}" dt="2026-09-24T10:24:40.710" v="375"/>
          <ac:grpSpMkLst>
            <pc:docMk/>
            <pc:sldMk cId="1249835871" sldId="707"/>
            <ac:grpSpMk id="12" creationId="{E6B70779-C71F-F340-E0C3-7CDD6D70AB4F}"/>
          </ac:grpSpMkLst>
        </pc:grpChg>
        <pc:grpChg chg="add mod">
          <ac:chgData name="James Martin" userId="5c604502-4ee2-4081-9f0b-59e4decb0522" providerId="ADAL" clId="{2ED9032E-5F0F-41B2-A494-7461C54B8C03}" dt="2026-09-24T10:25:35.254" v="396" actId="164"/>
          <ac:grpSpMkLst>
            <pc:docMk/>
            <pc:sldMk cId="1249835871" sldId="707"/>
            <ac:grpSpMk id="17" creationId="{F38DD566-1DBE-1C02-52C7-E2B5C4744048}"/>
          </ac:grpSpMkLst>
        </pc:grpChg>
        <pc:picChg chg="mod topLvl">
          <ac:chgData name="James Martin" userId="5c604502-4ee2-4081-9f0b-59e4decb0522" providerId="ADAL" clId="{2ED9032E-5F0F-41B2-A494-7461C54B8C03}" dt="2026-09-24T10:25:35.254" v="396" actId="164"/>
          <ac:picMkLst>
            <pc:docMk/>
            <pc:sldMk cId="1249835871" sldId="707"/>
            <ac:picMk id="7" creationId="{FA4C30B5-C2C5-35DA-0BEC-F19C3667E08B}"/>
          </ac:picMkLst>
        </pc:picChg>
        <pc:picChg chg="mod">
          <ac:chgData name="James Martin" userId="5c604502-4ee2-4081-9f0b-59e4decb0522" providerId="ADAL" clId="{2ED9032E-5F0F-41B2-A494-7461C54B8C03}" dt="2026-09-24T10:24:58.881" v="378"/>
          <ac:picMkLst>
            <pc:docMk/>
            <pc:sldMk cId="1249835871" sldId="707"/>
            <ac:picMk id="9" creationId="{F4BF6113-C90E-8CD8-BCA4-6320D4257373}"/>
          </ac:picMkLst>
        </pc:picChg>
        <pc:picChg chg="mod">
          <ac:chgData name="James Martin" userId="5c604502-4ee2-4081-9f0b-59e4decb0522" providerId="ADAL" clId="{2ED9032E-5F0F-41B2-A494-7461C54B8C03}" dt="2026-09-24T10:24:40.710" v="375"/>
          <ac:picMkLst>
            <pc:docMk/>
            <pc:sldMk cId="1249835871" sldId="707"/>
            <ac:picMk id="11" creationId="{395657F4-5C7F-D128-A40E-BB3E35E51FEE}"/>
          </ac:picMkLst>
        </pc:picChg>
        <pc:picChg chg="mod">
          <ac:chgData name="James Martin" userId="5c604502-4ee2-4081-9f0b-59e4decb0522" providerId="ADAL" clId="{2ED9032E-5F0F-41B2-A494-7461C54B8C03}" dt="2026-09-24T10:24:40.710" v="375"/>
          <ac:picMkLst>
            <pc:docMk/>
            <pc:sldMk cId="1249835871" sldId="707"/>
            <ac:picMk id="13" creationId="{43768C27-D375-8918-91A5-FBEC7EBA4D6F}"/>
          </ac:picMkLst>
        </pc:picChg>
      </pc:sldChg>
      <pc:sldChg chg="addSp delSp modSp mod ord">
        <pc:chgData name="James Martin" userId="5c604502-4ee2-4081-9f0b-59e4decb0522" providerId="ADAL" clId="{2ED9032E-5F0F-41B2-A494-7461C54B8C03}" dt="2026-09-18T15:24:50.288" v="100"/>
        <pc:sldMkLst>
          <pc:docMk/>
          <pc:sldMk cId="208438506" sldId="724"/>
        </pc:sldMkLst>
        <pc:spChg chg="mod">
          <ac:chgData name="James Martin" userId="5c604502-4ee2-4081-9f0b-59e4decb0522" providerId="ADAL" clId="{2ED9032E-5F0F-41B2-A494-7461C54B8C03}" dt="2026-09-18T15:24:50.288" v="100"/>
          <ac:spMkLst>
            <pc:docMk/>
            <pc:sldMk cId="208438506" sldId="724"/>
            <ac:spMk id="8" creationId="{67129849-FF97-A3B2-9B81-851FC061A474}"/>
          </ac:spMkLst>
        </pc:spChg>
        <pc:spChg chg="mod">
          <ac:chgData name="James Martin" userId="5c604502-4ee2-4081-9f0b-59e4decb0522" providerId="ADAL" clId="{2ED9032E-5F0F-41B2-A494-7461C54B8C03}" dt="2026-09-18T15:24:50.288" v="100"/>
          <ac:spMkLst>
            <pc:docMk/>
            <pc:sldMk cId="208438506" sldId="724"/>
            <ac:spMk id="9" creationId="{D430506C-908A-B0A7-C200-A1AF0ECFF157}"/>
          </ac:spMkLst>
        </pc:spChg>
        <pc:grpChg chg="add mod">
          <ac:chgData name="James Martin" userId="5c604502-4ee2-4081-9f0b-59e4decb0522" providerId="ADAL" clId="{2ED9032E-5F0F-41B2-A494-7461C54B8C03}" dt="2026-09-18T15:24:50.288" v="100"/>
          <ac:grpSpMkLst>
            <pc:docMk/>
            <pc:sldMk cId="208438506" sldId="724"/>
            <ac:grpSpMk id="7" creationId="{B12B7DE7-E38A-E88D-013C-4367C600099A}"/>
          </ac:grpSpMkLst>
        </pc:grpChg>
        <pc:cxnChg chg="mod">
          <ac:chgData name="James Martin" userId="5c604502-4ee2-4081-9f0b-59e4decb0522" providerId="ADAL" clId="{2ED9032E-5F0F-41B2-A494-7461C54B8C03}" dt="2026-09-18T15:24:50.288" v="100"/>
          <ac:cxnSpMkLst>
            <pc:docMk/>
            <pc:sldMk cId="208438506" sldId="724"/>
            <ac:cxnSpMk id="10" creationId="{7D55CEDB-B566-280F-F42A-F3C761843698}"/>
          </ac:cxnSpMkLst>
        </pc:cxnChg>
      </pc:sldChg>
      <pc:sldChg chg="ord">
        <pc:chgData name="James Martin" userId="5c604502-4ee2-4081-9f0b-59e4decb0522" providerId="ADAL" clId="{2ED9032E-5F0F-41B2-A494-7461C54B8C03}" dt="2026-09-18T15:17:41.598" v="51"/>
        <pc:sldMkLst>
          <pc:docMk/>
          <pc:sldMk cId="1389696034" sldId="725"/>
        </pc:sldMkLst>
      </pc:sldChg>
      <pc:sldChg chg="addSp delSp modSp mod modNotesTx">
        <pc:chgData name="James Martin" userId="5c604502-4ee2-4081-9f0b-59e4decb0522" providerId="ADAL" clId="{2ED9032E-5F0F-41B2-A494-7461C54B8C03}" dt="2026-09-24T11:44:22.753" v="2923" actId="20577"/>
        <pc:sldMkLst>
          <pc:docMk/>
          <pc:sldMk cId="2563049469" sldId="729"/>
        </pc:sldMkLst>
        <pc:spChg chg="add mod">
          <ac:chgData name="James Martin" userId="5c604502-4ee2-4081-9f0b-59e4decb0522" providerId="ADAL" clId="{2ED9032E-5F0F-41B2-A494-7461C54B8C03}" dt="2026-09-18T15:19:45.888" v="65"/>
          <ac:spMkLst>
            <pc:docMk/>
            <pc:sldMk cId="2563049469" sldId="729"/>
            <ac:spMk id="2" creationId="{0A781D09-ABA6-EA1B-53AD-2B58F3FE4627}"/>
          </ac:spMkLst>
        </pc:spChg>
        <pc:spChg chg="mod">
          <ac:chgData name="James Martin" userId="5c604502-4ee2-4081-9f0b-59e4decb0522" providerId="ADAL" clId="{2ED9032E-5F0F-41B2-A494-7461C54B8C03}" dt="2026-09-18T15:19:45.888" v="65"/>
          <ac:spMkLst>
            <pc:docMk/>
            <pc:sldMk cId="2563049469" sldId="729"/>
            <ac:spMk id="4" creationId="{8490234C-D09B-FD4A-61D9-49B09BD79C42}"/>
          </ac:spMkLst>
        </pc:spChg>
        <pc:spChg chg="mod">
          <ac:chgData name="James Martin" userId="5c604502-4ee2-4081-9f0b-59e4decb0522" providerId="ADAL" clId="{2ED9032E-5F0F-41B2-A494-7461C54B8C03}" dt="2026-09-18T15:19:45.888" v="65"/>
          <ac:spMkLst>
            <pc:docMk/>
            <pc:sldMk cId="2563049469" sldId="729"/>
            <ac:spMk id="5" creationId="{0DC94308-88CC-4554-FDF8-B162A63211F5}"/>
          </ac:spMkLst>
        </pc:spChg>
        <pc:spChg chg="mod">
          <ac:chgData name="James Martin" userId="5c604502-4ee2-4081-9f0b-59e4decb0522" providerId="ADAL" clId="{2ED9032E-5F0F-41B2-A494-7461C54B8C03}" dt="2026-09-18T15:19:45.888" v="65"/>
          <ac:spMkLst>
            <pc:docMk/>
            <pc:sldMk cId="2563049469" sldId="729"/>
            <ac:spMk id="7" creationId="{FF797D37-43B9-E0CC-9724-AEC99052F98E}"/>
          </ac:spMkLst>
        </pc:spChg>
        <pc:spChg chg="mod">
          <ac:chgData name="James Martin" userId="5c604502-4ee2-4081-9f0b-59e4decb0522" providerId="ADAL" clId="{2ED9032E-5F0F-41B2-A494-7461C54B8C03}" dt="2026-09-18T15:24:21.698" v="89"/>
          <ac:spMkLst>
            <pc:docMk/>
            <pc:sldMk cId="2563049469" sldId="729"/>
            <ac:spMk id="18" creationId="{2706A61F-0DD6-4C07-6373-297E05B19F6E}"/>
          </ac:spMkLst>
        </pc:spChg>
        <pc:spChg chg="mod">
          <ac:chgData name="James Martin" userId="5c604502-4ee2-4081-9f0b-59e4decb0522" providerId="ADAL" clId="{2ED9032E-5F0F-41B2-A494-7461C54B8C03}" dt="2026-09-18T15:24:21.698" v="89"/>
          <ac:spMkLst>
            <pc:docMk/>
            <pc:sldMk cId="2563049469" sldId="729"/>
            <ac:spMk id="19" creationId="{3F4F080F-7673-CE4D-3C95-78A4600E1D5E}"/>
          </ac:spMkLst>
        </pc:spChg>
        <pc:grpChg chg="add mod">
          <ac:chgData name="James Martin" userId="5c604502-4ee2-4081-9f0b-59e4decb0522" providerId="ADAL" clId="{2ED9032E-5F0F-41B2-A494-7461C54B8C03}" dt="2026-09-18T15:19:45.888" v="65"/>
          <ac:grpSpMkLst>
            <pc:docMk/>
            <pc:sldMk cId="2563049469" sldId="729"/>
            <ac:grpSpMk id="3" creationId="{24CB335D-A253-825F-9A1D-0E708262893C}"/>
          </ac:grpSpMkLst>
        </pc:grpChg>
        <pc:grpChg chg="add mod">
          <ac:chgData name="James Martin" userId="5c604502-4ee2-4081-9f0b-59e4decb0522" providerId="ADAL" clId="{2ED9032E-5F0F-41B2-A494-7461C54B8C03}" dt="2026-09-18T15:24:26.134" v="94" actId="1035"/>
          <ac:grpSpMkLst>
            <pc:docMk/>
            <pc:sldMk cId="2563049469" sldId="729"/>
            <ac:grpSpMk id="17" creationId="{BA5A87EE-AE62-4B8B-09C7-08775470DEB8}"/>
          </ac:grpSpMkLst>
        </pc:grpChg>
        <pc:cxnChg chg="mod">
          <ac:chgData name="James Martin" userId="5c604502-4ee2-4081-9f0b-59e4decb0522" providerId="ADAL" clId="{2ED9032E-5F0F-41B2-A494-7461C54B8C03}" dt="2026-09-18T15:19:45.888" v="65"/>
          <ac:cxnSpMkLst>
            <pc:docMk/>
            <pc:sldMk cId="2563049469" sldId="729"/>
            <ac:cxnSpMk id="8" creationId="{26355B9D-652A-9A3C-2F38-8001CE04AF2B}"/>
          </ac:cxnSpMkLst>
        </pc:cxnChg>
        <pc:cxnChg chg="mod">
          <ac:chgData name="James Martin" userId="5c604502-4ee2-4081-9f0b-59e4decb0522" providerId="ADAL" clId="{2ED9032E-5F0F-41B2-A494-7461C54B8C03}" dt="2026-09-18T15:24:21.698" v="89"/>
          <ac:cxnSpMkLst>
            <pc:docMk/>
            <pc:sldMk cId="2563049469" sldId="729"/>
            <ac:cxnSpMk id="20" creationId="{5BBB00E4-8B67-3BD4-2129-3A5A46C3B02F}"/>
          </ac:cxnSpMkLst>
        </pc:cxnChg>
      </pc:sldChg>
      <pc:sldChg chg="modNotesTx">
        <pc:chgData name="James Martin" userId="5c604502-4ee2-4081-9f0b-59e4decb0522" providerId="ADAL" clId="{2ED9032E-5F0F-41B2-A494-7461C54B8C03}" dt="2026-09-24T11:49:31.290" v="3041" actId="12"/>
        <pc:sldMkLst>
          <pc:docMk/>
          <pc:sldMk cId="445196392" sldId="745"/>
        </pc:sldMkLst>
      </pc:sldChg>
      <pc:sldChg chg="modNotesTx">
        <pc:chgData name="James Martin" userId="5c604502-4ee2-4081-9f0b-59e4decb0522" providerId="ADAL" clId="{2ED9032E-5F0F-41B2-A494-7461C54B8C03}" dt="2026-09-24T11:49:05.461" v="3039" actId="12"/>
        <pc:sldMkLst>
          <pc:docMk/>
          <pc:sldMk cId="2332449511" sldId="747"/>
        </pc:sldMkLst>
      </pc:sldChg>
      <pc:sldChg chg="modNotesTx">
        <pc:chgData name="James Martin" userId="5c604502-4ee2-4081-9f0b-59e4decb0522" providerId="ADAL" clId="{2ED9032E-5F0F-41B2-A494-7461C54B8C03}" dt="2026-09-24T11:49:26.194" v="3040" actId="12"/>
        <pc:sldMkLst>
          <pc:docMk/>
          <pc:sldMk cId="57977783" sldId="749"/>
        </pc:sldMkLst>
      </pc:sldChg>
      <pc:sldChg chg="delSp modSp mod">
        <pc:chgData name="James Martin" userId="5c604502-4ee2-4081-9f0b-59e4decb0522" providerId="ADAL" clId="{2ED9032E-5F0F-41B2-A494-7461C54B8C03}" dt="2026-09-18T15:59:07.260" v="140" actId="5793"/>
        <pc:sldMkLst>
          <pc:docMk/>
          <pc:sldMk cId="1492959928" sldId="750"/>
        </pc:sldMkLst>
        <pc:spChg chg="mod">
          <ac:chgData name="James Martin" userId="5c604502-4ee2-4081-9f0b-59e4decb0522" providerId="ADAL" clId="{2ED9032E-5F0F-41B2-A494-7461C54B8C03}" dt="2026-09-18T15:59:07.260" v="140" actId="5793"/>
          <ac:spMkLst>
            <pc:docMk/>
            <pc:sldMk cId="1492959928" sldId="750"/>
            <ac:spMk id="150" creationId="{84DD88E0-7D7F-02C3-3F0E-C54DB1184B08}"/>
          </ac:spMkLst>
        </pc:spChg>
      </pc:sldChg>
      <pc:sldChg chg="add del">
        <pc:chgData name="James Martin" userId="5c604502-4ee2-4081-9f0b-59e4decb0522" providerId="ADAL" clId="{2ED9032E-5F0F-41B2-A494-7461C54B8C03}" dt="2026-09-18T16:00:32.842" v="148" actId="47"/>
        <pc:sldMkLst>
          <pc:docMk/>
          <pc:sldMk cId="3199494008" sldId="752"/>
        </pc:sldMkLst>
      </pc:sldChg>
      <pc:sldChg chg="modSp add del modNotesTx">
        <pc:chgData name="James Martin" userId="5c604502-4ee2-4081-9f0b-59e4decb0522" providerId="ADAL" clId="{2ED9032E-5F0F-41B2-A494-7461C54B8C03}" dt="2026-09-24T15:40:34.487" v="5073"/>
        <pc:sldMkLst>
          <pc:docMk/>
          <pc:sldMk cId="3847037556" sldId="764"/>
        </pc:sldMkLst>
        <pc:spChg chg="mod">
          <ac:chgData name="James Martin" userId="5c604502-4ee2-4081-9f0b-59e4decb0522" providerId="ADAL" clId="{2ED9032E-5F0F-41B2-A494-7461C54B8C03}" dt="2026-09-24T15:40:34.487" v="5073"/>
          <ac:spMkLst>
            <pc:docMk/>
            <pc:sldMk cId="3847037556" sldId="764"/>
            <ac:spMk id="150" creationId="{1A052393-82D6-EE81-9872-14CB8FBAFDA2}"/>
          </ac:spMkLst>
        </pc:spChg>
      </pc:sldChg>
      <pc:sldChg chg="modSp modNotesTx">
        <pc:chgData name="James Martin" userId="5c604502-4ee2-4081-9f0b-59e4decb0522" providerId="ADAL" clId="{2ED9032E-5F0F-41B2-A494-7461C54B8C03}" dt="2026-09-24T15:40:28.667" v="5072"/>
        <pc:sldMkLst>
          <pc:docMk/>
          <pc:sldMk cId="1214991566" sldId="769"/>
        </pc:sldMkLst>
        <pc:spChg chg="mod">
          <ac:chgData name="James Martin" userId="5c604502-4ee2-4081-9f0b-59e4decb0522" providerId="ADAL" clId="{2ED9032E-5F0F-41B2-A494-7461C54B8C03}" dt="2026-09-24T15:40:28.667" v="5072"/>
          <ac:spMkLst>
            <pc:docMk/>
            <pc:sldMk cId="1214991566" sldId="769"/>
            <ac:spMk id="150" creationId="{5AD3E5A5-4F1D-E90D-DAD4-E116400766B1}"/>
          </ac:spMkLst>
        </pc:spChg>
      </pc:sldChg>
      <pc:sldChg chg="del">
        <pc:chgData name="James Martin" userId="5c604502-4ee2-4081-9f0b-59e4decb0522" providerId="ADAL" clId="{2ED9032E-5F0F-41B2-A494-7461C54B8C03}" dt="2026-09-24T11:56:34.957" v="3177" actId="47"/>
        <pc:sldMkLst>
          <pc:docMk/>
          <pc:sldMk cId="118082158" sldId="789"/>
        </pc:sldMkLst>
      </pc:sldChg>
      <pc:sldChg chg="del">
        <pc:chgData name="James Martin" userId="5c604502-4ee2-4081-9f0b-59e4decb0522" providerId="ADAL" clId="{2ED9032E-5F0F-41B2-A494-7461C54B8C03}" dt="2026-09-24T11:56:48.716" v="3178" actId="47"/>
        <pc:sldMkLst>
          <pc:docMk/>
          <pc:sldMk cId="84587638" sldId="794"/>
        </pc:sldMkLst>
      </pc:sldChg>
      <pc:sldChg chg="modNotesTx">
        <pc:chgData name="James Martin" userId="5c604502-4ee2-4081-9f0b-59e4decb0522" providerId="ADAL" clId="{2ED9032E-5F0F-41B2-A494-7461C54B8C03}" dt="2026-09-24T13:35:44.553" v="5064" actId="20577"/>
        <pc:sldMkLst>
          <pc:docMk/>
          <pc:sldMk cId="3782730936" sldId="814"/>
        </pc:sldMkLst>
      </pc:sldChg>
      <pc:sldChg chg="modNotesTx">
        <pc:chgData name="James Martin" userId="5c604502-4ee2-4081-9f0b-59e4decb0522" providerId="ADAL" clId="{2ED9032E-5F0F-41B2-A494-7461C54B8C03}" dt="2026-09-24T12:03:40.830" v="4010" actId="20577"/>
        <pc:sldMkLst>
          <pc:docMk/>
          <pc:sldMk cId="1227069732" sldId="827"/>
        </pc:sldMkLst>
      </pc:sldChg>
      <pc:sldChg chg="modNotesTx">
        <pc:chgData name="James Martin" userId="5c604502-4ee2-4081-9f0b-59e4decb0522" providerId="ADAL" clId="{2ED9032E-5F0F-41B2-A494-7461C54B8C03}" dt="2026-09-24T12:12:48.601" v="4200" actId="20577"/>
        <pc:sldMkLst>
          <pc:docMk/>
          <pc:sldMk cId="3926493083" sldId="887"/>
        </pc:sldMkLst>
      </pc:sldChg>
      <pc:sldChg chg="modSp mod">
        <pc:chgData name="James Martin" userId="5c604502-4ee2-4081-9f0b-59e4decb0522" providerId="ADAL" clId="{2ED9032E-5F0F-41B2-A494-7461C54B8C03}" dt="2026-09-24T12:10:38.843" v="4011" actId="108"/>
        <pc:sldMkLst>
          <pc:docMk/>
          <pc:sldMk cId="965995483" sldId="896"/>
        </pc:sldMkLst>
        <pc:spChg chg="mod">
          <ac:chgData name="James Martin" userId="5c604502-4ee2-4081-9f0b-59e4decb0522" providerId="ADAL" clId="{2ED9032E-5F0F-41B2-A494-7461C54B8C03}" dt="2026-09-24T12:10:38.843" v="4011" actId="108"/>
          <ac:spMkLst>
            <pc:docMk/>
            <pc:sldMk cId="965995483" sldId="896"/>
            <ac:spMk id="247" creationId="{E54C188D-58B0-79FE-7B65-8A59716425B9}"/>
          </ac:spMkLst>
        </pc:spChg>
      </pc:sldChg>
      <pc:sldChg chg="modNotesTx">
        <pc:chgData name="James Martin" userId="5c604502-4ee2-4081-9f0b-59e4decb0522" providerId="ADAL" clId="{2ED9032E-5F0F-41B2-A494-7461C54B8C03}" dt="2026-09-24T12:14:21.109" v="4299" actId="20577"/>
        <pc:sldMkLst>
          <pc:docMk/>
          <pc:sldMk cId="774489978" sldId="919"/>
        </pc:sldMkLst>
      </pc:sldChg>
      <pc:sldChg chg="modNotesTx">
        <pc:chgData name="James Martin" userId="5c604502-4ee2-4081-9f0b-59e4decb0522" providerId="ADAL" clId="{2ED9032E-5F0F-41B2-A494-7461C54B8C03}" dt="2026-09-24T12:49:01.031" v="4977" actId="20577"/>
        <pc:sldMkLst>
          <pc:docMk/>
          <pc:sldMk cId="858668271" sldId="953"/>
        </pc:sldMkLst>
      </pc:sldChg>
      <pc:sldChg chg="addSp delSp add mod modNotesTx">
        <pc:chgData name="James Martin" userId="5c604502-4ee2-4081-9f0b-59e4decb0522" providerId="ADAL" clId="{2ED9032E-5F0F-41B2-A494-7461C54B8C03}" dt="2026-09-24T16:20:44.520" v="5075" actId="20577"/>
        <pc:sldMkLst>
          <pc:docMk/>
          <pc:sldMk cId="1343185679" sldId="955"/>
        </pc:sldMkLst>
        <pc:spChg chg="add del">
          <ac:chgData name="James Martin" userId="5c604502-4ee2-4081-9f0b-59e4decb0522" providerId="ADAL" clId="{2ED9032E-5F0F-41B2-A494-7461C54B8C03}" dt="2026-09-24T11:25:30.102" v="552" actId="22"/>
          <ac:spMkLst>
            <pc:docMk/>
            <pc:sldMk cId="1343185679" sldId="955"/>
            <ac:spMk id="4" creationId="{2B4D5D26-6C79-DF8F-AD42-DCD9094A40A4}"/>
          </ac:spMkLst>
        </pc:spChg>
      </pc:sldChg>
      <pc:sldChg chg="addSp delSp modSp add mod">
        <pc:chgData name="James Martin" userId="5c604502-4ee2-4081-9f0b-59e4decb0522" providerId="ADAL" clId="{2ED9032E-5F0F-41B2-A494-7461C54B8C03}" dt="2026-09-18T15:24:42.333" v="98"/>
        <pc:sldMkLst>
          <pc:docMk/>
          <pc:sldMk cId="1749515256" sldId="956"/>
        </pc:sldMkLst>
        <pc:spChg chg="add">
          <ac:chgData name="James Martin" userId="5c604502-4ee2-4081-9f0b-59e4decb0522" providerId="ADAL" clId="{2ED9032E-5F0F-41B2-A494-7461C54B8C03}" dt="2026-09-18T15:18:17.371" v="53" actId="22"/>
          <ac:spMkLst>
            <pc:docMk/>
            <pc:sldMk cId="1749515256" sldId="956"/>
            <ac:spMk id="3" creationId="{FFB5C576-3C7A-252C-559A-698EDBD9205E}"/>
          </ac:spMkLst>
        </pc:spChg>
        <pc:spChg chg="mod">
          <ac:chgData name="James Martin" userId="5c604502-4ee2-4081-9f0b-59e4decb0522" providerId="ADAL" clId="{2ED9032E-5F0F-41B2-A494-7461C54B8C03}" dt="2026-09-18T15:24:42.333" v="98"/>
          <ac:spMkLst>
            <pc:docMk/>
            <pc:sldMk cId="1749515256" sldId="956"/>
            <ac:spMk id="10" creationId="{0F818EFD-4447-D488-E3D0-C2F15A040D12}"/>
          </ac:spMkLst>
        </pc:spChg>
        <pc:spChg chg="mod">
          <ac:chgData name="James Martin" userId="5c604502-4ee2-4081-9f0b-59e4decb0522" providerId="ADAL" clId="{2ED9032E-5F0F-41B2-A494-7461C54B8C03}" dt="2026-09-18T15:24:42.333" v="98"/>
          <ac:spMkLst>
            <pc:docMk/>
            <pc:sldMk cId="1749515256" sldId="956"/>
            <ac:spMk id="11" creationId="{E3F5713A-E7CC-D5C5-541A-ED6837E080C5}"/>
          </ac:spMkLst>
        </pc:spChg>
        <pc:grpChg chg="add mod">
          <ac:chgData name="James Martin" userId="5c604502-4ee2-4081-9f0b-59e4decb0522" providerId="ADAL" clId="{2ED9032E-5F0F-41B2-A494-7461C54B8C03}" dt="2026-09-18T15:24:42.333" v="98"/>
          <ac:grpSpMkLst>
            <pc:docMk/>
            <pc:sldMk cId="1749515256" sldId="956"/>
            <ac:grpSpMk id="9" creationId="{B0A45F1F-FA70-B957-E32D-09B8BB9A03C1}"/>
          </ac:grpSpMkLst>
        </pc:grpChg>
        <pc:cxnChg chg="mod">
          <ac:chgData name="James Martin" userId="5c604502-4ee2-4081-9f0b-59e4decb0522" providerId="ADAL" clId="{2ED9032E-5F0F-41B2-A494-7461C54B8C03}" dt="2026-09-18T15:24:42.333" v="98"/>
          <ac:cxnSpMkLst>
            <pc:docMk/>
            <pc:sldMk cId="1749515256" sldId="956"/>
            <ac:cxnSpMk id="12" creationId="{6A39C2C3-7BBA-0A0C-FCC3-516145F4075F}"/>
          </ac:cxnSpMkLst>
        </pc:cxnChg>
      </pc:sldChg>
      <pc:sldChg chg="addSp delSp modSp add mod">
        <pc:chgData name="James Martin" userId="5c604502-4ee2-4081-9f0b-59e4decb0522" providerId="ADAL" clId="{2ED9032E-5F0F-41B2-A494-7461C54B8C03}" dt="2026-09-18T15:24:32.655" v="96"/>
        <pc:sldMkLst>
          <pc:docMk/>
          <pc:sldMk cId="2187567680" sldId="957"/>
        </pc:sldMkLst>
        <pc:spChg chg="mod">
          <ac:chgData name="James Martin" userId="5c604502-4ee2-4081-9f0b-59e4decb0522" providerId="ADAL" clId="{2ED9032E-5F0F-41B2-A494-7461C54B8C03}" dt="2026-09-18T15:18:51.637" v="58"/>
          <ac:spMkLst>
            <pc:docMk/>
            <pc:sldMk cId="2187567680" sldId="957"/>
            <ac:spMk id="4" creationId="{AA1275A0-C68E-8709-D7C9-C1B3820CF090}"/>
          </ac:spMkLst>
        </pc:spChg>
        <pc:spChg chg="mod">
          <ac:chgData name="James Martin" userId="5c604502-4ee2-4081-9f0b-59e4decb0522" providerId="ADAL" clId="{2ED9032E-5F0F-41B2-A494-7461C54B8C03}" dt="2026-09-18T15:18:51.637" v="58"/>
          <ac:spMkLst>
            <pc:docMk/>
            <pc:sldMk cId="2187567680" sldId="957"/>
            <ac:spMk id="5" creationId="{396BB376-6791-FF47-F5E1-0E50F2B47B75}"/>
          </ac:spMkLst>
        </pc:spChg>
        <pc:spChg chg="mod">
          <ac:chgData name="James Martin" userId="5c604502-4ee2-4081-9f0b-59e4decb0522" providerId="ADAL" clId="{2ED9032E-5F0F-41B2-A494-7461C54B8C03}" dt="2026-09-18T15:18:51.637" v="58"/>
          <ac:spMkLst>
            <pc:docMk/>
            <pc:sldMk cId="2187567680" sldId="957"/>
            <ac:spMk id="7" creationId="{69B903E6-63C6-12CD-51B4-E096B5AE5E7A}"/>
          </ac:spMkLst>
        </pc:spChg>
        <pc:spChg chg="mod">
          <ac:chgData name="James Martin" userId="5c604502-4ee2-4081-9f0b-59e4decb0522" providerId="ADAL" clId="{2ED9032E-5F0F-41B2-A494-7461C54B8C03}" dt="2026-09-18T15:24:32.655" v="96"/>
          <ac:spMkLst>
            <pc:docMk/>
            <pc:sldMk cId="2187567680" sldId="957"/>
            <ac:spMk id="17" creationId="{66E74994-E2BA-EB6A-C7E0-8E40FE4DB509}"/>
          </ac:spMkLst>
        </pc:spChg>
        <pc:spChg chg="mod">
          <ac:chgData name="James Martin" userId="5c604502-4ee2-4081-9f0b-59e4decb0522" providerId="ADAL" clId="{2ED9032E-5F0F-41B2-A494-7461C54B8C03}" dt="2026-09-18T15:24:32.655" v="96"/>
          <ac:spMkLst>
            <pc:docMk/>
            <pc:sldMk cId="2187567680" sldId="957"/>
            <ac:spMk id="18" creationId="{8132DFDD-DC23-1710-5940-384343E2FFBC}"/>
          </ac:spMkLst>
        </pc:spChg>
        <pc:grpChg chg="add mod">
          <ac:chgData name="James Martin" userId="5c604502-4ee2-4081-9f0b-59e4decb0522" providerId="ADAL" clId="{2ED9032E-5F0F-41B2-A494-7461C54B8C03}" dt="2026-09-18T15:18:51.637" v="58"/>
          <ac:grpSpMkLst>
            <pc:docMk/>
            <pc:sldMk cId="2187567680" sldId="957"/>
            <ac:grpSpMk id="2" creationId="{C1AE759B-7CC7-5CE5-A2F4-830EBBBE0D60}"/>
          </ac:grpSpMkLst>
        </pc:grpChg>
        <pc:grpChg chg="add mod">
          <ac:chgData name="James Martin" userId="5c604502-4ee2-4081-9f0b-59e4decb0522" providerId="ADAL" clId="{2ED9032E-5F0F-41B2-A494-7461C54B8C03}" dt="2026-09-18T15:24:32.655" v="96"/>
          <ac:grpSpMkLst>
            <pc:docMk/>
            <pc:sldMk cId="2187567680" sldId="957"/>
            <ac:grpSpMk id="16" creationId="{04481BFE-79DF-1978-0BA5-14976001FE6E}"/>
          </ac:grpSpMkLst>
        </pc:grpChg>
        <pc:cxnChg chg="mod">
          <ac:chgData name="James Martin" userId="5c604502-4ee2-4081-9f0b-59e4decb0522" providerId="ADAL" clId="{2ED9032E-5F0F-41B2-A494-7461C54B8C03}" dt="2026-09-18T15:18:51.637" v="58"/>
          <ac:cxnSpMkLst>
            <pc:docMk/>
            <pc:sldMk cId="2187567680" sldId="957"/>
            <ac:cxnSpMk id="8" creationId="{154F30F1-2F87-653B-AE5E-12A24D152E62}"/>
          </ac:cxnSpMkLst>
        </pc:cxnChg>
        <pc:cxnChg chg="mod">
          <ac:chgData name="James Martin" userId="5c604502-4ee2-4081-9f0b-59e4decb0522" providerId="ADAL" clId="{2ED9032E-5F0F-41B2-A494-7461C54B8C03}" dt="2026-09-18T15:24:32.655" v="96"/>
          <ac:cxnSpMkLst>
            <pc:docMk/>
            <pc:sldMk cId="2187567680" sldId="957"/>
            <ac:cxnSpMk id="19" creationId="{C8AD15EE-C37E-69BD-C2B8-82E2B0C31514}"/>
          </ac:cxnSpMkLst>
        </pc:cxnChg>
      </pc:sldChg>
      <pc:sldChg chg="modSp add mod ord">
        <pc:chgData name="James Martin" userId="5c604502-4ee2-4081-9f0b-59e4decb0522" providerId="ADAL" clId="{2ED9032E-5F0F-41B2-A494-7461C54B8C03}" dt="2026-09-18T15:26:50.498" v="109"/>
        <pc:sldMkLst>
          <pc:docMk/>
          <pc:sldMk cId="89364880" sldId="958"/>
        </pc:sldMkLst>
        <pc:spChg chg="mod">
          <ac:chgData name="James Martin" userId="5c604502-4ee2-4081-9f0b-59e4decb0522" providerId="ADAL" clId="{2ED9032E-5F0F-41B2-A494-7461C54B8C03}" dt="2026-09-18T15:26:42.848" v="107" actId="6549"/>
          <ac:spMkLst>
            <pc:docMk/>
            <pc:sldMk cId="89364880" sldId="958"/>
            <ac:spMk id="143" creationId="{BDE93C3C-8CEF-06CB-31CA-C2C9468AD7B8}"/>
          </ac:spMkLst>
        </pc:spChg>
      </pc:sldChg>
      <pc:sldChg chg="add">
        <pc:chgData name="James Martin" userId="5c604502-4ee2-4081-9f0b-59e4decb0522" providerId="ADAL" clId="{2ED9032E-5F0F-41B2-A494-7461C54B8C03}" dt="2026-09-18T15:56:21.821" v="122"/>
        <pc:sldMkLst>
          <pc:docMk/>
          <pc:sldMk cId="589984254" sldId="959"/>
        </pc:sldMkLst>
      </pc:sldChg>
      <pc:sldChg chg="modSp add mod modNotesTx">
        <pc:chgData name="James Martin" userId="5c604502-4ee2-4081-9f0b-59e4decb0522" providerId="ADAL" clId="{2ED9032E-5F0F-41B2-A494-7461C54B8C03}" dt="2026-09-24T15:11:06.932" v="5070" actId="400"/>
        <pc:sldMkLst>
          <pc:docMk/>
          <pc:sldMk cId="2342047824" sldId="971"/>
        </pc:sldMkLst>
        <pc:spChg chg="mod">
          <ac:chgData name="James Martin" userId="5c604502-4ee2-4081-9f0b-59e4decb0522" providerId="ADAL" clId="{2ED9032E-5F0F-41B2-A494-7461C54B8C03}" dt="2026-09-24T15:11:06.932" v="5070" actId="400"/>
          <ac:spMkLst>
            <pc:docMk/>
            <pc:sldMk cId="2342047824" sldId="971"/>
            <ac:spMk id="150" creationId="{FC58872C-D828-6562-7269-C9BFD0BF5C0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10ab001f5b_0_8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g310ab001f5b_0_8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BDCF60AE-6D23-7160-1702-F048992F1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35C5EF6C-424B-9631-99B6-03EAE40F43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63CF6C57-5F85-A0CA-50D9-4557F221F9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72023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E3BB54DF-4C1E-0AFD-2A9E-28B640214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11a8d533eb_0_5:notes">
            <a:extLst>
              <a:ext uri="{FF2B5EF4-FFF2-40B4-BE49-F238E27FC236}">
                <a16:creationId xmlns:a16="http://schemas.microsoft.com/office/drawing/2014/main" id="{AFB5E564-E998-9602-2B41-31E13AB5A7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11a8d533eb_0_5:notes">
            <a:extLst>
              <a:ext uri="{FF2B5EF4-FFF2-40B4-BE49-F238E27FC236}">
                <a16:creationId xmlns:a16="http://schemas.microsoft.com/office/drawing/2014/main" id="{8793C0C3-B6A9-9ED4-8FAE-30E63B51CD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GB" sz="1100" dirty="0"/>
          </a:p>
        </p:txBody>
      </p:sp>
    </p:spTree>
    <p:extLst>
      <p:ext uri="{BB962C8B-B14F-4D97-AF65-F5344CB8AC3E}">
        <p14:creationId xmlns:p14="http://schemas.microsoft.com/office/powerpoint/2010/main" val="38969962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AC3292EE-3B7E-1E45-2A0A-5217D5156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11a8d533eb_0_5:notes">
            <a:extLst>
              <a:ext uri="{FF2B5EF4-FFF2-40B4-BE49-F238E27FC236}">
                <a16:creationId xmlns:a16="http://schemas.microsoft.com/office/drawing/2014/main" id="{6D524A1D-8559-D007-CA2C-EE0DB573DB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11a8d533eb_0_5:notes">
            <a:extLst>
              <a:ext uri="{FF2B5EF4-FFF2-40B4-BE49-F238E27FC236}">
                <a16:creationId xmlns:a16="http://schemas.microsoft.com/office/drawing/2014/main" id="{D3D3336A-478C-E049-037E-19DF2FF947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GB" sz="1100" dirty="0"/>
          </a:p>
        </p:txBody>
      </p:sp>
    </p:spTree>
    <p:extLst>
      <p:ext uri="{BB962C8B-B14F-4D97-AF65-F5344CB8AC3E}">
        <p14:creationId xmlns:p14="http://schemas.microsoft.com/office/powerpoint/2010/main" val="8496136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053E8FD0-1CC8-4C80-3238-127629FC3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11a8d533eb_0_5:notes">
            <a:extLst>
              <a:ext uri="{FF2B5EF4-FFF2-40B4-BE49-F238E27FC236}">
                <a16:creationId xmlns:a16="http://schemas.microsoft.com/office/drawing/2014/main" id="{E4900C0B-08FA-6A33-6AB1-F1D6F78BF8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11a8d533eb_0_5:notes">
            <a:extLst>
              <a:ext uri="{FF2B5EF4-FFF2-40B4-BE49-F238E27FC236}">
                <a16:creationId xmlns:a16="http://schemas.microsoft.com/office/drawing/2014/main" id="{D9C84606-5C2F-FA85-BA4C-795C5879D4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GB" sz="1100" dirty="0"/>
          </a:p>
        </p:txBody>
      </p:sp>
    </p:spTree>
    <p:extLst>
      <p:ext uri="{BB962C8B-B14F-4D97-AF65-F5344CB8AC3E}">
        <p14:creationId xmlns:p14="http://schemas.microsoft.com/office/powerpoint/2010/main" val="26596356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A2DB97CE-B305-A497-F9BB-F664D71E2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11a8d533eb_0_5:notes">
            <a:extLst>
              <a:ext uri="{FF2B5EF4-FFF2-40B4-BE49-F238E27FC236}">
                <a16:creationId xmlns:a16="http://schemas.microsoft.com/office/drawing/2014/main" id="{76045185-1885-320D-6840-6A2F961FBF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11a8d533eb_0_5:notes">
            <a:extLst>
              <a:ext uri="{FF2B5EF4-FFF2-40B4-BE49-F238E27FC236}">
                <a16:creationId xmlns:a16="http://schemas.microsoft.com/office/drawing/2014/main" id="{EBB4EDD6-360D-4E66-FBC8-A3220BF048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GB" sz="1100" dirty="0"/>
          </a:p>
        </p:txBody>
      </p:sp>
    </p:spTree>
    <p:extLst>
      <p:ext uri="{BB962C8B-B14F-4D97-AF65-F5344CB8AC3E}">
        <p14:creationId xmlns:p14="http://schemas.microsoft.com/office/powerpoint/2010/main" val="7154293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FB9CC646-2C60-7E77-902A-E71C3978C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11a8d533eb_0_5:notes">
            <a:extLst>
              <a:ext uri="{FF2B5EF4-FFF2-40B4-BE49-F238E27FC236}">
                <a16:creationId xmlns:a16="http://schemas.microsoft.com/office/drawing/2014/main" id="{96D21782-A9BC-BC2A-FAED-B77B312B03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11a8d533eb_0_5:notes">
            <a:extLst>
              <a:ext uri="{FF2B5EF4-FFF2-40B4-BE49-F238E27FC236}">
                <a16:creationId xmlns:a16="http://schemas.microsoft.com/office/drawing/2014/main" id="{361B0BB9-F6B3-0D0D-C68F-161285AA6B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sz="1100" dirty="0"/>
          </a:p>
        </p:txBody>
      </p:sp>
    </p:spTree>
    <p:extLst>
      <p:ext uri="{BB962C8B-B14F-4D97-AF65-F5344CB8AC3E}">
        <p14:creationId xmlns:p14="http://schemas.microsoft.com/office/powerpoint/2010/main" val="29390207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104A9216-1471-9006-71BD-E7FBDF4C7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1619c7a333_0_21:notes">
            <a:extLst>
              <a:ext uri="{FF2B5EF4-FFF2-40B4-BE49-F238E27FC236}">
                <a16:creationId xmlns:a16="http://schemas.microsoft.com/office/drawing/2014/main" id="{B605A1CC-1D20-1023-84C1-C4137748B8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1619c7a333_0_21:notes">
            <a:extLst>
              <a:ext uri="{FF2B5EF4-FFF2-40B4-BE49-F238E27FC236}">
                <a16:creationId xmlns:a16="http://schemas.microsoft.com/office/drawing/2014/main" id="{0D6E7922-FE4C-20C8-515C-4F6FBBA51B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Structure – a mix of presentation and practical workshop-style session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Workshop style – the aim here is to give you hands on experience – crucial for coding!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You should try and get some hands-on practice throughout the week. 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Don’t just do the exercises in class and leave it until the next week.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This is a 2h session – 10 min break on the hour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Bring a laptop or browser-compatible device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I’d recommend one with a keyboard (rather than a tablet) – but it’s up to you.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Make sure it’s charged before you get here – sockets are around the room, not v handy.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If someone is charging – keep an eye out for cables!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Introduce PhD demonstrators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you are encouraged to collaborate on the non-assessed work during the practical sessions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Obviously don’t collaborate on the assessed work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Any questions about the assessments should be asked of me individually –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813088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1BD09E40-922B-F99F-0CBF-A042F94ED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1619c7a333_0_21:notes">
            <a:extLst>
              <a:ext uri="{FF2B5EF4-FFF2-40B4-BE49-F238E27FC236}">
                <a16:creationId xmlns:a16="http://schemas.microsoft.com/office/drawing/2014/main" id="{4F5A082D-A355-21D5-AB3B-8AB581A69C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1619c7a333_0_21:notes">
            <a:extLst>
              <a:ext uri="{FF2B5EF4-FFF2-40B4-BE49-F238E27FC236}">
                <a16:creationId xmlns:a16="http://schemas.microsoft.com/office/drawing/2014/main" id="{4FFB0ADC-D2BF-4A28-36B3-EFF71EB0D6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Structure – a mix of presentation and practical workshop-style session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Workshop style – the aim here is to give you hands on experience – crucial for coding!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You should try and get some hands-on practice throughout the week. 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Don’t just do the exercises in class and leave it until the next week.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This is a 2h session – 10 min break on the hour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Bring a laptop or browser-compatible device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I’d recommend one with a keyboard (rather than a tablet) – but it’s up to you.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Make sure it’s charged before you get here – sockets are around the room, not v handy.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If someone is charging – keep an eye out for cables!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Introduce PhD demonstrators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you are encouraged to collaborate on the non-assessed work during the practical sessions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Obviously don’t collaborate on the assessed work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Any questions about the assessments should be asked of me individually –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840384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94C7EA7A-9190-4FF5-1497-E9900A30F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1619c7a333_0_21:notes">
            <a:extLst>
              <a:ext uri="{FF2B5EF4-FFF2-40B4-BE49-F238E27FC236}">
                <a16:creationId xmlns:a16="http://schemas.microsoft.com/office/drawing/2014/main" id="{96F2A5D5-0A76-28A4-8DC2-C00ED3531A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1619c7a333_0_21:notes">
            <a:extLst>
              <a:ext uri="{FF2B5EF4-FFF2-40B4-BE49-F238E27FC236}">
                <a16:creationId xmlns:a16="http://schemas.microsoft.com/office/drawing/2014/main" id="{AEF08FE9-C932-B398-96AA-86C22BA311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Structure – a mix of presentation and practical workshop-style session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Workshop style – the aim here is to give you hands on experience – crucial for coding!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You should try and get some hands-on practice throughout the week. 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Don’t just do the exercises in class and leave it until the next week.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This is a 2h session – 10 min break on the hour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Bring a laptop or browser-compatible device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I’d recommend one with a keyboard (rather than a tablet) – but it’s up to you.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Make sure it’s charged before you get here – sockets are around the room, not v handy.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If someone is charging – keep an eye out for cables!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Introduce PhD demonstrators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you are encouraged to collaborate on the non-assessed work during the practical sessions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Obviously don’t collaborate on the assessed work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Any questions about the assessments should be asked of me individually –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107313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0B14309A-75E7-C86C-95F7-F98AC89C8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1619c7a333_0_21:notes">
            <a:extLst>
              <a:ext uri="{FF2B5EF4-FFF2-40B4-BE49-F238E27FC236}">
                <a16:creationId xmlns:a16="http://schemas.microsoft.com/office/drawing/2014/main" id="{4B7BC635-FAA5-F40F-1D17-228D434E09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1619c7a333_0_21:notes">
            <a:extLst>
              <a:ext uri="{FF2B5EF4-FFF2-40B4-BE49-F238E27FC236}">
                <a16:creationId xmlns:a16="http://schemas.microsoft.com/office/drawing/2014/main" id="{CFD4F87C-59B3-988C-549C-AC051728AF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Structure – a mix of presentation and practical workshop-style session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Workshop style – the aim here is to give you hands on experience – crucial for coding!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You should try and get some hands-on practice throughout the week. 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Don’t just do the exercises in class and leave it until the next week.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This is a 2h session – 10 min break on the hour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Bring a laptop or browser-compatible device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I’d recommend one with a keyboard (rather than a tablet) – but it’s up to you.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Make sure it’s charged before you get here – sockets are around the room, not v handy.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If someone is charging – keep an eye out for cables!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Introduce PhD demonstrators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you are encouraged to collaborate on the non-assessed work during the practical sessions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Obviously don’t collaborate on the assessed work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Any questions about the assessments should be asked of me individually –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903364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9C07960B-36AA-4FB5-14B0-139BF56F1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1619c7a333_0_21:notes">
            <a:extLst>
              <a:ext uri="{FF2B5EF4-FFF2-40B4-BE49-F238E27FC236}">
                <a16:creationId xmlns:a16="http://schemas.microsoft.com/office/drawing/2014/main" id="{FAB37319-E2FA-06BE-B2C4-0F7262E435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1619c7a333_0_21:notes">
            <a:extLst>
              <a:ext uri="{FF2B5EF4-FFF2-40B4-BE49-F238E27FC236}">
                <a16:creationId xmlns:a16="http://schemas.microsoft.com/office/drawing/2014/main" id="{4705FF7D-9AD3-CBC0-9D60-019EC415F1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Structure – a mix of presentation and practical workshop-style session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Workshop style – the aim here is to give you hands on experience – crucial for coding!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You should try and get some hands-on practice throughout the week. 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Don’t just do the exercises in class and leave it until the next week.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This is a 2h session – 10 min break on the hour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Bring a laptop or browser-compatible device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I’d recommend one with a keyboard (rather than a tablet) – but it’s up to you.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Make sure it’s charged before you get here – sockets are around the room, not v handy.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If someone is charging – keep an eye out for cables!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Introduce PhD demonstrators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you are encouraged to collaborate on the non-assessed work during the practical sessions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Obviously don’t collaborate on the assessed work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Any questions about the assessments should be asked of me individually –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564326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47A6F30D-6603-424B-13F7-9B3548DEA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1619c7a333_0_21:notes">
            <a:extLst>
              <a:ext uri="{FF2B5EF4-FFF2-40B4-BE49-F238E27FC236}">
                <a16:creationId xmlns:a16="http://schemas.microsoft.com/office/drawing/2014/main" id="{588ABAC9-E670-A297-3A13-1BFE7AA268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1619c7a333_0_21:notes">
            <a:extLst>
              <a:ext uri="{FF2B5EF4-FFF2-40B4-BE49-F238E27FC236}">
                <a16:creationId xmlns:a16="http://schemas.microsoft.com/office/drawing/2014/main" id="{965CA382-8DB1-5DB4-A2B7-C8E5D76AEF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Structure – a mix of presentation and practical workshop-style session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Workshop style – the aim here is to give you hands on experience – crucial for coding!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You should try and get some hands-on practice throughout the week. 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Don’t just do the exercises in class and leave it until the next week.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This is a 2h session – 10 min break on the hour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Bring a laptop or browser-compatible device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I’d recommend one with a keyboard (rather than a tablet) – but it’s up to you.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Make sure it’s charged before you get here – sockets are around the room, not v handy.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If someone is charging – keep an eye out for cables!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Introduce PhD demonstrators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you are encouraged to collaborate on the non-assessed work during the practical sessions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Obviously don’t collaborate on the assessed work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Any questions about the assessments should be asked of me individually –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430842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255163EA-41F9-C640-1C47-F3D2530DB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1619c7a333_0_21:notes">
            <a:extLst>
              <a:ext uri="{FF2B5EF4-FFF2-40B4-BE49-F238E27FC236}">
                <a16:creationId xmlns:a16="http://schemas.microsoft.com/office/drawing/2014/main" id="{3313D081-B1BB-8A2A-8BFA-4A74ED0DA2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1619c7a333_0_21:notes">
            <a:extLst>
              <a:ext uri="{FF2B5EF4-FFF2-40B4-BE49-F238E27FC236}">
                <a16:creationId xmlns:a16="http://schemas.microsoft.com/office/drawing/2014/main" id="{16B47D7A-BCA4-8CAF-4B5F-D846692452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Structure – a mix of presentation and practical workshop-style session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Workshop style – the aim here is to give you hands on experience – crucial for coding!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You should try and get some hands-on practice throughout the week. 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Don’t just do the exercises in class and leave it until the next week.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This is a 2h session – 10 min break on the hour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Bring a laptop or browser-compatible device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I’d recommend one with a keyboard (rather than a tablet) – but it’s up to you.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Make sure it’s charged before you get here – sockets are around the room, not v handy.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If someone is charging – keep an eye out for cables!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Introduce PhD demonstrators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you are encouraged to collaborate on the non-assessed work during the practical sessions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Obviously don’t collaborate on the assessed work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Any questions about the assessments should be asked of me individually –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46838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B9C2974F-1380-DE25-2799-E9E898EE6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1619c7a333_0_8:notes">
            <a:extLst>
              <a:ext uri="{FF2B5EF4-FFF2-40B4-BE49-F238E27FC236}">
                <a16:creationId xmlns:a16="http://schemas.microsoft.com/office/drawing/2014/main" id="{D468BCE0-FB92-0652-71BC-7F41543E1B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1619c7a333_0_8:notes">
            <a:extLst>
              <a:ext uri="{FF2B5EF4-FFF2-40B4-BE49-F238E27FC236}">
                <a16:creationId xmlns:a16="http://schemas.microsoft.com/office/drawing/2014/main" id="{23E6A997-72BB-BA37-DDE5-112B6B133D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82481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72C45617-0E8D-1D22-315C-D10835E90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1619c7a333_0_8:notes">
            <a:extLst>
              <a:ext uri="{FF2B5EF4-FFF2-40B4-BE49-F238E27FC236}">
                <a16:creationId xmlns:a16="http://schemas.microsoft.com/office/drawing/2014/main" id="{CBB5445C-C823-2EDA-E847-A72F9EA578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1619c7a333_0_8:notes">
            <a:extLst>
              <a:ext uri="{FF2B5EF4-FFF2-40B4-BE49-F238E27FC236}">
                <a16:creationId xmlns:a16="http://schemas.microsoft.com/office/drawing/2014/main" id="{C85F8D3B-5E02-B4B3-148C-5982933AB0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18369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111B936A-727D-4CCD-ABA5-C163DA6BA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1619c7a333_0_8:notes">
            <a:extLst>
              <a:ext uri="{FF2B5EF4-FFF2-40B4-BE49-F238E27FC236}">
                <a16:creationId xmlns:a16="http://schemas.microsoft.com/office/drawing/2014/main" id="{CC1B4848-327B-1209-CABD-AB05C11864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1619c7a333_0_8:notes">
            <a:extLst>
              <a:ext uri="{FF2B5EF4-FFF2-40B4-BE49-F238E27FC236}">
                <a16:creationId xmlns:a16="http://schemas.microsoft.com/office/drawing/2014/main" id="{CAADADF1-1D21-7104-01A1-099CB008B1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13095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6ED467BD-72DE-C64E-B59E-4711E503B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1619c7a333_0_8:notes">
            <a:extLst>
              <a:ext uri="{FF2B5EF4-FFF2-40B4-BE49-F238E27FC236}">
                <a16:creationId xmlns:a16="http://schemas.microsoft.com/office/drawing/2014/main" id="{E8D5B3CD-76A7-F506-B89A-3E1C97F0E2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1619c7a333_0_8:notes">
            <a:extLst>
              <a:ext uri="{FF2B5EF4-FFF2-40B4-BE49-F238E27FC236}">
                <a16:creationId xmlns:a16="http://schemas.microsoft.com/office/drawing/2014/main" id="{0372119E-38FA-E319-5C69-0EFF3B2933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72520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843C7FC8-CA81-2029-E0A5-F81B3CCD9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1619c7a333_0_8:notes">
            <a:extLst>
              <a:ext uri="{FF2B5EF4-FFF2-40B4-BE49-F238E27FC236}">
                <a16:creationId xmlns:a16="http://schemas.microsoft.com/office/drawing/2014/main" id="{48D0FBB4-90D6-1560-CDCE-CA9E284D67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1619c7a333_0_8:notes">
            <a:extLst>
              <a:ext uri="{FF2B5EF4-FFF2-40B4-BE49-F238E27FC236}">
                <a16:creationId xmlns:a16="http://schemas.microsoft.com/office/drawing/2014/main" id="{FC4E5756-7829-8698-BD7D-A61052DA5E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74967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B1580BBF-82E7-594B-4D07-CE53FE220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1619c7a333_0_8:notes">
            <a:extLst>
              <a:ext uri="{FF2B5EF4-FFF2-40B4-BE49-F238E27FC236}">
                <a16:creationId xmlns:a16="http://schemas.microsoft.com/office/drawing/2014/main" id="{0FDE03E0-19AF-A75E-AFC4-A0F9078C2B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1619c7a333_0_8:notes">
            <a:extLst>
              <a:ext uri="{FF2B5EF4-FFF2-40B4-BE49-F238E27FC236}">
                <a16:creationId xmlns:a16="http://schemas.microsoft.com/office/drawing/2014/main" id="{F265E1A2-4094-4197-7465-13D65D4492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76098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4C1A973-0812-8BBF-AD05-B9C98FEAC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72E323D-EB2E-312B-CC05-B7F51920B5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04166A6-AAD4-0256-F389-DC31FC3FAF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GB" dirty="0"/>
              <a:t>Quarto version – via BB &gt; Topics &gt; Link to the main material of the course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131981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C99F056-09DF-4504-410E-3DCAD5F51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F74ED37-17FC-6893-9CA0-061793DE8B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3EE09FF-4CF1-CB4C-82B0-61FF62DD93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Quarto version – via BB &gt; Topics &gt; Link to the main material of the course</a:t>
            </a:r>
          </a:p>
        </p:txBody>
      </p:sp>
    </p:spTree>
    <p:extLst>
      <p:ext uri="{BB962C8B-B14F-4D97-AF65-F5344CB8AC3E}">
        <p14:creationId xmlns:p14="http://schemas.microsoft.com/office/powerpoint/2010/main" val="5678700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CDECA6E-B23A-3CCF-93E8-B4CA055F9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E180504-A7FF-D4BB-2224-89E44AF479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ABDD136-9480-D0DB-C21F-04BF147800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Quarto version – via BB &gt; Topics &gt; Link to the main material of the course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960050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CB54AAF-265A-031A-DB5E-D6025F6B6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BB578AC-03A9-F48A-D26A-0151C371AC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81286D3-28CA-9493-9EA2-5707135B5D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Open </a:t>
            </a:r>
            <a:r>
              <a:rPr lang="en-GB" dirty="0" err="1"/>
              <a:t>Noteable</a:t>
            </a:r>
            <a:r>
              <a:rPr lang="en-GB" dirty="0"/>
              <a:t> through Blackboard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Open the Quarto pages </a:t>
            </a:r>
            <a:r>
              <a:rPr lang="en-GB" dirty="0">
                <a:sym typeface="Wingdings" panose="05000000000000000000" pitchFamily="2" charset="2"/>
              </a:rPr>
              <a:t> go to the slides for week 1  down to the bottom for the link</a:t>
            </a: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442388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D368403-D186-7A77-180A-49E261664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AD4A758-F266-2774-EE69-0BE7999C1A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05DE8DF-9F8B-6F86-AE54-4066E2B78C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Open </a:t>
            </a:r>
            <a:r>
              <a:rPr lang="en-GB" dirty="0" err="1"/>
              <a:t>Noteable</a:t>
            </a:r>
            <a:r>
              <a:rPr lang="en-GB" dirty="0"/>
              <a:t> through Blackboard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Open the Quarto pages </a:t>
            </a:r>
            <a:r>
              <a:rPr lang="en-GB" dirty="0">
                <a:sym typeface="Wingdings" panose="05000000000000000000" pitchFamily="2" charset="2"/>
              </a:rPr>
              <a:t> go to the slides for week 1  down to the bottom for the link</a:t>
            </a: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6078101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7B7BA78-CD39-CFBF-010E-85DB0ED56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CF2ED4E-1D6E-62B5-115F-6A06B29A4A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2696C9D-316C-DA66-D7D2-D31B75C3ED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Open </a:t>
            </a:r>
            <a:r>
              <a:rPr lang="en-GB" dirty="0" err="1"/>
              <a:t>Noteable</a:t>
            </a:r>
            <a:r>
              <a:rPr lang="en-GB" dirty="0"/>
              <a:t> through Blackboard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Open the Quarto pages </a:t>
            </a:r>
            <a:r>
              <a:rPr lang="en-GB" dirty="0">
                <a:sym typeface="Wingdings" panose="05000000000000000000" pitchFamily="2" charset="2"/>
              </a:rPr>
              <a:t> go to the slides for week 1  down to the bottom for the link</a:t>
            </a: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820258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3464654-47E8-11E6-3115-6A4228F61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DFAD690-FE85-283C-BA2D-420C2451E3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F3518FC-6004-1ADD-CBD1-4282BAEAA1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Open </a:t>
            </a:r>
            <a:r>
              <a:rPr lang="en-GB" dirty="0" err="1"/>
              <a:t>Noteable</a:t>
            </a:r>
            <a:r>
              <a:rPr lang="en-GB" dirty="0"/>
              <a:t> through Blackboard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Open the Quarto pages </a:t>
            </a:r>
            <a:r>
              <a:rPr lang="en-GB" dirty="0">
                <a:sym typeface="Wingdings" panose="05000000000000000000" pitchFamily="2" charset="2"/>
              </a:rPr>
              <a:t> go to the slides for week 1  down to the bottom for the link</a:t>
            </a: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3427697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AD67206-DE19-1A21-EBDF-7E1C70346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7E8B5A5-A109-20AF-93FF-99517DFAD3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A8F8684-7619-CA4B-DE60-A39FE2643D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Open </a:t>
            </a:r>
            <a:r>
              <a:rPr lang="en-GB" dirty="0" err="1"/>
              <a:t>Noteable</a:t>
            </a:r>
            <a:r>
              <a:rPr lang="en-GB" dirty="0"/>
              <a:t> through Blackboard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Open the Quarto pages </a:t>
            </a:r>
            <a:r>
              <a:rPr lang="en-GB" dirty="0">
                <a:sym typeface="Wingdings" panose="05000000000000000000" pitchFamily="2" charset="2"/>
              </a:rPr>
              <a:t> go to the slides for week 1  down to the bottom for the link</a:t>
            </a: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591961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FA1D997-DAAB-A533-F7C4-3958D80F9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FAC0D14-6A3A-EC91-42FE-AEBC00673C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32E7BDD-B2DB-DB89-9768-F6BA4CDBEF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Open </a:t>
            </a:r>
            <a:r>
              <a:rPr lang="en-GB" dirty="0" err="1"/>
              <a:t>Noteable</a:t>
            </a:r>
            <a:r>
              <a:rPr lang="en-GB" dirty="0"/>
              <a:t> through Blackboard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Open the Quarto pages </a:t>
            </a:r>
            <a:r>
              <a:rPr lang="en-GB" dirty="0">
                <a:sym typeface="Wingdings" panose="05000000000000000000" pitchFamily="2" charset="2"/>
              </a:rPr>
              <a:t> go to the slides for week 1  down to the bottom for the link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GB" dirty="0">
              <a:sym typeface="Wingdings" panose="05000000000000000000" pitchFamily="2" charset="2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GB" dirty="0">
              <a:sym typeface="Wingdings" panose="05000000000000000000" pitchFamily="2" charset="2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BB &gt; Unit Information and Resources &gt; Access Python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2284297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5332E04-25AB-5882-D840-1FEE938FD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146C720-FCDF-4F07-99DC-99158CDCD3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066C30C-B18E-CF5C-6913-46CF333F6E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Open </a:t>
            </a:r>
            <a:r>
              <a:rPr lang="en-GB" dirty="0" err="1"/>
              <a:t>Noteable</a:t>
            </a:r>
            <a:r>
              <a:rPr lang="en-GB" dirty="0"/>
              <a:t> through Blackboard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Open the Quarto pages </a:t>
            </a:r>
            <a:r>
              <a:rPr lang="en-GB" dirty="0">
                <a:sym typeface="Wingdings" panose="05000000000000000000" pitchFamily="2" charset="2"/>
              </a:rPr>
              <a:t> go to the slides for week 1  down to the bottom for the link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GB" dirty="0">
              <a:sym typeface="Wingdings" panose="05000000000000000000" pitchFamily="2" charset="2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GB" dirty="0"/>
              <a:t>BB &gt; Unit Information and Resources &gt; Access Python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ym typeface="Wingdings" panose="05000000000000000000" pitchFamily="2" charset="2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3037133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B523550-8152-5A0A-BA99-F55C19689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81B962B-CDE2-E685-DCFB-AE7E54E503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5FF940F-8B02-7AE4-0E2F-489F076CD9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6329992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46471AA-0BD8-B5C7-971B-1683D4E4F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EDB0957-6AAE-1C35-D8A7-442D87D6E0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D25DDA6-4605-671E-852F-2DACBA0D09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025402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29B21A3-2A00-4FBF-4583-221D82084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23FB953-FC5B-0BBC-1CB1-2A7F1CA531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AFE0DEF-77CD-1B2A-6302-4E30D15162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279738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9390830-991C-D3E1-4B1A-42EF7B7D8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B782CF8-03F5-5524-AF28-A4504735EA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49D4156-C618-FE96-3F4A-B8971A4FA4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024173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2A6BAAB-8566-0E91-2A6E-3240DF7B4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18CD694-4600-9177-6796-14D0C39DEF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C0F8E85-BB4C-6C41-36C5-106ED11EFE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9815605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3745718-90CE-C929-3468-91E7F9D62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7DC68DE-8DB6-F8E4-A722-0EAC9DD378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03D32C7-F9E5-30FE-36BD-E9D9037E9B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3602218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87FE782-7BDF-16FB-5BC2-01B251D3E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203B19A-B107-FF9F-01A6-C8BE3F067D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7171BB6-0654-5AA4-AF0D-E2F4ECFFE8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2938023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32B7ED0-3385-E570-6FF4-982AD0C6B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1BF6A7C-C7CB-FCE5-C516-9BB8328CE0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57D3A73-35DE-1C28-0070-FBBA1556E8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6508434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D018C8C-8A48-6010-2E42-EF18EA075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E00EDC0-7FAA-8826-1402-EB9CD463B0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F3DE09D-69D7-79F1-F621-3E541ED98A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5955348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97C70436-BB4C-70DC-BCA5-369FAB8A4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500C8CEC-02CD-2D80-0955-A57BE086B3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C157E08E-E65F-9EC1-739C-3EE21BFBC5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118297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E93918A6-C34D-476B-DB0B-DE387D935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52933789-1CB8-789B-50A3-07CDAF0DC7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22A9CEB0-9F0E-08B7-D08E-41EEC98C04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889508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5BCDE5B2-D9E8-062E-9AA1-4F1B083F0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6FB8FAF8-BF6D-B0F0-FBC0-5F4A1A9201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43FEC0A0-4656-7B41-1C59-349CE118A2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200356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E6F250A5-B462-A003-44CE-4F7BBC133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5620A868-388A-CB19-D13E-3964727FD2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69A068D3-D38E-AA7B-5C22-F1B8D2000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761218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D7803DB7-DFA9-63F1-9AED-A07B47C7E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A7919210-A624-1D3A-AB94-F9934728F7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A3171870-9306-4D16-9DC3-F4BFFA936F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249712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0A0A18D1-9183-BD08-5EF3-3F98BF74B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2AD269CA-7B1D-AE84-56F8-076C91FF1B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1523ED99-EDB0-6954-F236-6485C2CB7B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813760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B288B1C2-D9CD-F4F0-3D37-D0CDC6F44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DCFF3F23-90C1-A1E0-D005-F236173C1D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DFFB0396-5871-8DA5-E854-018470E97B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576780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DBA88AF8-FDB7-7367-5201-3EC50F67D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0EDF782F-408C-7232-3DFD-832CF03EC8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AEFF3625-D63C-4295-EB76-C482DA669A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50975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5858AC54-E034-CE41-189E-78596094B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27177E90-B619-2DC8-2882-B3251F832B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11B0384C-E481-34D4-0582-4ACCBD1674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095646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15D039D2-2CE2-A3CB-CC04-A35C12292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2833A456-C9D0-7ED1-0FC2-3E1AFBF9FE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EEBB2B6D-3271-B4B6-886A-8002019D32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960319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232E7C7F-9408-201F-44E5-FD293C51B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FF0AC67D-2717-D2B4-1DF6-CD0775AE01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FB30E516-A06D-38B8-1561-8A8290F3A2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597520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6967D27B-7129-A190-23BC-73E6A26E5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963208E3-774A-7E4C-B3C9-9652C5CD05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27335160-C3E4-DDD1-B574-A908185805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554164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C3EA1C71-344C-2FE0-8439-2D5FF5D65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7CEE62D3-DB26-492E-0C68-B32CDDC041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D9667AD4-C517-AEC3-712D-9CDF343A15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Next slide – at each of the first two steps, we progress through by saying one quantity is equal to a given value.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We are assigning values to variables, and it’s worth looking at this in detail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9514202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0274DC26-6439-0750-D7BB-3A52023B0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DBB9D8FA-A396-E9A9-41E8-AEE885EA52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8ED3A0D2-8C57-9A88-444E-91970AB511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475807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B24F49A6-A6BB-D097-E58B-47CFF28F9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1D6F21F6-A9BC-BCB0-8638-71982B6C15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DAE36C6C-ECFF-7158-AB12-940132D262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093112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E6C6261D-EBA2-12CB-9BF6-F941B5AC4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5E8CCE28-7D13-E8D0-C759-C42AE32172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B25E54BF-081C-EFF2-6829-D6AEB373DE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In regular written maths, “=” is a relational symbol -- we often use “=“ as a statement of fact describing the relationship between the left and right hand side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Here, we’re using it to give an instruction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It is not symmetric </a:t>
            </a:r>
            <a:r>
              <a:rPr lang="en-GB" dirty="0">
                <a:sym typeface="Wingdings" panose="05000000000000000000" pitchFamily="2" charset="2"/>
              </a:rPr>
              <a:t> writing 7 = x would give an error.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GB" dirty="0">
              <a:sym typeface="Wingdings" panose="05000000000000000000" pitchFamily="2" charset="2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4838262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9BB937E5-EFDF-2175-275D-279665AD8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E461B35B-AFC0-211D-CC90-3CC07E3C83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4F340BA9-3018-E7CC-06C6-85F182EB04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In regular written maths, “=” is a relational symbol -- we often use “=“ as a statement of fact describing the relationship between the left and right hand side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Here, we’re using it to give an instruction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It is not symmetric </a:t>
            </a:r>
            <a:r>
              <a:rPr lang="en-GB" dirty="0">
                <a:sym typeface="Wingdings" panose="05000000000000000000" pitchFamily="2" charset="2"/>
              </a:rPr>
              <a:t> writing 7 = x would give an error.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GB" dirty="0">
              <a:sym typeface="Wingdings" panose="05000000000000000000" pitchFamily="2" charset="2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5615351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3460CFDC-035E-BA4F-094C-0F409D949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C9023EBA-8DF6-5976-F8D8-F0A75CB735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A038B5C2-A169-3BF7-1F5D-5087D5ED57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In regular written maths, “=” is a relational symbol -- we often use “=“ as a statement of fact describing the relationship between the left and right hand side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Here, we’re using it to give an instruction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It is not symmetric </a:t>
            </a:r>
            <a:r>
              <a:rPr lang="en-GB" dirty="0">
                <a:sym typeface="Wingdings" panose="05000000000000000000" pitchFamily="2" charset="2"/>
              </a:rPr>
              <a:t> writing 7 = x would give an error.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GB" dirty="0">
              <a:sym typeface="Wingdings" panose="05000000000000000000" pitchFamily="2" charset="2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7060174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4D7F1EF8-2144-37D5-F14A-86B1A0DD9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95D8ECC4-CC5B-9590-5F41-7E295A2DB0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01B5CB11-502E-891D-E271-25724DC3CA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In regular written maths, “=” is a relational symbol -- we often use “=“ as a statement of fact describing the relationship between the left and right hand side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Here, we’re using it to give an instruction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It is not symmetric </a:t>
            </a:r>
            <a:r>
              <a:rPr lang="en-GB" dirty="0">
                <a:sym typeface="Wingdings" panose="05000000000000000000" pitchFamily="2" charset="2"/>
              </a:rPr>
              <a:t> writing 7 = x would give an error.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GB" dirty="0">
              <a:sym typeface="Wingdings" panose="05000000000000000000" pitchFamily="2" charset="2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6683217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060E022F-BD6C-5629-3373-518B3C0FD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B7F6A7BB-00A5-B350-F8A5-71C7A101B2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2A88D316-6EBC-67A0-FBA7-43B3CC8417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In regular written maths, “=” is a relational symbol -- we often use “=“ as a statement of fact describing the relationship between the left and right hand side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Here, we’re using it to give an instruction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It is not symmetric </a:t>
            </a:r>
            <a:r>
              <a:rPr lang="en-GB" dirty="0">
                <a:sym typeface="Wingdings" panose="05000000000000000000" pitchFamily="2" charset="2"/>
              </a:rPr>
              <a:t> writing 7 = x would give an error.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GB" dirty="0">
              <a:sym typeface="Wingdings" panose="05000000000000000000" pitchFamily="2" charset="2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255471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45843ECF-5F97-E1C1-0ACE-1E2113B4B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727FF47D-F562-9A53-E237-A463978ED9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29CC8420-A0BF-A0BC-B652-2E9E2BF375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In regular written maths, “=” is a relational symbol -- we often use “=“ as a statement of fact describing the relationship between the left and right hand side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Here, we’re using it to give an instruction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It is not symmetric </a:t>
            </a:r>
            <a:r>
              <a:rPr lang="en-GB" dirty="0">
                <a:sym typeface="Wingdings" panose="05000000000000000000" pitchFamily="2" charset="2"/>
              </a:rPr>
              <a:t> writing 7 = x would give an error.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GB" dirty="0">
              <a:sym typeface="Wingdings" panose="05000000000000000000" pitchFamily="2" charset="2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8356261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E02D5A52-3F7A-515F-CC66-9F4B40D43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604735F9-217F-AD05-25B3-1ABE052451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C85D6B2D-FFB6-3254-CB86-3B81C02F01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860182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5454D9BB-9EDE-22CA-947D-C5AE4C5B6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8B4B6CD5-374C-E30D-EFC0-74CAAA4415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4BA4B325-3D7B-F9CA-3182-204CCEA1E2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641894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6A2FB705-765A-A6B9-2A0E-22CF69C25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3F85CC45-035F-7503-A3E4-F32C0A8FD7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A3525609-32B5-EFD0-D2F9-B8FFD4E6CF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062315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E5EC4836-980D-5574-CACA-DB04E7714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78783393-5B97-6670-2850-50E75E1E29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1AE988CE-AB91-E61B-A35F-CFB86E2267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004954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395D30C6-C316-65D5-9607-AE5477495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3DA90167-0204-C5DB-8B1E-F3445D5910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C91B4687-B5EA-D29B-B17E-6F76A6EDF6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445435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AB11DCD4-3907-2BEB-8EF7-93E12DE0D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3B1A9DCE-C6CB-469D-B785-F942E7BCE4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B271853D-40AF-771A-8AA7-5CFD4FDF69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7032552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28300EC0-08F7-19CE-040F-A47E62D34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A968F89A-CA9A-2E9F-8119-6C46255AB8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FED5BD09-8C24-9674-29DA-5B6F84AD46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8803009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2C3B4F26-E597-4A10-27AF-3DD6F300E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F6B596CC-2547-DD3D-BBD4-727B4B4CF5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3CE1BF98-B0D1-30CF-839E-37E0B754AC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9387326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70DD6EDE-209F-0DB1-6B1F-3995A3639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93AA32D8-01A5-41C3-4D3D-B9C14DA1CE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154B7B99-D43F-A792-3811-A992B30345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142660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734F295C-716D-0B8E-BAED-CD59611CA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7EC53B47-0E1D-E342-88F4-18E45BCD9E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1116715D-2F28-C824-1C21-8E768CEEF3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4424302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AA40A31C-96AB-CD2C-126C-21297D6C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17491D86-5AFE-07BD-34CE-D107AA9BA3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7127D8F4-AF30-6762-8A03-340FD54EF6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9310258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C1907E75-41C3-B27B-C298-0EFF2E884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2082D997-9220-0920-2270-EF89CAAC4F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C49232B7-0375-864F-7027-A9665D7ED3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9270444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74DBDAE2-CC31-475B-09D4-ABE966EDA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6DBA55D6-DD3B-6644-FFEA-4B46FE346B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5342AD5E-A3D0-C915-BC86-9337D654AC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862304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4FFE4D72-DACC-E3F3-886D-84AC950E2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A4034E41-662A-B425-C762-6EF3AA2B3C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48081A15-C5C4-EAD8-5471-BEACEA597F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864703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539137D2-998D-0A85-EEA5-5CB8B2768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49B1389B-C7CD-A0FE-284C-9DC3984F86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A7186896-D25D-EB0D-64C2-E394B41AE1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0984608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46B3DF66-E680-3D4A-781A-D162F5F5C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B46FBF1C-8404-CA81-B5DF-B504E965DF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B7DEBD24-05B2-241D-E314-6C2255A407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7888234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1F25862B-057C-A043-D350-DA3EBBFF6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A33EC89F-7616-FCA7-330B-16CDB1067E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4382BA37-AEE0-EF6A-F0DD-9240221406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0561385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E408B546-49F5-32B4-3A75-5A4252F47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E52B2FCA-6B92-D97C-8605-15833A6E40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50990254-4F33-56FF-7BC6-3CCBA35E5E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582207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6B619006-F3BD-3625-DBB0-21D4FF7CB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4BD61656-18C5-FEF6-9679-45AA378DA9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ADD22051-CF73-3575-4075-AC21980700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3011707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D0A7328E-D8E2-0214-3970-3B5957B22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28220F65-D675-8D35-8F8A-10CCA4EB85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BC503AC9-1E73-D484-70B5-BCE03E0720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7696828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F0A2CE56-DA39-9EEA-53E7-865DF4A07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86AD0D3C-EB50-FE78-2DB3-955189BDE9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94BFF9B9-D923-BB9A-A819-8856DAB9E3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8699905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A5A79A38-17FC-5ECD-3878-CB6D961CF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B79E3912-81BB-8BB1-EDC5-943F398A0D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9E498D52-E61C-E8BB-DBFF-A716B41D71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1112039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7DBA781A-1330-49CE-03F1-91BD497B1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CA89D67A-B58B-EFBA-914B-EFBB65BC31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36BE5482-D5C8-FC1F-293A-1217F302EA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0199163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B56F599F-80DD-8A7E-EC93-CBEBED9D1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21596F29-E061-9BD9-7893-F122D198ED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C76329FD-E81A-D83C-B2FD-D4AED9BE2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0071677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545CFED3-F553-84E7-A94C-516752D90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1A76C5CD-11E5-60B8-8A98-FA0AA01AF9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BB62EA91-7D19-6B38-C441-07E84F34F5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Take a few seconds with the person next to you. Introduce yourselves if you don’t already know them. What are the answers?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Then ask someone for all the answers.</a:t>
            </a:r>
          </a:p>
        </p:txBody>
      </p:sp>
    </p:spTree>
    <p:extLst>
      <p:ext uri="{BB962C8B-B14F-4D97-AF65-F5344CB8AC3E}">
        <p14:creationId xmlns:p14="http://schemas.microsoft.com/office/powerpoint/2010/main" val="2036240638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0A4D6598-E327-C731-94C6-281753CD1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1A54DCE4-E222-1A4F-A61C-DA2941386C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54E97295-6C5C-16DD-60E3-2160BB0EB4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1290203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8EEE8845-C1FC-E8C2-6127-5120B276A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BE9C2450-7A39-7670-E5D3-23302D6CF2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AF6C35D5-B583-30C4-BB98-508442E0ED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1779722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E8856647-66BA-2D39-7A44-8AF23D398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EB89871C-D5BA-C5B1-3C50-6CCBD7F35D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BA4C682E-D217-FB53-70D4-8A1E0AF07E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8786977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3254A8C2-1370-B5D2-470E-DE53A6D2C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D4CA08BC-D76D-36AE-0885-34BB4CCC6E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E7316E84-C78E-A2BA-C891-3AA696AC09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3549686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3D8BEADA-E4EC-0534-3611-C5F1EDDD5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3C4E58C9-A767-4799-FC04-C0DD27C8A9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09D6CB96-52B7-0FCD-5B28-5520F80D93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6420890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5E9075DC-DB68-3D84-1CD4-C01BC48D1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0DE5BCB2-3A3F-B70F-5057-549B4F4B18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720338EB-C809-CE5F-C9E8-B763210B89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5885564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A76F6FC6-A2F5-B0FC-5CFA-E49FCDB40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721262F6-224E-1923-F952-7AB54ADD2A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49C4053C-9FD6-7A67-AE05-E97221AE81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4083624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48885E72-3C0C-214D-8910-59F6495EF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04F5FA73-5D91-7D9A-180E-FC1DA377EC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00D99BFF-2830-516C-516D-5AF2CD73E9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Different types of collections – sets, dictionaries, tuples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7084081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0EC9F06-D370-B665-DF49-E453073A2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ACE5839-0A4A-1050-61E0-290459CC48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CFCD9E6-2831-859F-953E-B95A8B7C77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practical section – some explanatory remarks!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51865404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0D20394-B5F3-9967-8AB9-89BB8A667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AC6ABDB-B109-F770-C698-5110988F27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CD0F361-9B47-FC4F-174B-25231C8FD9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0540616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C11AFCF-9706-4246-1A6B-61534ACC3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51DDD7A-74B9-0CF5-3519-7ADE87E20F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9A06DB2-5310-3D7D-FB27-DF3CDFB83E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8686318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9456632-618A-1494-4B93-F38F42840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9BC7846-110F-4857-EDF7-C126476A30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0BA2816-6E37-83A7-511F-28CB52D707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3625458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ADBEBDC-E9F3-B8A5-6423-56B9727D6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33EB267-C28A-8A2F-2A29-2090F419D0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10610E0-6CFE-B387-A89F-D697ABE6EF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5796310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BFA5C43-B6C7-9E34-3479-7A630D1B9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5BEBFDC-94F2-4326-EFC1-C546E44D0F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9170D96-1CA7-21B4-815B-5F65EB08CB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2887239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1437B90-E5BF-4399-E7B6-96B2D1500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9580E76-7A9E-69D8-7FBC-E24006BDF9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00F47C5-4B47-A85D-8C68-D33919270C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8876150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585DAB7-C75D-5019-B697-846B2C97E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D9E46EB-6C45-4328-5FFA-98BAF84D45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0D5CE94-6612-A57B-4EC4-1570CE8760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326264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8485A37-B982-9461-9F44-1CAE217D5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6D2B07F-5AAD-CD04-7071-73013FF845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2EEFC27-94D3-BCD4-AAA1-AEA2A4EDD0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09387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FBF06A9-279F-D2DB-42A1-2D5EAC54C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2AA6729-0BE0-D28C-AD46-1E413F879D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E770D18-9AC4-3A1C-0D96-88760D6890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GB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GB" dirty="0"/>
              <a:t>Common question – what is assessed?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GB" dirty="0"/>
              <a:t>The material in ‘beginner’ is fair game for assessment.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GB" dirty="0"/>
              <a:t>This split is just for the first few weeks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GB" dirty="0"/>
              <a:t>There might be some of today’s Intermediate material that is assessed – but we’ll come back to that material in more detail later in the course.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endParaRPr lang="en-GB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GB" dirty="0"/>
              <a:t>Reminder -- don’t just work on this today and leave it all until next week -- I would encourage you to take a look throughout the week – little and often is better than getting it all done in one go.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endParaRPr lang="en-GB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GB" b="1" dirty="0"/>
              <a:t>Before starting – </a:t>
            </a:r>
            <a:r>
              <a:rPr lang="en-GB" b="1" dirty="0" err="1"/>
              <a:t>mentimeter</a:t>
            </a:r>
            <a:r>
              <a:rPr lang="en-GB" b="1" dirty="0"/>
              <a:t>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3473207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5EE457F-E1C5-A8C2-316A-19FF5D84C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EFEFEAA-8698-8B61-7E3F-544AAB8B33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284AFCB-56BA-82AE-63CA-C6060BDF35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GB" dirty="0"/>
              <a:t>BB &gt; Unit Information and Resources &gt; Access Python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endParaRPr lang="en-GB" b="1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GB" b="1" dirty="0"/>
              <a:t>Before starting – </a:t>
            </a:r>
            <a:r>
              <a:rPr lang="en-GB" b="1" dirty="0" err="1"/>
              <a:t>mentimeter</a:t>
            </a:r>
            <a:r>
              <a:rPr lang="en-GB" b="1" dirty="0"/>
              <a:t>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GB" dirty="0">
              <a:sym typeface="Wingdings" panose="05000000000000000000" pitchFamily="2" charset="2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39275452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/>
              <a:t>Before starting – </a:t>
            </a:r>
            <a:r>
              <a:rPr lang="en-GB" b="1" dirty="0" err="1"/>
              <a:t>mentimeter</a:t>
            </a:r>
            <a:r>
              <a:rPr lang="en-GB" b="1" dirty="0"/>
              <a:t> </a:t>
            </a:r>
            <a:endParaRPr b="1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2" name="Google Shape;22;p2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37" name="Google Shape;37;p4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4937760" cy="4023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2"/>
          </p:nvPr>
        </p:nvSpPr>
        <p:spPr>
          <a:xfrm>
            <a:off x="1097280" y="2582335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3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4"/>
          </p:nvPr>
        </p:nvSpPr>
        <p:spPr>
          <a:xfrm>
            <a:off x="6217920" y="2582334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9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  <a:defRPr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dt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ft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0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8" name="Google Shape;78;p10"/>
          <p:cNvSpPr>
            <a:spLocks noGrp="1"/>
          </p:cNvSpPr>
          <p:nvPr>
            <p:ph type="pic" idx="2"/>
          </p:nvPr>
        </p:nvSpPr>
        <p:spPr>
          <a:xfrm>
            <a:off x="15" y="0"/>
            <a:ext cx="12191985" cy="4915076"/>
          </a:xfrm>
          <a:prstGeom prst="rect">
            <a:avLst/>
          </a:prstGeom>
          <a:solidFill>
            <a:srgbClr val="BECAD4"/>
          </a:solidFill>
          <a:ln>
            <a:noFill/>
          </a:ln>
        </p:spPr>
        <p:txBody>
          <a:bodyPr spcFirstLastPara="1" wrap="square" lIns="457200" tIns="457200" rIns="0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  <a:defRPr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body" idx="1"/>
          </p:nvPr>
        </p:nvSpPr>
        <p:spPr>
          <a:xfrm>
            <a:off x="1097280" y="5907024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  <a:defRPr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1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body" idx="1"/>
          </p:nvPr>
        </p:nvSpPr>
        <p:spPr>
          <a:xfrm rot="5400000">
            <a:off x="1825401" y="-574899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" name="Google Shape;96;p1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3" name="Google Shape;13;p1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jsmartinstats.github.io/teaching.html" TargetMode="External"/><Relationship Id="rId4" Type="http://schemas.openxmlformats.org/officeDocument/2006/relationships/hyperlink" Target="mailto:Thomas.Maullin-Sapey@Bristol.ac.uk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hyperlink" Target="mailto:ft14968@bristol.ac.uk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jsmartinstats.github.io/teaching.html" TargetMode="External"/><Relationship Id="rId5" Type="http://schemas.openxmlformats.org/officeDocument/2006/relationships/hyperlink" Target="mailto:Thomas.Maullin-Sapey@Bristol.ac.uk" TargetMode="External"/><Relationship Id="rId4" Type="http://schemas.openxmlformats.org/officeDocument/2006/relationships/image" Target="../media/image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hyperlink" Target="mailto:ft14968@bristol.ac.uk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jsmartinstats.github.io/teaching.html" TargetMode="External"/><Relationship Id="rId5" Type="http://schemas.openxmlformats.org/officeDocument/2006/relationships/hyperlink" Target="mailto:Thomas.Maullin-Sapey@Bristol.ac.uk" TargetMode="External"/><Relationship Id="rId4" Type="http://schemas.openxmlformats.org/officeDocument/2006/relationships/image" Target="../media/image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le.bris.ac.uk/ultra/courses/_263550_1/outline/course-settings?courseId=_263550_1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le.bris.ac.uk/ultra/courses/_263550_1/outline/course-settings?courseId=_263550_1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le.bris.ac.uk/ultra/courses/_263550_1/outline/course-settings?courseId=_263550_1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le.bris.ac.uk/ultra/courses/_263550_1/outline/course-settings?courseId=_263550_1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le.bris.ac.uk/ultra/courses/_263550_1/outline/course-settings?courseId=_263550_1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mailto:git@github.com:jsmartinstats/SCIF10002-2026.git" TargetMode="Externa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hyperlink" Target="https://www.ole.bris.ac.uk/ultra/courses/_263550_1/outline/course-settings?courseId=_263550_1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mailto:git@github.com:jsmartinstats/SCIF10002-2026.git" TargetMode="Externa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hyperlink" Target="https://www.ole.bris.ac.uk/ultra/courses/_263550_1/outline/course-settings?courseId=_263550_1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hyperlink" Target="mailto:git@github.com:jsmartinstats/SCIF10002-2026.git" TargetMode="Externa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hyperlink" Target="https://www.ole.bris.ac.uk/ultra/courses/_263550_1/outline/course-settings?courseId=_263550_1" TargetMode="Externa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>
            <a:spLocks noGrp="1"/>
          </p:cNvSpPr>
          <p:nvPr>
            <p:ph type="ctrTitle"/>
          </p:nvPr>
        </p:nvSpPr>
        <p:spPr>
          <a:xfrm>
            <a:off x="956602" y="1639558"/>
            <a:ext cx="10359000" cy="13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r>
              <a:rPr lang="en-GB" sz="3000" b="1" dirty="0"/>
              <a:t>Lecture 1: </a:t>
            </a:r>
            <a:endParaRPr sz="3000" b="1" dirty="0"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endParaRPr sz="3000" b="1" dirty="0"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r>
              <a:rPr lang="en-GB" sz="3000" dirty="0"/>
              <a:t>Introduction &amp; Data Types</a:t>
            </a:r>
            <a:endParaRPr sz="3000" dirty="0"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endParaRPr sz="2000" dirty="0"/>
          </a:p>
        </p:txBody>
      </p:sp>
      <p:sp>
        <p:nvSpPr>
          <p:cNvPr id="102" name="Google Shape;102;p13"/>
          <p:cNvSpPr txBox="1"/>
          <p:nvPr/>
        </p:nvSpPr>
        <p:spPr>
          <a:xfrm>
            <a:off x="2897084" y="3907028"/>
            <a:ext cx="8280600" cy="17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SCIF10002 – Introduction to Coding and Data 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James S. Martin</a:t>
            </a:r>
            <a:endParaRPr sz="1800" dirty="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r>
              <a:rPr lang="en-GB" sz="18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September 2026</a:t>
            </a:r>
            <a:endParaRPr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0/19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294C1A8F-2638-E123-F721-7805ED7F0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20606C34-69BB-B340-0942-2044DE47AC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Today’s Lecture</a:t>
            </a:r>
            <a:endParaRPr dirty="0"/>
          </a:p>
        </p:txBody>
      </p:sp>
      <p:sp>
        <p:nvSpPr>
          <p:cNvPr id="3213" name="Google Shape;3213;p184">
            <a:extLst>
              <a:ext uri="{FF2B5EF4-FFF2-40B4-BE49-F238E27FC236}">
                <a16:creationId xmlns:a16="http://schemas.microsoft.com/office/drawing/2014/main" id="{F3969B4E-C860-2018-A5E7-AEA774C5C0FB}"/>
              </a:ext>
            </a:extLst>
          </p:cNvPr>
          <p:cNvSpPr txBox="1"/>
          <p:nvPr/>
        </p:nvSpPr>
        <p:spPr>
          <a:xfrm>
            <a:off x="1211100" y="1800300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1: Introduction and Data Types 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Course Structure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Setting up </a:t>
            </a: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Introduction to Coding</a:t>
            </a:r>
            <a:br>
              <a:rPr lang="en-GB" sz="12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Data Types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2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>
              <a:lnSpc>
                <a:spcPct val="90000"/>
              </a:lnSpc>
              <a:spcBef>
                <a:spcPts val="1200"/>
              </a:spcBef>
              <a:buClr>
                <a:srgbClr val="D9D9D9"/>
              </a:buClr>
              <a:buSzPts val="1800"/>
              <a:buFont typeface="Calibri"/>
              <a:buChar char="●"/>
            </a:pPr>
            <a: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Lecture 2: Booleans and Conditionals</a:t>
            </a:r>
            <a:b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Recap: Accessing </a:t>
            </a:r>
            <a:r>
              <a:rPr lang="en-GB" sz="1600" dirty="0" err="1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Recap: Booleans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If statements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A5D446DD-C480-EC0B-8735-8891D9982CD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7215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C490DC6B-94AF-3A55-BC07-94939DC69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>
            <a:extLst>
              <a:ext uri="{FF2B5EF4-FFF2-40B4-BE49-F238E27FC236}">
                <a16:creationId xmlns:a16="http://schemas.microsoft.com/office/drawing/2014/main" id="{66DEB737-7416-D373-A711-305BDDD85B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Course Structure</a:t>
            </a:r>
            <a:endParaRPr/>
          </a:p>
        </p:txBody>
      </p:sp>
      <p:sp>
        <p:nvSpPr>
          <p:cNvPr id="122" name="Google Shape;122;p16">
            <a:extLst>
              <a:ext uri="{FF2B5EF4-FFF2-40B4-BE49-F238E27FC236}">
                <a16:creationId xmlns:a16="http://schemas.microsoft.com/office/drawing/2014/main" id="{DBD98556-47CC-D10F-533C-2CA33D41C235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course will run for 20 weeks</a:t>
            </a: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sz="12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46AB0600-B0B4-20EF-2BD6-0161EFAA77A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01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FB4C0DD6-CA7F-21B4-7062-B51FB081E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>
            <a:extLst>
              <a:ext uri="{FF2B5EF4-FFF2-40B4-BE49-F238E27FC236}">
                <a16:creationId xmlns:a16="http://schemas.microsoft.com/office/drawing/2014/main" id="{B939A963-DB23-F3D0-9A61-3FE2E40A8C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Course Structure</a:t>
            </a:r>
            <a:endParaRPr/>
          </a:p>
        </p:txBody>
      </p:sp>
      <p:sp>
        <p:nvSpPr>
          <p:cNvPr id="122" name="Google Shape;122;p16">
            <a:extLst>
              <a:ext uri="{FF2B5EF4-FFF2-40B4-BE49-F238E27FC236}">
                <a16:creationId xmlns:a16="http://schemas.microsoft.com/office/drawing/2014/main" id="{5F19CA12-A005-D56F-850D-55155BA9DA1D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course will run for 20 weeks</a:t>
            </a: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will cover: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types, conditionals and loops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Building functions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 and linear algebra in python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Pandas 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dataframes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Plotting and visualisation</a:t>
            </a: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sz="12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51DE87A9-E2B6-BE8F-985E-1BE766ECBB7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3185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B023B165-330E-C646-C107-4DFB981C3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>
            <a:extLst>
              <a:ext uri="{FF2B5EF4-FFF2-40B4-BE49-F238E27FC236}">
                <a16:creationId xmlns:a16="http://schemas.microsoft.com/office/drawing/2014/main" id="{81F90A36-4E28-16F9-186D-03D4BCCB9C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Course Structure</a:t>
            </a:r>
            <a:endParaRPr/>
          </a:p>
        </p:txBody>
      </p:sp>
      <p:sp>
        <p:nvSpPr>
          <p:cNvPr id="122" name="Google Shape;122;p16">
            <a:extLst>
              <a:ext uri="{FF2B5EF4-FFF2-40B4-BE49-F238E27FC236}">
                <a16:creationId xmlns:a16="http://schemas.microsoft.com/office/drawing/2014/main" id="{5A990B5A-1609-DCCE-B80E-07FA688880C9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course will run for 20 weeks</a:t>
            </a: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will cover: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types, conditionals and loops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Building functions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 and linear algebra in python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Pandas 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dataframes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Plotting and visualisation</a:t>
            </a: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sz="12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03;p13">
            <a:extLst>
              <a:ext uri="{FF2B5EF4-FFF2-40B4-BE49-F238E27FC236}">
                <a16:creationId xmlns:a16="http://schemas.microsoft.com/office/drawing/2014/main" id="{8061AC0C-0F3A-01D8-6CE3-474F2347268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2/19</a:t>
            </a:r>
            <a:endParaRPr dirty="0">
              <a:solidFill>
                <a:srgbClr val="FFFFFF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F7A04A5-EAD9-BB90-2802-9F57B0D3BCE8}"/>
              </a:ext>
            </a:extLst>
          </p:cNvPr>
          <p:cNvGrpSpPr/>
          <p:nvPr/>
        </p:nvGrpSpPr>
        <p:grpSpPr>
          <a:xfrm>
            <a:off x="7098537" y="2015426"/>
            <a:ext cx="4057586" cy="2623438"/>
            <a:chOff x="7098537" y="2015426"/>
            <a:chExt cx="4057586" cy="2623438"/>
          </a:xfrm>
        </p:grpSpPr>
        <p:pic>
          <p:nvPicPr>
            <p:cNvPr id="8" name="Google Shape;125;p16">
              <a:extLst>
                <a:ext uri="{FF2B5EF4-FFF2-40B4-BE49-F238E27FC236}">
                  <a16:creationId xmlns:a16="http://schemas.microsoft.com/office/drawing/2014/main" id="{A012C884-7586-FB53-7C6A-240076E4C62F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rcRect/>
            <a:stretch/>
          </p:blipFill>
          <p:spPr>
            <a:xfrm>
              <a:off x="8905491" y="2015426"/>
              <a:ext cx="952268" cy="962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4CD8A76-665C-8FF6-1D68-EA4E95245343}"/>
                </a:ext>
              </a:extLst>
            </p:cNvPr>
            <p:cNvSpPr txBox="1"/>
            <p:nvPr/>
          </p:nvSpPr>
          <p:spPr>
            <a:xfrm>
              <a:off x="7098537" y="3500091"/>
              <a:ext cx="4057586" cy="1138773"/>
            </a:xfrm>
            <a:prstGeom prst="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u="sng" dirty="0"/>
                <a:t>Contact Details:</a:t>
              </a:r>
            </a:p>
            <a:p>
              <a:endParaRPr lang="en-GB" u="sng" dirty="0"/>
            </a:p>
            <a:p>
              <a:r>
                <a:rPr lang="en-GB" dirty="0"/>
                <a:t>Email: </a:t>
              </a:r>
              <a:r>
                <a:rPr lang="en-GB" dirty="0">
                  <a:solidFill>
                    <a:schemeClr val="accent2"/>
                  </a:solidFill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james.martin@bristol.ac.uk</a:t>
              </a:r>
              <a:endParaRPr lang="en-GB" dirty="0">
                <a:solidFill>
                  <a:schemeClr val="accent2"/>
                </a:solidFill>
              </a:endParaRPr>
            </a:p>
            <a:p>
              <a:r>
                <a:rPr lang="en-GB" dirty="0"/>
                <a:t>Office Hours: Thurs 11am-1pm, Fry Building</a:t>
              </a:r>
            </a:p>
            <a:p>
              <a:pPr marL="358775"/>
              <a:r>
                <a:rPr lang="en-GB" sz="1200" dirty="0"/>
                <a:t> - book through </a:t>
              </a:r>
              <a:r>
                <a:rPr lang="en-GB" sz="1200" dirty="0">
                  <a:hlinkClick r:id="rId5"/>
                </a:rPr>
                <a:t>jsmartinstats.github.io/teaching</a:t>
              </a:r>
              <a:endParaRPr lang="en-GB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58866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E2B86C23-CA7B-0C69-67BB-449D78FE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>
            <a:extLst>
              <a:ext uri="{FF2B5EF4-FFF2-40B4-BE49-F238E27FC236}">
                <a16:creationId xmlns:a16="http://schemas.microsoft.com/office/drawing/2014/main" id="{50420094-8693-6699-B280-E5B676BC8F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Course Structure</a:t>
            </a:r>
            <a:endParaRPr/>
          </a:p>
        </p:txBody>
      </p:sp>
      <p:sp>
        <p:nvSpPr>
          <p:cNvPr id="122" name="Google Shape;122;p16">
            <a:extLst>
              <a:ext uri="{FF2B5EF4-FFF2-40B4-BE49-F238E27FC236}">
                <a16:creationId xmlns:a16="http://schemas.microsoft.com/office/drawing/2014/main" id="{666DDD8C-0CC3-5ECE-ED95-951E682484A5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course will run for 20 weeks</a:t>
            </a: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will cover: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types, conditionals and loops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Building functions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 and linear algebra in python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Pandas 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dataframes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Plotting and visualisation</a:t>
            </a: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sz="12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 descr="Dr Francesco Turci - Our People">
            <a:extLst>
              <a:ext uri="{FF2B5EF4-FFF2-40B4-BE49-F238E27FC236}">
                <a16:creationId xmlns:a16="http://schemas.microsoft.com/office/drawing/2014/main" id="{D501F409-0002-0A19-E448-93E6950FA9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39000" y="2015362"/>
            <a:ext cx="962250" cy="962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55A03529-FCEE-9D53-CCCB-4373EE6F8E2E}"/>
              </a:ext>
            </a:extLst>
          </p:cNvPr>
          <p:cNvGrpSpPr/>
          <p:nvPr/>
        </p:nvGrpSpPr>
        <p:grpSpPr>
          <a:xfrm>
            <a:off x="7098537" y="2015426"/>
            <a:ext cx="4057586" cy="2623438"/>
            <a:chOff x="7098537" y="2015426"/>
            <a:chExt cx="4057586" cy="2623438"/>
          </a:xfrm>
        </p:grpSpPr>
        <p:pic>
          <p:nvPicPr>
            <p:cNvPr id="125" name="Google Shape;125;p16">
              <a:extLst>
                <a:ext uri="{FF2B5EF4-FFF2-40B4-BE49-F238E27FC236}">
                  <a16:creationId xmlns:a16="http://schemas.microsoft.com/office/drawing/2014/main" id="{A214F940-1804-6423-6539-36959C638E51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rcRect/>
            <a:stretch/>
          </p:blipFill>
          <p:spPr>
            <a:xfrm>
              <a:off x="8905491" y="2015426"/>
              <a:ext cx="952268" cy="962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13D6C6A-3C93-D8A7-35CC-0DC4163BFA07}"/>
                </a:ext>
              </a:extLst>
            </p:cNvPr>
            <p:cNvSpPr txBox="1"/>
            <p:nvPr/>
          </p:nvSpPr>
          <p:spPr>
            <a:xfrm>
              <a:off x="7098537" y="3500091"/>
              <a:ext cx="4057586" cy="1138773"/>
            </a:xfrm>
            <a:prstGeom prst="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u="sng" dirty="0"/>
                <a:t>Contact Details:</a:t>
              </a:r>
            </a:p>
            <a:p>
              <a:endParaRPr lang="en-GB" u="sng" dirty="0"/>
            </a:p>
            <a:p>
              <a:r>
                <a:rPr lang="en-GB" dirty="0"/>
                <a:t>Email: </a:t>
              </a:r>
              <a:r>
                <a:rPr lang="en-GB" dirty="0">
                  <a:solidFill>
                    <a:schemeClr val="accent2"/>
                  </a:solidFill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james.martin@bristol.ac.uk</a:t>
              </a:r>
              <a:endParaRPr lang="en-GB" dirty="0">
                <a:solidFill>
                  <a:schemeClr val="accent2"/>
                </a:solidFill>
              </a:endParaRPr>
            </a:p>
            <a:p>
              <a:r>
                <a:rPr lang="en-GB" dirty="0"/>
                <a:t>Office Hours: Thurs 11am-1pm, Fry Building</a:t>
              </a:r>
            </a:p>
            <a:p>
              <a:pPr marL="358775"/>
              <a:r>
                <a:rPr lang="en-GB" sz="1200" dirty="0"/>
                <a:t> - book through </a:t>
              </a:r>
              <a:r>
                <a:rPr lang="en-GB" sz="1200" dirty="0">
                  <a:hlinkClick r:id="rId6"/>
                </a:rPr>
                <a:t>jsmartinstats.github.io/teaching</a:t>
              </a:r>
              <a:endParaRPr lang="en-GB" sz="1200" dirty="0"/>
            </a:p>
          </p:txBody>
        </p:sp>
      </p:grpSp>
      <p:sp>
        <p:nvSpPr>
          <p:cNvPr id="4" name="Google Shape;103;p13">
            <a:extLst>
              <a:ext uri="{FF2B5EF4-FFF2-40B4-BE49-F238E27FC236}">
                <a16:creationId xmlns:a16="http://schemas.microsoft.com/office/drawing/2014/main" id="{E3B528AC-718A-B5E4-8F48-94E0CBA8674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2/19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9F79B5-9D06-AF27-9B12-987990F55416}"/>
              </a:ext>
            </a:extLst>
          </p:cNvPr>
          <p:cNvSpPr txBox="1"/>
          <p:nvPr/>
        </p:nvSpPr>
        <p:spPr>
          <a:xfrm>
            <a:off x="7098537" y="4796328"/>
            <a:ext cx="4057586" cy="738664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u="sng" dirty="0"/>
              <a:t>Contact Details:</a:t>
            </a:r>
          </a:p>
          <a:p>
            <a:r>
              <a:rPr lang="en-GB" u="sng" dirty="0"/>
              <a:t> </a:t>
            </a:r>
          </a:p>
          <a:p>
            <a:r>
              <a:rPr lang="en-GB" dirty="0"/>
              <a:t>Email: </a:t>
            </a:r>
            <a:r>
              <a:rPr lang="en-GB" dirty="0">
                <a:solidFill>
                  <a:schemeClr val="accent2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ft14968@Bristol.ac.uk</a:t>
            </a:r>
            <a:endParaRPr lang="en-GB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4102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B3BF9BDB-63F0-A36B-8D74-FF94B8C67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>
            <a:extLst>
              <a:ext uri="{FF2B5EF4-FFF2-40B4-BE49-F238E27FC236}">
                <a16:creationId xmlns:a16="http://schemas.microsoft.com/office/drawing/2014/main" id="{CA7BF72E-A872-A07B-8531-B4B96934B6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Course Structure</a:t>
            </a:r>
            <a:endParaRPr/>
          </a:p>
        </p:txBody>
      </p:sp>
      <p:sp>
        <p:nvSpPr>
          <p:cNvPr id="122" name="Google Shape;122;p16">
            <a:extLst>
              <a:ext uri="{FF2B5EF4-FFF2-40B4-BE49-F238E27FC236}">
                <a16:creationId xmlns:a16="http://schemas.microsoft.com/office/drawing/2014/main" id="{B4CFCB9C-37AA-4B2E-0331-C9B89F4BF81F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course will run for 20 weeks</a:t>
            </a: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will cover: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types, conditionals and loops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Building functions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 and linear algebra in python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Pandas 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dataframes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Plotting and visualisation</a:t>
            </a: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Classes: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 lecture per week (Thursday)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 small-group tutorial per two weeks (date should be on calendar)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sz="12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03;p13">
            <a:extLst>
              <a:ext uri="{FF2B5EF4-FFF2-40B4-BE49-F238E27FC236}">
                <a16:creationId xmlns:a16="http://schemas.microsoft.com/office/drawing/2014/main" id="{706081DF-FE73-63CD-5310-D775837C6BB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2/19</a:t>
            </a:r>
            <a:endParaRPr dirty="0">
              <a:solidFill>
                <a:srgbClr val="FFFFFF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38DD566-1DBE-1C02-52C7-E2B5C4744048}"/>
              </a:ext>
            </a:extLst>
          </p:cNvPr>
          <p:cNvGrpSpPr/>
          <p:nvPr/>
        </p:nvGrpSpPr>
        <p:grpSpPr>
          <a:xfrm>
            <a:off x="7098537" y="2015362"/>
            <a:ext cx="4057586" cy="3519630"/>
            <a:chOff x="7098537" y="2015362"/>
            <a:chExt cx="4057586" cy="3519630"/>
          </a:xfrm>
        </p:grpSpPr>
        <p:pic>
          <p:nvPicPr>
            <p:cNvPr id="7" name="Picture 2" descr="Dr Francesco Turci - Our People">
              <a:extLst>
                <a:ext uri="{FF2B5EF4-FFF2-40B4-BE49-F238E27FC236}">
                  <a16:creationId xmlns:a16="http://schemas.microsoft.com/office/drawing/2014/main" id="{FA4C30B5-C2C5-35DA-0BEC-F19C3667E08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39000" y="2015362"/>
              <a:ext cx="962250" cy="9623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5F01665-4BFC-A08F-A324-7C1D7204D6F0}"/>
                </a:ext>
              </a:extLst>
            </p:cNvPr>
            <p:cNvGrpSpPr/>
            <p:nvPr/>
          </p:nvGrpSpPr>
          <p:grpSpPr>
            <a:xfrm>
              <a:off x="7098537" y="2015426"/>
              <a:ext cx="4057586" cy="2623438"/>
              <a:chOff x="7098537" y="2015426"/>
              <a:chExt cx="4057586" cy="2623438"/>
            </a:xfrm>
          </p:grpSpPr>
          <p:pic>
            <p:nvPicPr>
              <p:cNvPr id="9" name="Google Shape;125;p16">
                <a:extLst>
                  <a:ext uri="{FF2B5EF4-FFF2-40B4-BE49-F238E27FC236}">
                    <a16:creationId xmlns:a16="http://schemas.microsoft.com/office/drawing/2014/main" id="{F4BF6113-C90E-8CD8-BCA4-6320D4257373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rcRect/>
              <a:stretch/>
            </p:blipFill>
            <p:spPr>
              <a:xfrm>
                <a:off x="8905491" y="2015426"/>
                <a:ext cx="952268" cy="9622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810EFE-5B6B-3D9F-D0DD-7FD8655A727C}"/>
                  </a:ext>
                </a:extLst>
              </p:cNvPr>
              <p:cNvSpPr txBox="1"/>
              <p:nvPr/>
            </p:nvSpPr>
            <p:spPr>
              <a:xfrm>
                <a:off x="7098537" y="3500091"/>
                <a:ext cx="4057586" cy="1138773"/>
              </a:xfrm>
              <a:prstGeom prst="rect">
                <a:avLst/>
              </a:prstGeom>
              <a:no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u="sng" dirty="0"/>
                  <a:t>Contact Details:</a:t>
                </a:r>
              </a:p>
              <a:p>
                <a:endParaRPr lang="en-GB" u="sng" dirty="0"/>
              </a:p>
              <a:p>
                <a:r>
                  <a:rPr lang="en-GB" dirty="0"/>
                  <a:t>Email: </a:t>
                </a:r>
                <a:r>
                  <a:rPr lang="en-GB" dirty="0">
                    <a:solidFill>
                      <a:schemeClr val="accent2"/>
                    </a:solidFill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james.martin@bristol.ac.uk</a:t>
                </a:r>
                <a:endParaRPr lang="en-GB" dirty="0">
                  <a:solidFill>
                    <a:schemeClr val="accent2"/>
                  </a:solidFill>
                </a:endParaRPr>
              </a:p>
              <a:p>
                <a:r>
                  <a:rPr lang="en-GB" dirty="0"/>
                  <a:t>Office Hours: Thurs 11am-1pm, Fry Building</a:t>
                </a:r>
              </a:p>
              <a:p>
                <a:pPr marL="358775"/>
                <a:r>
                  <a:rPr lang="en-GB" sz="1200" dirty="0"/>
                  <a:t> - book through </a:t>
                </a:r>
                <a:r>
                  <a:rPr lang="en-GB" sz="1200" dirty="0">
                    <a:hlinkClick r:id="rId6"/>
                  </a:rPr>
                  <a:t>jsmartinstats.github.io/teaching</a:t>
                </a:r>
                <a:endParaRPr lang="en-GB" sz="1200" dirty="0"/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EAAFFA9-54DD-8B79-1C51-EA5D7F661A72}"/>
                </a:ext>
              </a:extLst>
            </p:cNvPr>
            <p:cNvSpPr txBox="1"/>
            <p:nvPr/>
          </p:nvSpPr>
          <p:spPr>
            <a:xfrm>
              <a:off x="7098537" y="4796328"/>
              <a:ext cx="4057586" cy="738664"/>
            </a:xfrm>
            <a:prstGeom prst="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u="sng" dirty="0"/>
                <a:t>Contact Details:</a:t>
              </a:r>
            </a:p>
            <a:p>
              <a:r>
                <a:rPr lang="en-GB" u="sng" dirty="0"/>
                <a:t> </a:t>
              </a:r>
            </a:p>
            <a:p>
              <a:r>
                <a:rPr lang="en-GB" dirty="0"/>
                <a:t>Email: </a:t>
              </a:r>
              <a:r>
                <a:rPr lang="en-GB" dirty="0">
                  <a:solidFill>
                    <a:schemeClr val="accent2"/>
                  </a:solidFill>
                  <a:hlinkClick r:id="rId7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ft14968@Bristol.ac.uk</a:t>
              </a:r>
              <a:endParaRPr lang="en-GB" dirty="0"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49835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54BA6953-ED6E-5C24-978D-88F1C2EE0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>
            <a:extLst>
              <a:ext uri="{FF2B5EF4-FFF2-40B4-BE49-F238E27FC236}">
                <a16:creationId xmlns:a16="http://schemas.microsoft.com/office/drawing/2014/main" id="{15C54C34-2174-0541-F218-6AA01C75A1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Lectures</a:t>
            </a:r>
            <a:endParaRPr dirty="0"/>
          </a:p>
        </p:txBody>
      </p:sp>
      <p:sp>
        <p:nvSpPr>
          <p:cNvPr id="131" name="Google Shape;131;p17">
            <a:extLst>
              <a:ext uri="{FF2B5EF4-FFF2-40B4-BE49-F238E27FC236}">
                <a16:creationId xmlns:a16="http://schemas.microsoft.com/office/drawing/2014/main" id="{E6FD2860-75C1-CE14-6255-18F928C7C6AD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sz="1600" b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7">
            <a:extLst>
              <a:ext uri="{FF2B5EF4-FFF2-40B4-BE49-F238E27FC236}">
                <a16:creationId xmlns:a16="http://schemas.microsoft.com/office/drawing/2014/main" id="{84E3A01E-6C20-9C1D-5A07-21F906DDD9FA}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93500" y="1933375"/>
            <a:ext cx="2962176" cy="206105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03;p13">
            <a:extLst>
              <a:ext uri="{FF2B5EF4-FFF2-40B4-BE49-F238E27FC236}">
                <a16:creationId xmlns:a16="http://schemas.microsoft.com/office/drawing/2014/main" id="{E7651F08-0F1D-A2D6-52A2-E4FA288BC75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548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7E667905-2DB3-13B3-45A6-881948C54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>
            <a:extLst>
              <a:ext uri="{FF2B5EF4-FFF2-40B4-BE49-F238E27FC236}">
                <a16:creationId xmlns:a16="http://schemas.microsoft.com/office/drawing/2014/main" id="{954DB27F-6A2B-046F-D293-476BCA3AFF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Lectures</a:t>
            </a:r>
            <a:endParaRPr dirty="0"/>
          </a:p>
        </p:txBody>
      </p:sp>
      <p:sp>
        <p:nvSpPr>
          <p:cNvPr id="131" name="Google Shape;131;p17">
            <a:extLst>
              <a:ext uri="{FF2B5EF4-FFF2-40B4-BE49-F238E27FC236}">
                <a16:creationId xmlns:a16="http://schemas.microsoft.com/office/drawing/2014/main" id="{B4A24910-4722-0230-32CD-388B6B05949B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weekly lecture will consist of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≈ </a:t>
            </a:r>
            <a:r>
              <a:rPr lang="en-GB" sz="16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30-40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minutes presentation time covering: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Key concepts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Administrative points (e.g. homework submission etc)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Code Demonstrations</a:t>
            </a:r>
            <a:endParaRPr sz="1600" b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7">
            <a:extLst>
              <a:ext uri="{FF2B5EF4-FFF2-40B4-BE49-F238E27FC236}">
                <a16:creationId xmlns:a16="http://schemas.microsoft.com/office/drawing/2014/main" id="{5C701AE2-4FA4-46BF-527F-28A1CBABFA1C}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93500" y="1933375"/>
            <a:ext cx="2962176" cy="206105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03;p13">
            <a:extLst>
              <a:ext uri="{FF2B5EF4-FFF2-40B4-BE49-F238E27FC236}">
                <a16:creationId xmlns:a16="http://schemas.microsoft.com/office/drawing/2014/main" id="{6FA9898A-76B0-0436-CC5B-CA690B47672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7568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090AAA7C-6059-9FE0-268D-D5B857599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>
            <a:extLst>
              <a:ext uri="{FF2B5EF4-FFF2-40B4-BE49-F238E27FC236}">
                <a16:creationId xmlns:a16="http://schemas.microsoft.com/office/drawing/2014/main" id="{5CB8B989-1594-179C-8D40-207190F19D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Lectures</a:t>
            </a:r>
            <a:endParaRPr dirty="0"/>
          </a:p>
        </p:txBody>
      </p:sp>
      <p:sp>
        <p:nvSpPr>
          <p:cNvPr id="131" name="Google Shape;131;p17">
            <a:extLst>
              <a:ext uri="{FF2B5EF4-FFF2-40B4-BE49-F238E27FC236}">
                <a16:creationId xmlns:a16="http://schemas.microsoft.com/office/drawing/2014/main" id="{37227900-346A-DA62-04D6-AD2197236FF6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weekly lecture will consist of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≈ </a:t>
            </a:r>
            <a:r>
              <a:rPr lang="en-GB" sz="16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30-40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minutes presentation time covering: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Key concepts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Administrative points (e.g. homework submission etc)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Code Demonstrations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≈ </a:t>
            </a:r>
            <a:r>
              <a:rPr lang="en-GB" sz="16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1-1.5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hours practical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Designed to provide </a:t>
            </a:r>
            <a:r>
              <a:rPr lang="en-GB" sz="16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hands on experience</a:t>
            </a: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sz="1600" b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7">
            <a:extLst>
              <a:ext uri="{FF2B5EF4-FFF2-40B4-BE49-F238E27FC236}">
                <a16:creationId xmlns:a16="http://schemas.microsoft.com/office/drawing/2014/main" id="{49952B2E-D9EB-027E-6C3A-9353CC994E5C}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93500" y="1933375"/>
            <a:ext cx="2962176" cy="206105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03;p13">
            <a:extLst>
              <a:ext uri="{FF2B5EF4-FFF2-40B4-BE49-F238E27FC236}">
                <a16:creationId xmlns:a16="http://schemas.microsoft.com/office/drawing/2014/main" id="{5BA0B3F6-8531-F546-A4AF-55847CDA8E8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696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9D71A346-3F88-7BD7-B48C-D65561F9A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>
            <a:extLst>
              <a:ext uri="{FF2B5EF4-FFF2-40B4-BE49-F238E27FC236}">
                <a16:creationId xmlns:a16="http://schemas.microsoft.com/office/drawing/2014/main" id="{34DB4F34-7BFF-46EE-CBEB-611FBFD914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Lectures</a:t>
            </a:r>
            <a:endParaRPr dirty="0"/>
          </a:p>
        </p:txBody>
      </p:sp>
      <p:sp>
        <p:nvSpPr>
          <p:cNvPr id="131" name="Google Shape;131;p17">
            <a:extLst>
              <a:ext uri="{FF2B5EF4-FFF2-40B4-BE49-F238E27FC236}">
                <a16:creationId xmlns:a16="http://schemas.microsoft.com/office/drawing/2014/main" id="{91A8D0FB-B07E-9788-E6E8-7F18C2B0ECA4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weekly lecture will consist of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≈ </a:t>
            </a:r>
            <a:r>
              <a:rPr lang="en-GB" sz="16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30-40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minutes presentation time covering: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Key concepts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Administrative points (e.g. homework submission etc)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Code Demonstrations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≈ </a:t>
            </a:r>
            <a:r>
              <a:rPr lang="en-GB" sz="16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1-1.5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hours practical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Designed to provide </a:t>
            </a:r>
            <a:r>
              <a:rPr lang="en-GB" sz="16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hands on experience</a:t>
            </a: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sz="1600" b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7">
            <a:extLst>
              <a:ext uri="{FF2B5EF4-FFF2-40B4-BE49-F238E27FC236}">
                <a16:creationId xmlns:a16="http://schemas.microsoft.com/office/drawing/2014/main" id="{AFB27EC8-D737-95E2-3E38-8AA77F079AB4}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93500" y="1933375"/>
            <a:ext cx="2962176" cy="206105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03;p13">
            <a:extLst>
              <a:ext uri="{FF2B5EF4-FFF2-40B4-BE49-F238E27FC236}">
                <a16:creationId xmlns:a16="http://schemas.microsoft.com/office/drawing/2014/main" id="{274B7C9B-54F3-CF73-9451-C8D98549443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3/19</a:t>
            </a:r>
            <a:endParaRPr dirty="0">
              <a:solidFill>
                <a:srgbClr val="FFFFFF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12B7DE7-E38A-E88D-013C-4367C600099A}"/>
              </a:ext>
            </a:extLst>
          </p:cNvPr>
          <p:cNvGrpSpPr/>
          <p:nvPr/>
        </p:nvGrpSpPr>
        <p:grpSpPr>
          <a:xfrm>
            <a:off x="4247625" y="3933432"/>
            <a:ext cx="2728525" cy="875879"/>
            <a:chOff x="4247625" y="3965627"/>
            <a:chExt cx="2728525" cy="875879"/>
          </a:xfrm>
        </p:grpSpPr>
        <p:sp>
          <p:nvSpPr>
            <p:cNvPr id="8" name="Google Shape;135;p17">
              <a:extLst>
                <a:ext uri="{FF2B5EF4-FFF2-40B4-BE49-F238E27FC236}">
                  <a16:creationId xmlns:a16="http://schemas.microsoft.com/office/drawing/2014/main" id="{67129849-FF97-A3B2-9B81-851FC061A474}"/>
                </a:ext>
              </a:extLst>
            </p:cNvPr>
            <p:cNvSpPr txBox="1"/>
            <p:nvPr/>
          </p:nvSpPr>
          <p:spPr>
            <a:xfrm>
              <a:off x="4650550" y="3965627"/>
              <a:ext cx="2325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b="1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CRUCIAL TO CODING!!</a:t>
              </a:r>
              <a:endParaRPr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136;p17">
              <a:extLst>
                <a:ext uri="{FF2B5EF4-FFF2-40B4-BE49-F238E27FC236}">
                  <a16:creationId xmlns:a16="http://schemas.microsoft.com/office/drawing/2014/main" id="{D430506C-908A-B0A7-C200-A1AF0ECFF157}"/>
                </a:ext>
              </a:extLst>
            </p:cNvPr>
            <p:cNvSpPr/>
            <p:nvPr/>
          </p:nvSpPr>
          <p:spPr>
            <a:xfrm>
              <a:off x="4247625" y="4597397"/>
              <a:ext cx="1848375" cy="244109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" name="Google Shape;137;p17">
              <a:extLst>
                <a:ext uri="{FF2B5EF4-FFF2-40B4-BE49-F238E27FC236}">
                  <a16:creationId xmlns:a16="http://schemas.microsoft.com/office/drawing/2014/main" id="{7D55CEDB-B566-280F-F42A-F3C7618436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49342" y="4287967"/>
              <a:ext cx="330241" cy="237225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lg" len="lg"/>
            </a:ln>
          </p:spPr>
        </p:cxnSp>
      </p:grpSp>
    </p:spTree>
    <p:extLst>
      <p:ext uri="{BB962C8B-B14F-4D97-AF65-F5344CB8AC3E}">
        <p14:creationId xmlns:p14="http://schemas.microsoft.com/office/powerpoint/2010/main" val="2084385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71D801C0-BBE9-30EB-744E-64A86E006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>
            <a:extLst>
              <a:ext uri="{FF2B5EF4-FFF2-40B4-BE49-F238E27FC236}">
                <a16:creationId xmlns:a16="http://schemas.microsoft.com/office/drawing/2014/main" id="{B87CCB62-1525-5433-DFBA-95EA4067BD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Lectures</a:t>
            </a:r>
            <a:endParaRPr dirty="0"/>
          </a:p>
        </p:txBody>
      </p:sp>
      <p:sp>
        <p:nvSpPr>
          <p:cNvPr id="131" name="Google Shape;131;p17">
            <a:extLst>
              <a:ext uri="{FF2B5EF4-FFF2-40B4-BE49-F238E27FC236}">
                <a16:creationId xmlns:a16="http://schemas.microsoft.com/office/drawing/2014/main" id="{8C1F4A2D-AB15-D79F-A483-4F5077A35F24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weekly lecture will consist of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≈ </a:t>
            </a:r>
            <a:r>
              <a:rPr lang="en-GB" sz="16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30-40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minutes presentation time covering: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Key concepts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Administrative points (e.g. homework submission etc)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Code Demonstrations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≈ </a:t>
            </a:r>
            <a:r>
              <a:rPr lang="en-GB" sz="16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1-1.5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hours practical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Designed to provide </a:t>
            </a:r>
            <a:r>
              <a:rPr lang="en-GB" sz="16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hands on experience</a:t>
            </a: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sz="1600" b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7">
            <a:extLst>
              <a:ext uri="{FF2B5EF4-FFF2-40B4-BE49-F238E27FC236}">
                <a16:creationId xmlns:a16="http://schemas.microsoft.com/office/drawing/2014/main" id="{800A4BE4-1AB6-CBC5-61DE-6C2034651F31}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93500" y="1933375"/>
            <a:ext cx="2962176" cy="206105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03;p13">
            <a:extLst>
              <a:ext uri="{FF2B5EF4-FFF2-40B4-BE49-F238E27FC236}">
                <a16:creationId xmlns:a16="http://schemas.microsoft.com/office/drawing/2014/main" id="{38BA5AAA-29E4-7BC3-6442-3891FC56D85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3/19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" name="Google Shape;133;p17">
            <a:extLst>
              <a:ext uri="{FF2B5EF4-FFF2-40B4-BE49-F238E27FC236}">
                <a16:creationId xmlns:a16="http://schemas.microsoft.com/office/drawing/2014/main" id="{FFB5C576-3C7A-252C-559A-698EDBD9205E}"/>
              </a:ext>
            </a:extLst>
          </p:cNvPr>
          <p:cNvSpPr txBox="1"/>
          <p:nvPr/>
        </p:nvSpPr>
        <p:spPr>
          <a:xfrm>
            <a:off x="6096000" y="2410023"/>
            <a:ext cx="1683611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minute break on the hour</a:t>
            </a:r>
            <a:endParaRPr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0A45F1F-FA70-B957-E32D-09B8BB9A03C1}"/>
              </a:ext>
            </a:extLst>
          </p:cNvPr>
          <p:cNvGrpSpPr/>
          <p:nvPr/>
        </p:nvGrpSpPr>
        <p:grpSpPr>
          <a:xfrm>
            <a:off x="4247625" y="3933432"/>
            <a:ext cx="2728525" cy="875879"/>
            <a:chOff x="4247625" y="3965627"/>
            <a:chExt cx="2728525" cy="875879"/>
          </a:xfrm>
        </p:grpSpPr>
        <p:sp>
          <p:nvSpPr>
            <p:cNvPr id="10" name="Google Shape;135;p17">
              <a:extLst>
                <a:ext uri="{FF2B5EF4-FFF2-40B4-BE49-F238E27FC236}">
                  <a16:creationId xmlns:a16="http://schemas.microsoft.com/office/drawing/2014/main" id="{0F818EFD-4447-D488-E3D0-C2F15A040D12}"/>
                </a:ext>
              </a:extLst>
            </p:cNvPr>
            <p:cNvSpPr txBox="1"/>
            <p:nvPr/>
          </p:nvSpPr>
          <p:spPr>
            <a:xfrm>
              <a:off x="4650550" y="3965627"/>
              <a:ext cx="2325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b="1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CRUCIAL TO CODING!!</a:t>
              </a:r>
              <a:endParaRPr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36;p17">
              <a:extLst>
                <a:ext uri="{FF2B5EF4-FFF2-40B4-BE49-F238E27FC236}">
                  <a16:creationId xmlns:a16="http://schemas.microsoft.com/office/drawing/2014/main" id="{E3F5713A-E7CC-D5C5-541A-ED6837E080C5}"/>
                </a:ext>
              </a:extLst>
            </p:cNvPr>
            <p:cNvSpPr/>
            <p:nvPr/>
          </p:nvSpPr>
          <p:spPr>
            <a:xfrm>
              <a:off x="4247625" y="4597397"/>
              <a:ext cx="1848375" cy="244109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" name="Google Shape;137;p17">
              <a:extLst>
                <a:ext uri="{FF2B5EF4-FFF2-40B4-BE49-F238E27FC236}">
                  <a16:creationId xmlns:a16="http://schemas.microsoft.com/office/drawing/2014/main" id="{6A39C2C3-7BBA-0A0C-FCC3-516145F407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49342" y="4287967"/>
              <a:ext cx="330241" cy="237225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lg" len="lg"/>
            </a:ln>
          </p:spPr>
        </p:cxnSp>
      </p:grpSp>
    </p:spTree>
    <p:extLst>
      <p:ext uri="{BB962C8B-B14F-4D97-AF65-F5344CB8AC3E}">
        <p14:creationId xmlns:p14="http://schemas.microsoft.com/office/powerpoint/2010/main" val="1749515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927B5907-1EDB-B853-1824-2F25A1DEC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>
            <a:extLst>
              <a:ext uri="{FF2B5EF4-FFF2-40B4-BE49-F238E27FC236}">
                <a16:creationId xmlns:a16="http://schemas.microsoft.com/office/drawing/2014/main" id="{6592F2B0-4BDC-B002-1671-C43F106FAA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Lectures</a:t>
            </a:r>
            <a:endParaRPr dirty="0"/>
          </a:p>
        </p:txBody>
      </p:sp>
      <p:sp>
        <p:nvSpPr>
          <p:cNvPr id="131" name="Google Shape;131;p17">
            <a:extLst>
              <a:ext uri="{FF2B5EF4-FFF2-40B4-BE49-F238E27FC236}">
                <a16:creationId xmlns:a16="http://schemas.microsoft.com/office/drawing/2014/main" id="{5E8E321A-1EF1-5D73-2C8E-6634D7F3E810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weekly lecture will consist of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≈ </a:t>
            </a:r>
            <a:r>
              <a:rPr lang="en-GB" sz="16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30-40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minutes presentation time covering: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Key concepts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Administrative points (e.g. homework submission etc)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Code Demonstrations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≈ </a:t>
            </a:r>
            <a:r>
              <a:rPr lang="en-GB" sz="16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1-1.5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hours practical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Designed to provide </a:t>
            </a:r>
            <a:r>
              <a:rPr lang="en-GB" sz="16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hands on experience</a:t>
            </a: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sz="1600" b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7">
            <a:extLst>
              <a:ext uri="{FF2B5EF4-FFF2-40B4-BE49-F238E27FC236}">
                <a16:creationId xmlns:a16="http://schemas.microsoft.com/office/drawing/2014/main" id="{C60102CC-FA6F-2B51-593E-4DE4FA274B38}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93500" y="1933375"/>
            <a:ext cx="2962176" cy="206105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03;p13">
            <a:extLst>
              <a:ext uri="{FF2B5EF4-FFF2-40B4-BE49-F238E27FC236}">
                <a16:creationId xmlns:a16="http://schemas.microsoft.com/office/drawing/2014/main" id="{463C2672-FC99-CDDD-C559-59CE8AC4410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3/19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" name="Google Shape;133;p17">
            <a:extLst>
              <a:ext uri="{FF2B5EF4-FFF2-40B4-BE49-F238E27FC236}">
                <a16:creationId xmlns:a16="http://schemas.microsoft.com/office/drawing/2014/main" id="{26DA7F40-5A97-C176-FF1C-352F65F65AFC}"/>
              </a:ext>
            </a:extLst>
          </p:cNvPr>
          <p:cNvSpPr txBox="1"/>
          <p:nvPr/>
        </p:nvSpPr>
        <p:spPr>
          <a:xfrm>
            <a:off x="6096000" y="2410023"/>
            <a:ext cx="1683611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minute break on the hour</a:t>
            </a:r>
            <a:endParaRPr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1AE759B-7CC7-5CE5-A2F4-830EBBBE0D60}"/>
              </a:ext>
            </a:extLst>
          </p:cNvPr>
          <p:cNvGrpSpPr/>
          <p:nvPr/>
        </p:nvGrpSpPr>
        <p:grpSpPr>
          <a:xfrm>
            <a:off x="6535038" y="3483725"/>
            <a:ext cx="4774887" cy="2560172"/>
            <a:chOff x="6535038" y="3483725"/>
            <a:chExt cx="4774887" cy="2560172"/>
          </a:xfrm>
        </p:grpSpPr>
        <p:sp>
          <p:nvSpPr>
            <p:cNvPr id="4" name="Google Shape;133;p17">
              <a:extLst>
                <a:ext uri="{FF2B5EF4-FFF2-40B4-BE49-F238E27FC236}">
                  <a16:creationId xmlns:a16="http://schemas.microsoft.com/office/drawing/2014/main" id="{AA1275A0-C68E-8709-D7C9-C1B3820CF090}"/>
                </a:ext>
              </a:extLst>
            </p:cNvPr>
            <p:cNvSpPr txBox="1"/>
            <p:nvPr/>
          </p:nvSpPr>
          <p:spPr>
            <a:xfrm>
              <a:off x="6535038" y="5120598"/>
              <a:ext cx="3104461" cy="9232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1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Please bring a laptop/device – must be able to type code and access the internet!</a:t>
              </a:r>
              <a:endParaRPr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135;p17">
              <a:extLst>
                <a:ext uri="{FF2B5EF4-FFF2-40B4-BE49-F238E27FC236}">
                  <a16:creationId xmlns:a16="http://schemas.microsoft.com/office/drawing/2014/main" id="{396BB376-6791-FF47-F5E1-0E50F2B47B75}"/>
                </a:ext>
              </a:extLst>
            </p:cNvPr>
            <p:cNvSpPr txBox="1"/>
            <p:nvPr/>
          </p:nvSpPr>
          <p:spPr>
            <a:xfrm>
              <a:off x="8984325" y="4557500"/>
              <a:ext cx="2325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b="1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Don’t be this guy!</a:t>
              </a:r>
              <a:endParaRPr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136;p17">
              <a:extLst>
                <a:ext uri="{FF2B5EF4-FFF2-40B4-BE49-F238E27FC236}">
                  <a16:creationId xmlns:a16="http://schemas.microsoft.com/office/drawing/2014/main" id="{69B903E6-63C6-12CD-51B4-E096B5AE5E7A}"/>
                </a:ext>
              </a:extLst>
            </p:cNvPr>
            <p:cNvSpPr/>
            <p:nvPr/>
          </p:nvSpPr>
          <p:spPr>
            <a:xfrm>
              <a:off x="9639500" y="3483725"/>
              <a:ext cx="693000" cy="447000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" name="Google Shape;137;p17">
              <a:extLst>
                <a:ext uri="{FF2B5EF4-FFF2-40B4-BE49-F238E27FC236}">
                  <a16:creationId xmlns:a16="http://schemas.microsoft.com/office/drawing/2014/main" id="{154F30F1-2F87-653B-AE5E-12A24D152E62}"/>
                </a:ext>
              </a:extLst>
            </p:cNvPr>
            <p:cNvCxnSpPr/>
            <p:nvPr/>
          </p:nvCxnSpPr>
          <p:spPr>
            <a:xfrm rot="10800000">
              <a:off x="9986000" y="4006925"/>
              <a:ext cx="161100" cy="62670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4481BFE-79DF-1978-0BA5-14976001FE6E}"/>
              </a:ext>
            </a:extLst>
          </p:cNvPr>
          <p:cNvGrpSpPr/>
          <p:nvPr/>
        </p:nvGrpSpPr>
        <p:grpSpPr>
          <a:xfrm>
            <a:off x="4247625" y="3933432"/>
            <a:ext cx="2728525" cy="875879"/>
            <a:chOff x="4247625" y="3965627"/>
            <a:chExt cx="2728525" cy="875879"/>
          </a:xfrm>
        </p:grpSpPr>
        <p:sp>
          <p:nvSpPr>
            <p:cNvPr id="17" name="Google Shape;135;p17">
              <a:extLst>
                <a:ext uri="{FF2B5EF4-FFF2-40B4-BE49-F238E27FC236}">
                  <a16:creationId xmlns:a16="http://schemas.microsoft.com/office/drawing/2014/main" id="{66E74994-E2BA-EB6A-C7E0-8E40FE4DB509}"/>
                </a:ext>
              </a:extLst>
            </p:cNvPr>
            <p:cNvSpPr txBox="1"/>
            <p:nvPr/>
          </p:nvSpPr>
          <p:spPr>
            <a:xfrm>
              <a:off x="4650550" y="3965627"/>
              <a:ext cx="2325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b="1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CRUCIAL TO CODING!!</a:t>
              </a:r>
              <a:endParaRPr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36;p17">
              <a:extLst>
                <a:ext uri="{FF2B5EF4-FFF2-40B4-BE49-F238E27FC236}">
                  <a16:creationId xmlns:a16="http://schemas.microsoft.com/office/drawing/2014/main" id="{8132DFDD-DC23-1710-5940-384343E2FFBC}"/>
                </a:ext>
              </a:extLst>
            </p:cNvPr>
            <p:cNvSpPr/>
            <p:nvPr/>
          </p:nvSpPr>
          <p:spPr>
            <a:xfrm>
              <a:off x="4247625" y="4597397"/>
              <a:ext cx="1848375" cy="244109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" name="Google Shape;137;p17">
              <a:extLst>
                <a:ext uri="{FF2B5EF4-FFF2-40B4-BE49-F238E27FC236}">
                  <a16:creationId xmlns:a16="http://schemas.microsoft.com/office/drawing/2014/main" id="{C8AD15EE-C37E-69BD-C2B8-82E2B0C315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49342" y="4287967"/>
              <a:ext cx="330241" cy="237225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lg" len="lg"/>
            </a:ln>
          </p:spPr>
        </p:cxnSp>
      </p:grpSp>
    </p:spTree>
    <p:extLst>
      <p:ext uri="{BB962C8B-B14F-4D97-AF65-F5344CB8AC3E}">
        <p14:creationId xmlns:p14="http://schemas.microsoft.com/office/powerpoint/2010/main" val="21875676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183A8DFA-CD67-B5CA-3678-403821BF8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>
            <a:extLst>
              <a:ext uri="{FF2B5EF4-FFF2-40B4-BE49-F238E27FC236}">
                <a16:creationId xmlns:a16="http://schemas.microsoft.com/office/drawing/2014/main" id="{D5E3F5C1-94E5-0ADC-6E79-07A4728929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Lectures</a:t>
            </a:r>
            <a:endParaRPr dirty="0"/>
          </a:p>
        </p:txBody>
      </p:sp>
      <p:sp>
        <p:nvSpPr>
          <p:cNvPr id="131" name="Google Shape;131;p17">
            <a:extLst>
              <a:ext uri="{FF2B5EF4-FFF2-40B4-BE49-F238E27FC236}">
                <a16:creationId xmlns:a16="http://schemas.microsoft.com/office/drawing/2014/main" id="{310552F1-DFF1-9250-5866-B1CD780B69B7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weekly lecture will consist of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≈ </a:t>
            </a:r>
            <a:r>
              <a:rPr lang="en-GB" sz="16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30-40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minutes presentation time covering: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Key concepts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Administrative points (e.g. homework submission etc)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Code Demonstrations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≈ </a:t>
            </a:r>
            <a:r>
              <a:rPr lang="en-GB" sz="16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1-1.5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hours practical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Designed to provide </a:t>
            </a:r>
            <a:r>
              <a:rPr lang="en-GB" sz="16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hands on experience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Opportunity to ask for help from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Lecturer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PhD helpers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Each other!</a:t>
            </a:r>
            <a:endParaRPr sz="1600" b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7">
            <a:extLst>
              <a:ext uri="{FF2B5EF4-FFF2-40B4-BE49-F238E27FC236}">
                <a16:creationId xmlns:a16="http://schemas.microsoft.com/office/drawing/2014/main" id="{B6448A7C-FBCD-A998-B0A9-322F3EF03356}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93500" y="1933375"/>
            <a:ext cx="2962176" cy="206105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03;p13">
            <a:extLst>
              <a:ext uri="{FF2B5EF4-FFF2-40B4-BE49-F238E27FC236}">
                <a16:creationId xmlns:a16="http://schemas.microsoft.com/office/drawing/2014/main" id="{EFC5017E-6C0D-6874-7D26-1955A4B12AB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3/19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Google Shape;133;p17">
            <a:extLst>
              <a:ext uri="{FF2B5EF4-FFF2-40B4-BE49-F238E27FC236}">
                <a16:creationId xmlns:a16="http://schemas.microsoft.com/office/drawing/2014/main" id="{0A781D09-ABA6-EA1B-53AD-2B58F3FE4627}"/>
              </a:ext>
            </a:extLst>
          </p:cNvPr>
          <p:cNvSpPr txBox="1"/>
          <p:nvPr/>
        </p:nvSpPr>
        <p:spPr>
          <a:xfrm>
            <a:off x="6096000" y="2410023"/>
            <a:ext cx="1683611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minute break on the hour</a:t>
            </a:r>
            <a:endParaRPr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4CB335D-A253-825F-9A1D-0E708262893C}"/>
              </a:ext>
            </a:extLst>
          </p:cNvPr>
          <p:cNvGrpSpPr/>
          <p:nvPr/>
        </p:nvGrpSpPr>
        <p:grpSpPr>
          <a:xfrm>
            <a:off x="6535038" y="3483725"/>
            <a:ext cx="4774887" cy="2560172"/>
            <a:chOff x="6535038" y="3483725"/>
            <a:chExt cx="4774887" cy="2560172"/>
          </a:xfrm>
        </p:grpSpPr>
        <p:sp>
          <p:nvSpPr>
            <p:cNvPr id="4" name="Google Shape;133;p17">
              <a:extLst>
                <a:ext uri="{FF2B5EF4-FFF2-40B4-BE49-F238E27FC236}">
                  <a16:creationId xmlns:a16="http://schemas.microsoft.com/office/drawing/2014/main" id="{8490234C-D09B-FD4A-61D9-49B09BD79C42}"/>
                </a:ext>
              </a:extLst>
            </p:cNvPr>
            <p:cNvSpPr txBox="1"/>
            <p:nvPr/>
          </p:nvSpPr>
          <p:spPr>
            <a:xfrm>
              <a:off x="6535038" y="5120598"/>
              <a:ext cx="3104461" cy="9232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1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Please bring a laptop/device – must be able to type code and access the internet!</a:t>
              </a:r>
              <a:endParaRPr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135;p17">
              <a:extLst>
                <a:ext uri="{FF2B5EF4-FFF2-40B4-BE49-F238E27FC236}">
                  <a16:creationId xmlns:a16="http://schemas.microsoft.com/office/drawing/2014/main" id="{0DC94308-88CC-4554-FDF8-B162A63211F5}"/>
                </a:ext>
              </a:extLst>
            </p:cNvPr>
            <p:cNvSpPr txBox="1"/>
            <p:nvPr/>
          </p:nvSpPr>
          <p:spPr>
            <a:xfrm>
              <a:off x="8984325" y="4557500"/>
              <a:ext cx="2325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b="1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Don’t be this guy!</a:t>
              </a:r>
              <a:endParaRPr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136;p17">
              <a:extLst>
                <a:ext uri="{FF2B5EF4-FFF2-40B4-BE49-F238E27FC236}">
                  <a16:creationId xmlns:a16="http://schemas.microsoft.com/office/drawing/2014/main" id="{FF797D37-43B9-E0CC-9724-AEC99052F98E}"/>
                </a:ext>
              </a:extLst>
            </p:cNvPr>
            <p:cNvSpPr/>
            <p:nvPr/>
          </p:nvSpPr>
          <p:spPr>
            <a:xfrm>
              <a:off x="9639500" y="3483725"/>
              <a:ext cx="693000" cy="447000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" name="Google Shape;137;p17">
              <a:extLst>
                <a:ext uri="{FF2B5EF4-FFF2-40B4-BE49-F238E27FC236}">
                  <a16:creationId xmlns:a16="http://schemas.microsoft.com/office/drawing/2014/main" id="{26355B9D-652A-9A3C-2F38-8001CE04AF2B}"/>
                </a:ext>
              </a:extLst>
            </p:cNvPr>
            <p:cNvCxnSpPr/>
            <p:nvPr/>
          </p:nvCxnSpPr>
          <p:spPr>
            <a:xfrm rot="10800000">
              <a:off x="9986000" y="4006925"/>
              <a:ext cx="161100" cy="62670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A5A87EE-AE62-4B8B-09C7-08775470DEB8}"/>
              </a:ext>
            </a:extLst>
          </p:cNvPr>
          <p:cNvGrpSpPr/>
          <p:nvPr/>
        </p:nvGrpSpPr>
        <p:grpSpPr>
          <a:xfrm>
            <a:off x="4247625" y="3933432"/>
            <a:ext cx="2728525" cy="875879"/>
            <a:chOff x="4247625" y="3965627"/>
            <a:chExt cx="2728525" cy="875879"/>
          </a:xfrm>
        </p:grpSpPr>
        <p:sp>
          <p:nvSpPr>
            <p:cNvPr id="18" name="Google Shape;135;p17">
              <a:extLst>
                <a:ext uri="{FF2B5EF4-FFF2-40B4-BE49-F238E27FC236}">
                  <a16:creationId xmlns:a16="http://schemas.microsoft.com/office/drawing/2014/main" id="{2706A61F-0DD6-4C07-6373-297E05B19F6E}"/>
                </a:ext>
              </a:extLst>
            </p:cNvPr>
            <p:cNvSpPr txBox="1"/>
            <p:nvPr/>
          </p:nvSpPr>
          <p:spPr>
            <a:xfrm>
              <a:off x="4650550" y="3965627"/>
              <a:ext cx="2325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b="1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CRUCIAL TO CODING!!</a:t>
              </a:r>
              <a:endParaRPr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36;p17">
              <a:extLst>
                <a:ext uri="{FF2B5EF4-FFF2-40B4-BE49-F238E27FC236}">
                  <a16:creationId xmlns:a16="http://schemas.microsoft.com/office/drawing/2014/main" id="{3F4F080F-7673-CE4D-3C95-78A4600E1D5E}"/>
                </a:ext>
              </a:extLst>
            </p:cNvPr>
            <p:cNvSpPr/>
            <p:nvPr/>
          </p:nvSpPr>
          <p:spPr>
            <a:xfrm>
              <a:off x="4247625" y="4597397"/>
              <a:ext cx="1848375" cy="244109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" name="Google Shape;137;p17">
              <a:extLst>
                <a:ext uri="{FF2B5EF4-FFF2-40B4-BE49-F238E27FC236}">
                  <a16:creationId xmlns:a16="http://schemas.microsoft.com/office/drawing/2014/main" id="{5BBB00E4-8B67-3BD4-2129-3A5A46C3B0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49342" y="4287967"/>
              <a:ext cx="330241" cy="237225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lg" len="lg"/>
            </a:ln>
          </p:spPr>
        </p:cxnSp>
      </p:grpSp>
    </p:spTree>
    <p:extLst>
      <p:ext uri="{BB962C8B-B14F-4D97-AF65-F5344CB8AC3E}">
        <p14:creationId xmlns:p14="http://schemas.microsoft.com/office/powerpoint/2010/main" val="25630494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2DF05A8C-1CBE-06C3-09A5-918873267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>
            <a:extLst>
              <a:ext uri="{FF2B5EF4-FFF2-40B4-BE49-F238E27FC236}">
                <a16:creationId xmlns:a16="http://schemas.microsoft.com/office/drawing/2014/main" id="{C8EFD7BA-58AA-597E-AB66-A18C0A3E51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Assignments</a:t>
            </a:r>
            <a:endParaRPr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9346D89-616E-CED2-D06F-0F4B7C7205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47115" y="2660092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05A4BD42-952B-1919-094E-84F9F4B07B4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27462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D471C241-16A4-04DC-D1A9-9A40A8FE5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>
            <a:extLst>
              <a:ext uri="{FF2B5EF4-FFF2-40B4-BE49-F238E27FC236}">
                <a16:creationId xmlns:a16="http://schemas.microsoft.com/office/drawing/2014/main" id="{211E260A-CB0B-CDBD-5AD5-941F17EFE2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Assignments</a:t>
            </a:r>
            <a:endParaRPr dirty="0"/>
          </a:p>
        </p:txBody>
      </p:sp>
      <p:sp>
        <p:nvSpPr>
          <p:cNvPr id="143" name="Google Shape;143;p18">
            <a:extLst>
              <a:ext uri="{FF2B5EF4-FFF2-40B4-BE49-F238E27FC236}">
                <a16:creationId xmlns:a16="http://schemas.microsoft.com/office/drawing/2014/main" id="{F9AB99E8-CF86-0737-1881-863F1FEF5116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Formative: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Weekly (optional) assignments available on quarto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5821BF1-60B7-5EA6-4018-90DD2A3800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47115" y="2660092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3F0ED203-21AE-202C-BE2B-DBAFC1E8D53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7821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783AB585-6F2C-2B3F-F226-5A3439FC8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>
            <a:extLst>
              <a:ext uri="{FF2B5EF4-FFF2-40B4-BE49-F238E27FC236}">
                <a16:creationId xmlns:a16="http://schemas.microsoft.com/office/drawing/2014/main" id="{33A1C5F1-67E6-6F33-2D37-0A77E2CFB9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Assignments</a:t>
            </a:r>
            <a:endParaRPr dirty="0"/>
          </a:p>
        </p:txBody>
      </p:sp>
      <p:sp>
        <p:nvSpPr>
          <p:cNvPr id="143" name="Google Shape;143;p18">
            <a:extLst>
              <a:ext uri="{FF2B5EF4-FFF2-40B4-BE49-F238E27FC236}">
                <a16:creationId xmlns:a16="http://schemas.microsoft.com/office/drawing/2014/main" id="{BDE93C3C-8CEF-06CB-31CA-C2C9468AD7B8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Formative: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Weekly (optional) assignments available on quarto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Summative: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module is 100% coursework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4 pieces of coursework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6C2C8AE-8460-A642-24A7-20F3A95FF1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47115" y="2660092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83668E33-1C88-B2F2-C8DD-BB1B91F1C8D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3648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345E675C-32DF-6ABB-D686-C67CB9BF3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>
            <a:extLst>
              <a:ext uri="{FF2B5EF4-FFF2-40B4-BE49-F238E27FC236}">
                <a16:creationId xmlns:a16="http://schemas.microsoft.com/office/drawing/2014/main" id="{6C52704F-9D2F-508A-EA2E-F660015C0D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Assignments</a:t>
            </a:r>
            <a:endParaRPr dirty="0"/>
          </a:p>
        </p:txBody>
      </p:sp>
      <p:sp>
        <p:nvSpPr>
          <p:cNvPr id="143" name="Google Shape;143;p18">
            <a:extLst>
              <a:ext uri="{FF2B5EF4-FFF2-40B4-BE49-F238E27FC236}">
                <a16:creationId xmlns:a16="http://schemas.microsoft.com/office/drawing/2014/main" id="{50893886-9EED-7D79-8C2B-50696034092C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Formative: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Weekly (optional) assignments available on quarto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Summative: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module is 100% coursework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4 pieces of coursework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048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2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Assignment 1 (15%)</a:t>
            </a:r>
          </a:p>
          <a:p>
            <a:pPr marL="1371600" lvl="2" indent="-304800">
              <a:lnSpc>
                <a:spcPct val="90000"/>
              </a:lnSpc>
              <a:buClr>
                <a:srgbClr val="1CADE4"/>
              </a:buClr>
              <a:buSzPts val="12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Assignment 2 (30%)</a:t>
            </a:r>
          </a:p>
          <a:p>
            <a:pPr marL="1371600" lvl="2" indent="-304800">
              <a:lnSpc>
                <a:spcPct val="90000"/>
              </a:lnSpc>
              <a:buClr>
                <a:srgbClr val="1CADE4"/>
              </a:buClr>
              <a:buSzPts val="12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Assignment 3 (15%)</a:t>
            </a:r>
          </a:p>
          <a:p>
            <a:pPr marL="1371600" lvl="2" indent="-304800">
              <a:lnSpc>
                <a:spcPct val="90000"/>
              </a:lnSpc>
              <a:buClr>
                <a:srgbClr val="1CADE4"/>
              </a:buClr>
              <a:buSzPts val="12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Assignment 4 (40%)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244E6CB-DC5F-FB4D-124D-26D57EF4A9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47115" y="2660092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28D2A91A-6D11-4557-2572-9BE4B31A16C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17153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45B774FE-6FF1-0872-3886-9E63EBF02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>
            <a:extLst>
              <a:ext uri="{FF2B5EF4-FFF2-40B4-BE49-F238E27FC236}">
                <a16:creationId xmlns:a16="http://schemas.microsoft.com/office/drawing/2014/main" id="{A6465193-511A-D848-F076-7CBEB573D8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Assignments</a:t>
            </a:r>
            <a:endParaRPr dirty="0"/>
          </a:p>
        </p:txBody>
      </p:sp>
      <p:sp>
        <p:nvSpPr>
          <p:cNvPr id="143" name="Google Shape;143;p18">
            <a:extLst>
              <a:ext uri="{FF2B5EF4-FFF2-40B4-BE49-F238E27FC236}">
                <a16:creationId xmlns:a16="http://schemas.microsoft.com/office/drawing/2014/main" id="{AB6FDF9B-9047-6EA0-5492-736BE864AD9D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Formative: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Weekly (optional) assignments available on quarto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Summative: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module is 100% coursework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4 pieces of coursework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048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2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Assignment 1 (15%)</a:t>
            </a:r>
          </a:p>
          <a:p>
            <a:pPr marL="1371600" lvl="2" indent="-304800">
              <a:lnSpc>
                <a:spcPct val="90000"/>
              </a:lnSpc>
              <a:buClr>
                <a:srgbClr val="1CADE4"/>
              </a:buClr>
              <a:buSzPts val="12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Assignment 2 (30%)</a:t>
            </a:r>
          </a:p>
          <a:p>
            <a:pPr marL="1371600" lvl="2" indent="-304800">
              <a:lnSpc>
                <a:spcPct val="90000"/>
              </a:lnSpc>
              <a:buClr>
                <a:srgbClr val="1CADE4"/>
              </a:buClr>
              <a:buSzPts val="12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Assignment 3 (15%)</a:t>
            </a:r>
          </a:p>
          <a:p>
            <a:pPr marL="1371600" lvl="2" indent="-304800">
              <a:lnSpc>
                <a:spcPct val="90000"/>
              </a:lnSpc>
              <a:buClr>
                <a:srgbClr val="1CADE4"/>
              </a:buClr>
              <a:buSzPts val="12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Assignment 4 (40%)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Assignments 1-3 will be exercises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Assignment 4 will be different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A737844-BE01-14F1-263B-4DE1684EFC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47115" y="2660092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ABBC2DCA-470E-E3B5-95DC-EB98A000BC2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68099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274EC29F-F0A7-97B8-73CA-BCC218348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>
            <a:extLst>
              <a:ext uri="{FF2B5EF4-FFF2-40B4-BE49-F238E27FC236}">
                <a16:creationId xmlns:a16="http://schemas.microsoft.com/office/drawing/2014/main" id="{B35D6CB1-C049-DC4E-BE17-B00CBAF289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Assignments</a:t>
            </a:r>
            <a:endParaRPr dirty="0"/>
          </a:p>
        </p:txBody>
      </p:sp>
      <p:sp>
        <p:nvSpPr>
          <p:cNvPr id="143" name="Google Shape;143;p18">
            <a:extLst>
              <a:ext uri="{FF2B5EF4-FFF2-40B4-BE49-F238E27FC236}">
                <a16:creationId xmlns:a16="http://schemas.microsoft.com/office/drawing/2014/main" id="{8FB14AF9-12D3-FE90-0D59-027510824F74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Formative: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Weekly (optional) assignments available on quarto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Summative: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module is 100% coursework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4 pieces of coursework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048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2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Assignment 1 (15%)</a:t>
            </a:r>
          </a:p>
          <a:p>
            <a:pPr marL="1371600" lvl="2" indent="-304800">
              <a:lnSpc>
                <a:spcPct val="90000"/>
              </a:lnSpc>
              <a:buClr>
                <a:srgbClr val="1CADE4"/>
              </a:buClr>
              <a:buSzPts val="12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Assignment 2 (30%)</a:t>
            </a:r>
          </a:p>
          <a:p>
            <a:pPr marL="1371600" lvl="2" indent="-304800">
              <a:lnSpc>
                <a:spcPct val="90000"/>
              </a:lnSpc>
              <a:buClr>
                <a:srgbClr val="1CADE4"/>
              </a:buClr>
              <a:buSzPts val="12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Assignment 3 (15%)</a:t>
            </a:r>
          </a:p>
          <a:p>
            <a:pPr marL="1371600" lvl="2" indent="-304800">
              <a:lnSpc>
                <a:spcPct val="90000"/>
              </a:lnSpc>
              <a:buClr>
                <a:srgbClr val="1CADE4"/>
              </a:buClr>
              <a:buSzPts val="12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Assignment 4 (40%)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Assignments 1-3 will be exercises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Assignment 4 will be different</a:t>
            </a:r>
          </a:p>
          <a:p>
            <a:pPr marL="1371600" lvl="2" indent="-304800">
              <a:lnSpc>
                <a:spcPct val="90000"/>
              </a:lnSpc>
              <a:buClr>
                <a:srgbClr val="1CADE4"/>
              </a:buClr>
              <a:buSzPts val="12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Project report analysing a dataset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12B7386-6F56-EBE8-9064-1ADA1B07FF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47115" y="2660092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5DD73E7A-BE3E-B7F4-239D-411299BDF8E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80953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483F2FC-F771-0371-DB1F-2CB61E8A2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659EFB3-498C-84F8-3F89-E1B27AD129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Online Material</a:t>
            </a:r>
            <a:endParaRPr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7E93002B-3875-CBA4-99B9-093104AF8E06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43;p18">
            <a:extLst>
              <a:ext uri="{FF2B5EF4-FFF2-40B4-BE49-F238E27FC236}">
                <a16:creationId xmlns:a16="http://schemas.microsoft.com/office/drawing/2014/main" id="{B6C2DF61-01A7-CAFE-3E7F-701D1C3280D4}"/>
              </a:ext>
            </a:extLst>
          </p:cNvPr>
          <p:cNvSpPr txBox="1"/>
          <p:nvPr/>
        </p:nvSpPr>
        <p:spPr>
          <a:xfrm>
            <a:off x="1363500" y="18030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course material is available online via: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18441E2-C872-C395-0DAA-471DAE723E7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51963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4CF485D-3BD6-F1BA-AC63-B2B62855F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478F0EA-7F33-53D3-8BF5-1FDCF195ED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Online Material</a:t>
            </a:r>
            <a:endParaRPr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A039C945-04E3-551C-C23B-D55C627A9991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43;p18">
            <a:extLst>
              <a:ext uri="{FF2B5EF4-FFF2-40B4-BE49-F238E27FC236}">
                <a16:creationId xmlns:a16="http://schemas.microsoft.com/office/drawing/2014/main" id="{698BFB7C-A125-D8C3-8593-D926057F3B9B}"/>
              </a:ext>
            </a:extLst>
          </p:cNvPr>
          <p:cNvSpPr txBox="1"/>
          <p:nvPr/>
        </p:nvSpPr>
        <p:spPr>
          <a:xfrm>
            <a:off x="1363500" y="18030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course material is available online via: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Quarto – online searchable version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6FD677-A9E8-CEC7-5627-1798567BD0A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643742" y="4073750"/>
            <a:ext cx="2623459" cy="766351"/>
          </a:xfrm>
          <a:prstGeom prst="rect">
            <a:avLst/>
          </a:prstGeom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51523D1-9689-9F26-DB8E-E04A2608400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9777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C4004D4-5850-AE43-3E0F-F61FD8491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422A24D-3A93-098B-497A-F84315B795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Online Material</a:t>
            </a:r>
            <a:endParaRPr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C54DB8C3-8D56-A2CC-BB48-E4DBEE7B2D4E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43;p18">
            <a:extLst>
              <a:ext uri="{FF2B5EF4-FFF2-40B4-BE49-F238E27FC236}">
                <a16:creationId xmlns:a16="http://schemas.microsoft.com/office/drawing/2014/main" id="{A0453D3F-1112-6E22-2E9D-D54E21FD7820}"/>
              </a:ext>
            </a:extLst>
          </p:cNvPr>
          <p:cNvSpPr txBox="1"/>
          <p:nvPr/>
        </p:nvSpPr>
        <p:spPr>
          <a:xfrm>
            <a:off x="1363500" y="18030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course material is available online via: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Quarto – online searchable version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– interactive interface we shall work in during class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D41D8D-AFC9-977A-5A36-D58D6B2FDF6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643742" y="4073750"/>
            <a:ext cx="2623459" cy="7663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401920-33C6-31CB-165E-C13DCAAF71C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13341" y="3932274"/>
            <a:ext cx="3262028" cy="1099842"/>
          </a:xfrm>
          <a:prstGeom prst="rect">
            <a:avLst/>
          </a:prstGeom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1949B2C-5988-CD73-65EA-A7E9A6C1F67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24495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B0C9104-F959-EAE3-41DF-1B62A2A7E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45C3E0-736E-C7AD-2954-CA78538B4CA9}"/>
              </a:ext>
            </a:extLst>
          </p:cNvPr>
          <p:cNvSpPr/>
          <p:nvPr/>
        </p:nvSpPr>
        <p:spPr>
          <a:xfrm>
            <a:off x="489858" y="1273629"/>
            <a:ext cx="11332028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B145B3E-8B41-D28D-8EA0-0FA18A81FF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1099" y="1580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Accessing </a:t>
            </a:r>
            <a:r>
              <a:rPr lang="en-GB" dirty="0" err="1"/>
              <a:t>Noteable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84DD88E0-7D7F-02C3-3F0E-C54DB1184B08}"/>
              </a:ext>
            </a:extLst>
          </p:cNvPr>
          <p:cNvSpPr txBox="1"/>
          <p:nvPr/>
        </p:nvSpPr>
        <p:spPr>
          <a:xfrm>
            <a:off x="489858" y="1803052"/>
            <a:ext cx="67089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GB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endParaRPr sz="12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4EADC814-A2C0-A66D-F01A-E53F387E9D1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29599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4EE7C4F-E9B8-8DBA-124C-29F42062B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24D1CEA-84FA-E164-49D9-B96E26988DE0}"/>
              </a:ext>
            </a:extLst>
          </p:cNvPr>
          <p:cNvSpPr/>
          <p:nvPr/>
        </p:nvSpPr>
        <p:spPr>
          <a:xfrm>
            <a:off x="489858" y="1273629"/>
            <a:ext cx="11332028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234BC7E-9A85-A28C-C83C-826AA89CDE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1099" y="1580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Accessing </a:t>
            </a:r>
            <a:r>
              <a:rPr lang="en-GB" dirty="0" err="1"/>
              <a:t>Noteable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1FC58821-B8FF-62E1-C1C8-6A17230E9490}"/>
              </a:ext>
            </a:extLst>
          </p:cNvPr>
          <p:cNvSpPr txBox="1"/>
          <p:nvPr/>
        </p:nvSpPr>
        <p:spPr>
          <a:xfrm>
            <a:off x="489858" y="1803052"/>
            <a:ext cx="67089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Blackboard</a:t>
            </a:r>
            <a:br>
              <a:rPr lang="en-GB" sz="20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 to “Introduction to Coding and Data Analysis for Scientists 2025”</a:t>
            </a:r>
            <a:endParaRPr lang="en-GB" sz="2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Click “Unit Information and Resources”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Open </a:t>
            </a:r>
            <a:r>
              <a:rPr lang="en-GB" sz="16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GB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endParaRPr sz="12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E453CE-FB33-17FC-57DB-C2D6249EC00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47126" y="1151474"/>
            <a:ext cx="4073775" cy="23256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60D72804-8036-5B28-C830-F172775F2A5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99842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4298597-B580-7EEF-09D5-9061B5F71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F4FC7E3-4E51-F3CB-F439-66449BC1D55C}"/>
              </a:ext>
            </a:extLst>
          </p:cNvPr>
          <p:cNvSpPr/>
          <p:nvPr/>
        </p:nvSpPr>
        <p:spPr>
          <a:xfrm>
            <a:off x="489858" y="1273629"/>
            <a:ext cx="11332028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B1B9983-1AE3-B248-480A-5C6B0063E6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1099" y="1580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Accessing </a:t>
            </a:r>
            <a:r>
              <a:rPr lang="en-GB" dirty="0" err="1"/>
              <a:t>Noteable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00D78772-AD57-6768-781A-55F52FB45AD0}"/>
              </a:ext>
            </a:extLst>
          </p:cNvPr>
          <p:cNvSpPr txBox="1"/>
          <p:nvPr/>
        </p:nvSpPr>
        <p:spPr>
          <a:xfrm>
            <a:off x="489858" y="1803052"/>
            <a:ext cx="67089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Blackboard</a:t>
            </a:r>
            <a:br>
              <a:rPr lang="en-GB" sz="20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 to “Introduction to Coding and Data Analysis for Scientists 2025”</a:t>
            </a:r>
            <a:endParaRPr lang="en-GB" sz="2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Click “Unit Information and Resources”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Open </a:t>
            </a:r>
            <a:r>
              <a:rPr lang="en-GB" sz="16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Make sure “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Classic (Legacy)” is selected.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Click Start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GB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endParaRPr sz="12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8B1B0C-B7CE-D4CE-B4F7-48AEB063D73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47126" y="1151474"/>
            <a:ext cx="4073775" cy="23256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0F734589-8AF7-5216-D106-7521330EB02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95310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29AC9AB-0207-15DC-A5D6-196C096E5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D7C3315-6BAD-2EBC-926C-8DAC4B11723F}"/>
              </a:ext>
            </a:extLst>
          </p:cNvPr>
          <p:cNvSpPr/>
          <p:nvPr/>
        </p:nvSpPr>
        <p:spPr>
          <a:xfrm>
            <a:off x="489858" y="1273629"/>
            <a:ext cx="11332028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616B350-A54E-9CB8-068E-E70F6C1DE8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1099" y="1580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Accessing </a:t>
            </a:r>
            <a:r>
              <a:rPr lang="en-GB" dirty="0" err="1"/>
              <a:t>Noteable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42077FB8-FE07-6E8C-4CC5-850DE2DA61C7}"/>
              </a:ext>
            </a:extLst>
          </p:cNvPr>
          <p:cNvSpPr txBox="1"/>
          <p:nvPr/>
        </p:nvSpPr>
        <p:spPr>
          <a:xfrm>
            <a:off x="489858" y="1803052"/>
            <a:ext cx="67089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Blackboard</a:t>
            </a:r>
            <a:br>
              <a:rPr lang="en-GB" sz="20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 to “Introduction to Coding and Data Analysis for Scientists 2025”</a:t>
            </a:r>
            <a:endParaRPr lang="en-GB" sz="2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Click “Unit Information and Resources”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Open </a:t>
            </a:r>
            <a:r>
              <a:rPr lang="en-GB" sz="16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Make sure “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Classic (Legacy)” is selected.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Click Start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Click “+</a:t>
            </a:r>
            <a:r>
              <a:rPr lang="en-GB" sz="16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GitRepo</a:t>
            </a: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41400" lvl="2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GB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endParaRPr sz="12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B23BAE-4F38-398E-67FC-F1AF81E70E3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98783" y="5615262"/>
            <a:ext cx="970907" cy="3251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9579FC-895D-6EE6-F003-9F2E45938BB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47126" y="1151474"/>
            <a:ext cx="4073775" cy="23256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043293C5-5FC9-FC17-A172-AFD37E4969E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55478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24E89F9-59AC-FE8C-B292-70916BB65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4023B43-1711-E78D-F884-7F5B085858D0}"/>
              </a:ext>
            </a:extLst>
          </p:cNvPr>
          <p:cNvSpPr/>
          <p:nvPr/>
        </p:nvSpPr>
        <p:spPr>
          <a:xfrm>
            <a:off x="489858" y="1273629"/>
            <a:ext cx="11332028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51867A7-8AE0-1E7E-5FF9-EB7B039A9F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1099" y="1580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Accessing </a:t>
            </a:r>
            <a:r>
              <a:rPr lang="en-GB" dirty="0" err="1"/>
              <a:t>Noteable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1A1F3111-069D-F037-6029-A434B193F753}"/>
              </a:ext>
            </a:extLst>
          </p:cNvPr>
          <p:cNvSpPr txBox="1"/>
          <p:nvPr/>
        </p:nvSpPr>
        <p:spPr>
          <a:xfrm>
            <a:off x="489858" y="1803052"/>
            <a:ext cx="67089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Blackboard</a:t>
            </a:r>
            <a:br>
              <a:rPr lang="en-GB" sz="20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 to “Introduction to Coding and Data Analysis for Scientists 2025”</a:t>
            </a:r>
            <a:endParaRPr lang="en-GB" sz="2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Click “Unit Information and Resources”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Open </a:t>
            </a:r>
            <a:r>
              <a:rPr lang="en-GB" sz="16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Make sure “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Classic (Legacy)” is selected.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Click Start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Click “+</a:t>
            </a:r>
            <a:r>
              <a:rPr lang="en-GB" sz="16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GitRepo</a:t>
            </a: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41400" lvl="2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GB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endParaRPr sz="12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A12613-1F0C-59E5-A0CC-731766FDC27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53339" y="4013199"/>
            <a:ext cx="3149686" cy="19272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654F8C8-4DB4-233A-8AC1-FBA828CCA60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98783" y="5615262"/>
            <a:ext cx="970907" cy="3251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C2DEF9-F572-1CD5-9E9A-284F971C2310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47126" y="1151474"/>
            <a:ext cx="4073775" cy="23256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78F9CC26-7B0F-3A97-CE9F-112C37BDFC9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94940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9B8EB49-46CE-B264-ADA3-95C1432C4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76D1FBB-DC79-838B-3AFB-3EBAA26D6865}"/>
              </a:ext>
            </a:extLst>
          </p:cNvPr>
          <p:cNvSpPr/>
          <p:nvPr/>
        </p:nvSpPr>
        <p:spPr>
          <a:xfrm>
            <a:off x="489858" y="1273629"/>
            <a:ext cx="11332028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6EFA8CB-2704-667B-A476-CEEC9ED0F7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1099" y="1580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Accessing </a:t>
            </a:r>
            <a:r>
              <a:rPr lang="en-GB" dirty="0" err="1"/>
              <a:t>Noteable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1A052393-82D6-EE81-9872-14CB8FBAFDA2}"/>
              </a:ext>
            </a:extLst>
          </p:cNvPr>
          <p:cNvSpPr txBox="1"/>
          <p:nvPr/>
        </p:nvSpPr>
        <p:spPr>
          <a:xfrm>
            <a:off x="489858" y="1803052"/>
            <a:ext cx="67089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Blackboard</a:t>
            </a:r>
            <a:br>
              <a:rPr lang="en-GB" sz="20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 to “Introduction to Coding and Data Analysis for Scientists 2025”</a:t>
            </a:r>
            <a:endParaRPr lang="en-GB" sz="2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Click “Unit Information and Resources”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Open </a:t>
            </a:r>
            <a:r>
              <a:rPr lang="en-GB" sz="16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Make sure “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Classic (Legacy)” is selected.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Click Start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Click “+</a:t>
            </a:r>
            <a:r>
              <a:rPr lang="en-GB" sz="16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GitRepo</a:t>
            </a: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Paste into Git Repository URL: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strike="sngStrike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git@github.com:jsmartinstats</a:t>
            </a:r>
            <a:r>
              <a:rPr lang="en-GB" sz="1600" strike="sngStrike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/SCIF10002-2026.git</a:t>
            </a:r>
            <a:endParaRPr lang="en-GB" sz="1600" strike="sngStrike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buClr>
                <a:srgbClr val="1CADE4"/>
              </a:buClr>
              <a:buSzPts val="1600"/>
            </a:pPr>
            <a:r>
              <a:rPr lang="en-GB" sz="1600" dirty="0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	https://github.com/jsmartinstats/SCIF10002-2026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41400" lvl="2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GB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endParaRPr sz="12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13D2AD-E51F-A5B7-71CC-980546B40FE4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53339" y="4013199"/>
            <a:ext cx="3149686" cy="19272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C84DFAC-8C6A-AB06-2D6F-B867D820EFFB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98783" y="5615262"/>
            <a:ext cx="970907" cy="3251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B6B26DD-48C9-1748-3189-05B6D54DCA6F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47126" y="1151474"/>
            <a:ext cx="4073775" cy="23256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Google Shape;136;p17">
            <a:extLst>
              <a:ext uri="{FF2B5EF4-FFF2-40B4-BE49-F238E27FC236}">
                <a16:creationId xmlns:a16="http://schemas.microsoft.com/office/drawing/2014/main" id="{A2175519-BF38-1A44-79D9-8BF14E23DFC9}"/>
              </a:ext>
            </a:extLst>
          </p:cNvPr>
          <p:cNvSpPr/>
          <p:nvPr/>
        </p:nvSpPr>
        <p:spPr>
          <a:xfrm>
            <a:off x="8452956" y="4544437"/>
            <a:ext cx="2911729" cy="343249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50676819-1DBF-1301-69D8-FE7B6B84551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70375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EC81706-009F-4739-9686-148CE30E2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13DC418-4503-D439-69E3-D64717B1CBEA}"/>
              </a:ext>
            </a:extLst>
          </p:cNvPr>
          <p:cNvSpPr/>
          <p:nvPr/>
        </p:nvSpPr>
        <p:spPr>
          <a:xfrm>
            <a:off x="489858" y="1273629"/>
            <a:ext cx="11332028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2600C56-EE5F-013B-6113-FED34426F7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1099" y="1580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Accessing </a:t>
            </a:r>
            <a:r>
              <a:rPr lang="en-GB" dirty="0" err="1"/>
              <a:t>Noteable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5AD3E5A5-4F1D-E90D-DAD4-E116400766B1}"/>
              </a:ext>
            </a:extLst>
          </p:cNvPr>
          <p:cNvSpPr txBox="1"/>
          <p:nvPr/>
        </p:nvSpPr>
        <p:spPr>
          <a:xfrm>
            <a:off x="489858" y="1803052"/>
            <a:ext cx="67089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Blackboard</a:t>
            </a:r>
            <a:br>
              <a:rPr lang="en-GB" sz="20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 to “Introduction to Coding and Data Analysis for Scientists 2025”</a:t>
            </a:r>
            <a:endParaRPr lang="en-GB" sz="2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Click “Unit Information and Resources”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Open </a:t>
            </a:r>
            <a:r>
              <a:rPr lang="en-GB" sz="16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Make sure “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Classic (Legacy)” is selected.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Click Start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Click “+</a:t>
            </a:r>
            <a:r>
              <a:rPr lang="en-GB" sz="16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GitRepo</a:t>
            </a: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Paste into Git Repository URL: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strike="sngStrike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git@github.com:jsmartinstats</a:t>
            </a:r>
            <a:r>
              <a:rPr lang="en-GB" sz="1600" strike="sngStrike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/SCIF10002-2026.git</a:t>
            </a:r>
            <a:endParaRPr lang="en-GB" sz="1600" strike="sngStrike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buClr>
                <a:srgbClr val="1CADE4"/>
              </a:buClr>
              <a:buSzPts val="1600"/>
            </a:pPr>
            <a:r>
              <a:rPr lang="en-GB" sz="1600" dirty="0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	https://github.com/jsmartinstats/SCIF10002-2026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Press clone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41400" lvl="2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GB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endParaRPr sz="12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2E6432-7353-9DB2-13AD-1FA88E56FE8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53339" y="4013199"/>
            <a:ext cx="3149686" cy="19272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30A7A81-380A-3ACA-C723-BE8F7FE8B6D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98783" y="5615262"/>
            <a:ext cx="970907" cy="3251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94F216-D38B-8B5C-FF75-630CF7348DF1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47126" y="1151474"/>
            <a:ext cx="4073775" cy="23256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Google Shape;136;p17">
            <a:extLst>
              <a:ext uri="{FF2B5EF4-FFF2-40B4-BE49-F238E27FC236}">
                <a16:creationId xmlns:a16="http://schemas.microsoft.com/office/drawing/2014/main" id="{B2354CB8-EAFC-7829-0E01-E8B1E15CA1B0}"/>
              </a:ext>
            </a:extLst>
          </p:cNvPr>
          <p:cNvSpPr/>
          <p:nvPr/>
        </p:nvSpPr>
        <p:spPr>
          <a:xfrm>
            <a:off x="10367433" y="5584372"/>
            <a:ext cx="474134" cy="274562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DF03FD99-2E5A-0220-6479-99A9FB95D5E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49915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8E22B68-5BAB-9948-F771-2D93C058A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6B18EEF-58C0-AED5-1EED-AC8AB4C1BE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Introduction to Coding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1EDEF8FE-7C37-FB24-0F4D-62557FAFACD9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this module, we shall be learning to code in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2" name="Picture 4" descr="Python (programming language) - Wikipedia">
            <a:extLst>
              <a:ext uri="{FF2B5EF4-FFF2-40B4-BE49-F238E27FC236}">
                <a16:creationId xmlns:a16="http://schemas.microsoft.com/office/drawing/2014/main" id="{A170A773-E005-F5F6-4F75-090845A87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33526" y="2424514"/>
            <a:ext cx="1450800" cy="14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92AA9F4C-C957-7EF0-9FC2-3576F46998A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58972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797DDBC-1776-B232-3587-0D70E6D67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6FE6441-A9D8-97D0-3F35-021737C544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Introduction to Coding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E28931F5-CB7D-9343-3D89-E94CDBFA2C77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this module, we shall be learning to code in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B365A1-3A25-6171-99A3-39F6EEF33F7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00574" y="4562425"/>
            <a:ext cx="3596025" cy="9582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52" name="Picture 4" descr="Python (programming language) - Wikipedia">
            <a:extLst>
              <a:ext uri="{FF2B5EF4-FFF2-40B4-BE49-F238E27FC236}">
                <a16:creationId xmlns:a16="http://schemas.microsoft.com/office/drawing/2014/main" id="{1077219D-386A-40E6-39BB-FE77E02DC3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33526" y="2424514"/>
            <a:ext cx="1450800" cy="14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A970194C-CCD0-CDBF-18ED-A1D1927FB39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23338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FE4D2D9-2BC3-9EDB-CE35-5A3BD5150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B11686B-C01E-D4B4-9376-B77F6148BC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Introduction to Coding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872D78D5-CE91-D003-27B5-EEADFB7F5AC3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this module, we shall be learning to code in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Python is a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programming language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the same way humans communicate using different languages, there are many languages we can use to communicate with a computer</a:t>
            </a:r>
          </a:p>
          <a:p>
            <a:pPr marL="457200" lvl="0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6BFF43-73F7-294D-2507-64AA8D44FC0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00574" y="4562425"/>
            <a:ext cx="3596025" cy="9582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52" name="Picture 4" descr="Python (programming language) - Wikipedia">
            <a:extLst>
              <a:ext uri="{FF2B5EF4-FFF2-40B4-BE49-F238E27FC236}">
                <a16:creationId xmlns:a16="http://schemas.microsoft.com/office/drawing/2014/main" id="{59A7FAC9-C857-A9B9-9DA2-092912E2FA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33526" y="2424514"/>
            <a:ext cx="1450800" cy="14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0F9C996D-20F1-93AD-2939-C231E404C52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37253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5F97F79-BB8F-AE5B-6EBD-1343AB2D1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53DB089-8EB4-2041-C6A4-F71DFA86DB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Introduction to Coding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C0DC8D83-8D23-29B2-EBD9-68E8CDB0E8A0}"/>
              </a:ext>
            </a:extLst>
          </p:cNvPr>
          <p:cNvSpPr txBox="1"/>
          <p:nvPr/>
        </p:nvSpPr>
        <p:spPr>
          <a:xfrm>
            <a:off x="1211100" y="1650650"/>
            <a:ext cx="68733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this module, we shall be learning to code in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Python is a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programming language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the same way humans communicate using different languages, there are many languages we can use to communicate with a computer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Python is particularly useful for: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Analysing data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Making plots and visualisations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Running simulations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Machine learning and AI</a:t>
            </a:r>
          </a:p>
          <a:p>
            <a:pPr marL="457200" lvl="0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E9C0EF-7A79-0A44-D0A7-E35FE83391F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00574" y="4562425"/>
            <a:ext cx="3596025" cy="9582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52" name="Picture 4" descr="Python (programming language) - Wikipedia">
            <a:extLst>
              <a:ext uri="{FF2B5EF4-FFF2-40B4-BE49-F238E27FC236}">
                <a16:creationId xmlns:a16="http://schemas.microsoft.com/office/drawing/2014/main" id="{B8536E5B-8DD3-A89B-1905-3C055999A1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33526" y="2424514"/>
            <a:ext cx="1450800" cy="14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3D1F818C-A656-695E-4493-ECD57638339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24410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6EC19A8-27D1-1340-D349-DD794669C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59E6ACA-574A-C5E5-A7A5-93B12DCB54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Learning to Code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A78D8FC4-16B8-B00A-9767-883DC1DC04C9}"/>
              </a:ext>
            </a:extLst>
          </p:cNvPr>
          <p:cNvSpPr txBox="1"/>
          <p:nvPr/>
        </p:nvSpPr>
        <p:spPr>
          <a:xfrm>
            <a:off x="1211102" y="1650650"/>
            <a:ext cx="594081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fact, learning to code is a lot like learning a language</a:t>
            </a:r>
          </a:p>
          <a:p>
            <a:pPr marL="457200" lvl="1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2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A396D7-6366-9DC2-439D-2C82A20A78B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00574" y="4562425"/>
            <a:ext cx="3596025" cy="9582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52" name="Picture 4" descr="Python (programming language) - Wikipedia">
            <a:extLst>
              <a:ext uri="{FF2B5EF4-FFF2-40B4-BE49-F238E27FC236}">
                <a16:creationId xmlns:a16="http://schemas.microsoft.com/office/drawing/2014/main" id="{125BFE4A-401D-C344-2D97-540711D70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33526" y="2424514"/>
            <a:ext cx="1450800" cy="14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6D4F4C6-1A96-3146-D4B4-3C2B04871FB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15435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DA1FF33-AA7E-7F48-8827-7C3C1A14C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1791400-F00B-5643-50FB-6065F647E0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Learning to Code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816ECEBE-824F-8B24-DC28-697A1E9636B2}"/>
              </a:ext>
            </a:extLst>
          </p:cNvPr>
          <p:cNvSpPr txBox="1"/>
          <p:nvPr/>
        </p:nvSpPr>
        <p:spPr>
          <a:xfrm>
            <a:off x="1211102" y="1650650"/>
            <a:ext cx="594081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fact, learning to code is a lot like learning a language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lang="en-GB" sz="105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When learning French, you might: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Learn many phrases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Practice writing sentences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Speak to people who know the language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1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2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BABBFD-7AE8-F4AE-DAC4-62A485DD184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00574" y="4562425"/>
            <a:ext cx="3596025" cy="9582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52" name="Picture 4" descr="Python (programming language) - Wikipedia">
            <a:extLst>
              <a:ext uri="{FF2B5EF4-FFF2-40B4-BE49-F238E27FC236}">
                <a16:creationId xmlns:a16="http://schemas.microsoft.com/office/drawing/2014/main" id="{059A5E1A-7869-2507-57B6-4473FE20C9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33526" y="2424514"/>
            <a:ext cx="1450800" cy="14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BE0672E-D9D7-6BE7-B2C6-64B6F866C1F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40607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B6E7772-2EB3-23F7-B6B9-F333F25F5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24D2D5D-7FF7-1214-ADC0-C7D9586E2C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Learning to Code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E8E2A154-D490-575D-5F07-0ADBD4ADC1C5}"/>
              </a:ext>
            </a:extLst>
          </p:cNvPr>
          <p:cNvSpPr txBox="1"/>
          <p:nvPr/>
        </p:nvSpPr>
        <p:spPr>
          <a:xfrm>
            <a:off x="1211102" y="1650650"/>
            <a:ext cx="594081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fact, learning to code is a lot like learning a language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lang="en-GB" sz="105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When learning French, you might: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Learn many phrases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Practice writing sentences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Speak to people who know the language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can’t learn a language by listening to other people describe it…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1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2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7C0A2B-FDC7-F95D-4AA1-45C88607070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00574" y="4562425"/>
            <a:ext cx="3596025" cy="9582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52" name="Picture 4" descr="Python (programming language) - Wikipedia">
            <a:extLst>
              <a:ext uri="{FF2B5EF4-FFF2-40B4-BE49-F238E27FC236}">
                <a16:creationId xmlns:a16="http://schemas.microsoft.com/office/drawing/2014/main" id="{9AA70285-9D50-F5B7-F52A-CEC55FD66D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33526" y="2424514"/>
            <a:ext cx="1450800" cy="14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B69A75E-24B5-E7B0-5F7B-234A71748B3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01276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D469F8F-4657-6C64-7FF9-1F219A5B7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451B076-D1BB-D700-C334-BC04DBD51F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Learning to Code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AC624E7E-C83B-ED29-FD89-4E14B33E9B01}"/>
              </a:ext>
            </a:extLst>
          </p:cNvPr>
          <p:cNvSpPr txBox="1"/>
          <p:nvPr/>
        </p:nvSpPr>
        <p:spPr>
          <a:xfrm>
            <a:off x="1211102" y="1650650"/>
            <a:ext cx="594081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fact, learning to code is a lot like learning a language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lang="en-GB" sz="105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When learning French, you might: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Learn many phrases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Practice writing sentences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Speak to people who know the language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can’t learn a language by listening to other people describe it…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Hands-on experience and regular practice are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crucial!</a:t>
            </a: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1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2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DEE337-C24B-1BE8-11D6-E85850E7CE1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00574" y="4562425"/>
            <a:ext cx="3596025" cy="9582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52" name="Picture 4" descr="Python (programming language) - Wikipedia">
            <a:extLst>
              <a:ext uri="{FF2B5EF4-FFF2-40B4-BE49-F238E27FC236}">
                <a16:creationId xmlns:a16="http://schemas.microsoft.com/office/drawing/2014/main" id="{0CC442A1-CDB6-D9B0-8179-78A87A3BA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33526" y="2424514"/>
            <a:ext cx="1450800" cy="14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E32E8A2-CABF-83B3-A907-86D7AE33019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04449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2371F28-E4D5-4C45-84EC-5CE69C8D2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6ECAD42-F09E-8AC5-652A-F1F0169BE9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Learning to Code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8AC815BA-E38D-23B8-3902-6A857BC48101}"/>
              </a:ext>
            </a:extLst>
          </p:cNvPr>
          <p:cNvSpPr txBox="1"/>
          <p:nvPr/>
        </p:nvSpPr>
        <p:spPr>
          <a:xfrm>
            <a:off x="1211102" y="1650650"/>
            <a:ext cx="594081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fact, learning to code is a lot like learning a language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lang="en-GB" sz="105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When learning French, you might: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Learn many phrases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Practice writing sentences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Speak to people who know the language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can’t learn a language by listening to other people describe it…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Hands-on experience and regular practice are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crucial!</a:t>
            </a: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1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2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621F4F-FBAA-A776-3E3B-9C1323C8315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00574" y="4562425"/>
            <a:ext cx="3596025" cy="9582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52" name="Picture 4" descr="Python (programming language) - Wikipedia">
            <a:extLst>
              <a:ext uri="{FF2B5EF4-FFF2-40B4-BE49-F238E27FC236}">
                <a16:creationId xmlns:a16="http://schemas.microsoft.com/office/drawing/2014/main" id="{243462CA-5F68-6500-B42B-1AA5AB6265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33526" y="2424514"/>
            <a:ext cx="1450800" cy="14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98;p20">
            <a:extLst>
              <a:ext uri="{FF2B5EF4-FFF2-40B4-BE49-F238E27FC236}">
                <a16:creationId xmlns:a16="http://schemas.microsoft.com/office/drawing/2014/main" id="{E4BD4062-5224-59B6-29E3-25AFF3560B58}"/>
              </a:ext>
            </a:extLst>
          </p:cNvPr>
          <p:cNvSpPr txBox="1"/>
          <p:nvPr/>
        </p:nvSpPr>
        <p:spPr>
          <a:xfrm>
            <a:off x="7151914" y="5572381"/>
            <a:ext cx="3532412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Our goal is to give you as much practice as possible!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E68CA54-0DD4-99EA-1362-E22AAA0DA35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1988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059E0720-94FF-D106-8AE0-22F70AF8B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1174300-7E22-04A1-1C0F-48C6961B500E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DF58B8CC-C5C5-82BA-4BAD-FBE3C22E3F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Getting Started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86A66D09-A600-9381-2B63-2333DB11A45F}"/>
              </a:ext>
            </a:extLst>
          </p:cNvPr>
          <p:cNvSpPr txBox="1"/>
          <p:nvPr/>
        </p:nvSpPr>
        <p:spPr>
          <a:xfrm>
            <a:off x="938957" y="1737403"/>
            <a:ext cx="68733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So… what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actually is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coding?</a:t>
            </a:r>
          </a:p>
          <a:p>
            <a:pPr marL="101600" lvl="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BD0265E7-8995-3ACF-90BD-DC8AC5928DE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62007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688E59CA-86C7-00C0-C3FC-2ED4ED2DB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2448AA9-1F53-8980-FDF1-272634401A34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F0E26317-B9BA-8B4D-DC90-5527AAB189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Getting Started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3BD6D562-B591-3E76-D811-A62F16C1BB6F}"/>
              </a:ext>
            </a:extLst>
          </p:cNvPr>
          <p:cNvSpPr txBox="1"/>
          <p:nvPr/>
        </p:nvSpPr>
        <p:spPr>
          <a:xfrm>
            <a:off x="938957" y="1737403"/>
            <a:ext cx="68733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So… what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actually is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coding?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think of writing code as like writing a recipe…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12839E-658E-9E3D-2CC4-D01B9F0AF13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54686" y="500743"/>
            <a:ext cx="4014043" cy="55210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58B59EB9-E731-53DF-568A-92B500CD47F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2344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10BE8717-2482-1100-88A4-D5F8B5DEC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FD59528-5C4C-43E3-1F47-F2C5D311B534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5CEF1370-4690-7C2F-E966-655AFA930A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Getting Started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4546A593-0E0C-37DD-2E9F-A4414B2FF4D2}"/>
              </a:ext>
            </a:extLst>
          </p:cNvPr>
          <p:cNvSpPr txBox="1"/>
          <p:nvPr/>
        </p:nvSpPr>
        <p:spPr>
          <a:xfrm>
            <a:off x="938957" y="1737403"/>
            <a:ext cx="68733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So… what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actually is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coding?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think of writing code as like writing a recipe…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might start by specifying some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ingredients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 list some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instructions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get a desired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b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4C6FAC-CA9E-A206-BD8C-610BAABE1FF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54686" y="500743"/>
            <a:ext cx="4014043" cy="55210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1BF37310-768F-EEF5-D861-8604C942525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07894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B9EB8DDC-C0F1-5D2B-A787-E0EDABC84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E593E4D-D04C-9578-C84B-72803A0DFD2D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50AABF34-932C-393C-3C74-1F42ABBE41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Getting Started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93D3217F-C9DE-7CD8-4AFF-DC106F5B7929}"/>
              </a:ext>
            </a:extLst>
          </p:cNvPr>
          <p:cNvSpPr txBox="1"/>
          <p:nvPr/>
        </p:nvSpPr>
        <p:spPr>
          <a:xfrm>
            <a:off x="938957" y="1737403"/>
            <a:ext cx="68733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So… what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actually is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coding?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think of writing code as like writing a recipe…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might start by specifying some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ingredients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 list some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instructions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get a desired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b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0964F6-C058-8D2E-3C88-C19C05351BB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54686" y="500743"/>
            <a:ext cx="4014043" cy="55210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15E4770C-1F01-1CA3-B4F0-C3A99B7F11A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9/19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6" name="Google Shape;200;p20">
            <a:extLst>
              <a:ext uri="{FF2B5EF4-FFF2-40B4-BE49-F238E27FC236}">
                <a16:creationId xmlns:a16="http://schemas.microsoft.com/office/drawing/2014/main" id="{E50F7D8A-67F6-48DF-125C-E6E53CA4503B}"/>
              </a:ext>
            </a:extLst>
          </p:cNvPr>
          <p:cNvSpPr/>
          <p:nvPr/>
        </p:nvSpPr>
        <p:spPr>
          <a:xfrm>
            <a:off x="7752214" y="2029486"/>
            <a:ext cx="1892529" cy="492858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343997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2316BD52-9BFC-E18F-C7F8-263597304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44BB960-863B-BFE2-26FB-60B758E2BAFB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4FB55913-96EA-9ADB-001B-B2D9E7BDA9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Getting Started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7A31CFEF-ADE3-7C0B-7300-BDAB2E135457}"/>
              </a:ext>
            </a:extLst>
          </p:cNvPr>
          <p:cNvSpPr txBox="1"/>
          <p:nvPr/>
        </p:nvSpPr>
        <p:spPr>
          <a:xfrm>
            <a:off x="938957" y="1737403"/>
            <a:ext cx="68733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So… what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actually is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coding?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think of writing code as like writing a recipe…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might start by specifying some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ingredients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 list some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instructions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get a desired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b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B23BC3-194B-6954-9DCB-314CFA17699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54686" y="500743"/>
            <a:ext cx="4014043" cy="55210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017DD0E7-0C42-71F7-CECD-EEC00645B8C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9/19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6" name="Google Shape;200;p20">
            <a:extLst>
              <a:ext uri="{FF2B5EF4-FFF2-40B4-BE49-F238E27FC236}">
                <a16:creationId xmlns:a16="http://schemas.microsoft.com/office/drawing/2014/main" id="{48593C46-275C-82A4-F63C-550D1A2B1B6C}"/>
              </a:ext>
            </a:extLst>
          </p:cNvPr>
          <p:cNvSpPr/>
          <p:nvPr/>
        </p:nvSpPr>
        <p:spPr>
          <a:xfrm>
            <a:off x="7812257" y="4089227"/>
            <a:ext cx="3126676" cy="1761239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827366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F121791A-870B-ECA4-E5B5-1D16AA905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7D4F4EE-70FC-8C3C-A2EE-09FD8AFACA73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68318914-7090-6CA7-DA52-24E7D23443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Getting Started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F733242D-F34A-1F40-84E0-97C5DC3AD8F1}"/>
              </a:ext>
            </a:extLst>
          </p:cNvPr>
          <p:cNvSpPr txBox="1"/>
          <p:nvPr/>
        </p:nvSpPr>
        <p:spPr>
          <a:xfrm>
            <a:off x="938957" y="1737403"/>
            <a:ext cx="68733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So… what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actually is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coding?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think of writing code as like writing a recipe…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might start by specifying some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ingredients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 list some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instructions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get a desired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b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F922A9-334B-5C12-3392-EA76DF9BABB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54686" y="500743"/>
            <a:ext cx="4014043" cy="55210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6B91692B-956A-A2F2-6E1C-50EA17571AE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9/19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6" name="Google Shape;200;p20">
            <a:extLst>
              <a:ext uri="{FF2B5EF4-FFF2-40B4-BE49-F238E27FC236}">
                <a16:creationId xmlns:a16="http://schemas.microsoft.com/office/drawing/2014/main" id="{4CA88644-5110-859F-8819-ADC57E3E279C}"/>
              </a:ext>
            </a:extLst>
          </p:cNvPr>
          <p:cNvSpPr/>
          <p:nvPr/>
        </p:nvSpPr>
        <p:spPr>
          <a:xfrm>
            <a:off x="10005391" y="1903854"/>
            <a:ext cx="1247652" cy="703879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55148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EAA5173D-4B52-91FE-44DB-61A311B19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AA132B3-0C49-E14D-EA4A-3602CB546018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0E132140-CE6C-E990-5DB8-B94F74AEF4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Getting Started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9ED29377-1998-A71D-D02E-93113C49F995}"/>
              </a:ext>
            </a:extLst>
          </p:cNvPr>
          <p:cNvSpPr txBox="1"/>
          <p:nvPr/>
        </p:nvSpPr>
        <p:spPr>
          <a:xfrm>
            <a:off x="938957" y="1737403"/>
            <a:ext cx="68733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So… what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actually is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coding?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think of writing code as like writing a recipe…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might start by specifying some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ingredients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 list some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instructions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get a desired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b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Coding is pretty similar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26957470-3218-0261-E9A0-1A6F00C698A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124431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411ADA47-0F7A-DCF0-7003-9B98A4ED5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2A25612-2F92-EF9D-E74A-85ECEE7DC1FC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BECB4BD0-BCC5-4B64-52D2-AE783764A8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Getting Started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6DF4B3BC-63B5-F538-F88A-ED45DA442B6E}"/>
              </a:ext>
            </a:extLst>
          </p:cNvPr>
          <p:cNvSpPr txBox="1"/>
          <p:nvPr/>
        </p:nvSpPr>
        <p:spPr>
          <a:xfrm>
            <a:off x="938957" y="1737403"/>
            <a:ext cx="68733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So… what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actually is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coding?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think of writing code as like writing a recipe…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might start by specifying some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ingredients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 list some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instructions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get a desired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b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Coding is pretty similar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525ECC45-F04B-6007-5B5B-46A4FE42967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3E8445-F606-0036-8625-7A7AECCB656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32529" y="1502229"/>
            <a:ext cx="3668485" cy="447453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172371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706BE3CE-A090-0519-B6FB-4D77C67ED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1DED6CE-A44E-15EC-96F7-612A5A07B276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D33357-ACF2-D271-E44C-51D82CEDEEF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32529" y="1502229"/>
            <a:ext cx="3668485" cy="447453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9978DE30-66F6-4DF3-E8A6-765D7A1287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Getting Started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392A0A86-D4E8-B2BF-5BFA-4D1A9213EB1B}"/>
              </a:ext>
            </a:extLst>
          </p:cNvPr>
          <p:cNvSpPr txBox="1"/>
          <p:nvPr/>
        </p:nvSpPr>
        <p:spPr>
          <a:xfrm>
            <a:off x="938957" y="1737403"/>
            <a:ext cx="619118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So… what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actually is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coding?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think of writing code as like writing a recipe…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might start by specifying some </a:t>
            </a:r>
            <a:r>
              <a:rPr lang="en-GB" sz="20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inputs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 list some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instructions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get a desired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b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Coding is pretty similar</a:t>
            </a: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77C31158-EBDE-4F79-9D62-4527670F10B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706876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D1A23504-EA6D-9DC9-DA2C-D9C625571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FC0AF7A-D3E2-703E-7B2A-F9A998A990AE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230CD2-B519-781D-6265-1AFCBE3B4CB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32529" y="1502229"/>
            <a:ext cx="3668485" cy="447453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980423E1-5C17-12DF-5C2E-B0EE531CD7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Getting Started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9F14FC83-A5F4-576F-4C81-1E2572EDB79B}"/>
              </a:ext>
            </a:extLst>
          </p:cNvPr>
          <p:cNvSpPr txBox="1"/>
          <p:nvPr/>
        </p:nvSpPr>
        <p:spPr>
          <a:xfrm>
            <a:off x="938957" y="1737403"/>
            <a:ext cx="619118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So… what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actually is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coding?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think of writing code as like writing a recipe…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might start by specifying some </a:t>
            </a:r>
            <a:r>
              <a:rPr lang="en-GB" sz="20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inputs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 list some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instructions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get a desired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b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Coding is pretty similar</a:t>
            </a: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200;p20">
            <a:extLst>
              <a:ext uri="{FF2B5EF4-FFF2-40B4-BE49-F238E27FC236}">
                <a16:creationId xmlns:a16="http://schemas.microsoft.com/office/drawing/2014/main" id="{FB354447-AA55-2AA2-3E9D-E6B0A8979BE7}"/>
              </a:ext>
            </a:extLst>
          </p:cNvPr>
          <p:cNvSpPr/>
          <p:nvPr/>
        </p:nvSpPr>
        <p:spPr>
          <a:xfrm>
            <a:off x="7232530" y="1578429"/>
            <a:ext cx="3566100" cy="102930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FD32A198-FABC-F82E-62E7-711A66853F2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802202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971AAE99-22D4-E2DD-E9AD-C2DA70ABC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85A18E3-CE82-59AB-3E87-2F657A5FA765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75EA83-2D82-3CBA-8995-A9F2D5BDDFB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32529" y="1502229"/>
            <a:ext cx="3668485" cy="447453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ADEDFDE5-2362-E757-84D0-BF1905FECC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Getting Started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CE7C8B9B-9D30-2D38-48DF-AF200ED5E787}"/>
              </a:ext>
            </a:extLst>
          </p:cNvPr>
          <p:cNvSpPr txBox="1"/>
          <p:nvPr/>
        </p:nvSpPr>
        <p:spPr>
          <a:xfrm>
            <a:off x="938957" y="1737403"/>
            <a:ext cx="619118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So… what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actually is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coding?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think of writing code as like writing a recipe…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might start by specifying some </a:t>
            </a:r>
            <a:r>
              <a:rPr lang="en-GB" sz="20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inputs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 list some </a:t>
            </a:r>
            <a:r>
              <a:rPr lang="en-GB" sz="20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instructions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get a desired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b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Coding is pretty similar</a:t>
            </a: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30413C27-91C0-BABE-778F-EE43682725F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10/19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7" name="Google Shape;200;p20">
            <a:extLst>
              <a:ext uri="{FF2B5EF4-FFF2-40B4-BE49-F238E27FC236}">
                <a16:creationId xmlns:a16="http://schemas.microsoft.com/office/drawing/2014/main" id="{B03CC258-E71D-DC87-B95A-2B2A564973F5}"/>
              </a:ext>
            </a:extLst>
          </p:cNvPr>
          <p:cNvSpPr/>
          <p:nvPr/>
        </p:nvSpPr>
        <p:spPr>
          <a:xfrm>
            <a:off x="7232528" y="2725121"/>
            <a:ext cx="3337500" cy="2428682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286760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14E347DA-CFF5-085B-75A1-FA44CFF7F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3EAD3D1-B5B2-3C80-65BC-B82DA0A8DA68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524E4D-B610-B088-F4C8-54661F75DF8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32529" y="1502229"/>
            <a:ext cx="3668485" cy="447453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2051CEFC-BE08-928D-187C-D719ACC761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Getting Started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C274D1A5-8E6C-82ED-87BD-FB8A0F4252E4}"/>
              </a:ext>
            </a:extLst>
          </p:cNvPr>
          <p:cNvSpPr txBox="1"/>
          <p:nvPr/>
        </p:nvSpPr>
        <p:spPr>
          <a:xfrm>
            <a:off x="938957" y="1737403"/>
            <a:ext cx="619118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So… what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actually is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coding?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think of writing code as like writing a recipe…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might start by specifying some </a:t>
            </a:r>
            <a:r>
              <a:rPr lang="en-GB" sz="20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inputs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 list some </a:t>
            </a:r>
            <a:r>
              <a:rPr lang="en-GB" sz="20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instructions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get a desired </a:t>
            </a:r>
            <a:r>
              <a:rPr lang="en-GB" sz="20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b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Coding is pretty similar</a:t>
            </a:r>
          </a:p>
        </p:txBody>
      </p:sp>
      <p:sp>
        <p:nvSpPr>
          <p:cNvPr id="6" name="Google Shape;200;p20">
            <a:extLst>
              <a:ext uri="{FF2B5EF4-FFF2-40B4-BE49-F238E27FC236}">
                <a16:creationId xmlns:a16="http://schemas.microsoft.com/office/drawing/2014/main" id="{4C2C88DB-7454-5FDD-D606-077E6475C4F7}"/>
              </a:ext>
            </a:extLst>
          </p:cNvPr>
          <p:cNvSpPr/>
          <p:nvPr/>
        </p:nvSpPr>
        <p:spPr>
          <a:xfrm>
            <a:off x="7297841" y="5312777"/>
            <a:ext cx="3043588" cy="571061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7747DBC2-E00A-20B0-E0BA-384DF5E7672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563608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648520DA-30FD-AD45-4F8A-5C9854483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0593CE8-CCAA-16E4-4077-AC2DAB3269CB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0C86BC-E4A4-3C8B-182D-6592D28394F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32529" y="1502229"/>
            <a:ext cx="3668485" cy="447453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C23F6945-AA3D-D4D3-0E85-1B0B370E81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Getting Started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67068E0C-D68E-F6D8-1B1F-7B122D719995}"/>
              </a:ext>
            </a:extLst>
          </p:cNvPr>
          <p:cNvSpPr txBox="1"/>
          <p:nvPr/>
        </p:nvSpPr>
        <p:spPr>
          <a:xfrm>
            <a:off x="938957" y="1737403"/>
            <a:ext cx="619118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So… what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actually is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coding?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think of writing code as like writing a recipe…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might start by specifying some </a:t>
            </a:r>
            <a:r>
              <a:rPr lang="en-GB" sz="20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inputs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 list some </a:t>
            </a:r>
            <a:r>
              <a:rPr lang="en-GB" sz="20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instructions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get a desired </a:t>
            </a:r>
            <a:r>
              <a:rPr lang="en-GB" sz="20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b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Coding is pretty similar</a:t>
            </a:r>
          </a:p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Here we are producing some output that might be difficult to  compute or evaluate by hand</a:t>
            </a: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CAE4E7BD-8E31-F9ED-6C55-FB58B298F6A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273093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5DED78BA-B580-B2EE-35AF-427BA652E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3AC4D86-779F-5B5C-886E-EBD2A475F089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688908C9-4A14-A5AD-3DDF-3D6158FFEB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Assigning Variables</a:t>
            </a:r>
            <a:endParaRPr dirty="0"/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01FCC225-E5B9-65F5-4642-32A1021297E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E6C2A6-7F8F-594C-C19E-868CDA65FD8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32529" y="1502229"/>
            <a:ext cx="3668485" cy="447453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4059635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7BA3B8D1-A333-9BAD-1CCD-0BA5BA0D7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896B17A-96A7-A3D0-871A-A910F007F0DB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FFBED30B-D454-E4F2-748A-C7DDC7897A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Assigning Variables</a:t>
            </a:r>
            <a:endParaRPr dirty="0"/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4E3C45C2-8D6E-8B00-B462-51025840331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F672C9-87A9-8A95-C45D-71031D21423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904" r="80391" b="77867"/>
          <a:stretch>
            <a:fillRect/>
          </a:stretch>
        </p:blipFill>
        <p:spPr>
          <a:xfrm>
            <a:off x="8538425" y="2377438"/>
            <a:ext cx="2617255" cy="231648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920570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6F253919-C76D-5D00-5E7B-FFCEA0D24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DDC73E-E905-B5EC-70D1-1FE0BA72861C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FA125621-AF17-E0A1-5A85-C2FEB6C378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Assigning Variables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08C1A863-B807-88C9-7E6C-1CFC8718F0CA}"/>
              </a:ext>
            </a:extLst>
          </p:cNvPr>
          <p:cNvSpPr txBox="1"/>
          <p:nvPr/>
        </p:nvSpPr>
        <p:spPr>
          <a:xfrm>
            <a:off x="938957" y="1737403"/>
            <a:ext cx="619118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this code, x and y are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variables </a:t>
            </a:r>
            <a:b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03;p13">
            <a:extLst>
              <a:ext uri="{FF2B5EF4-FFF2-40B4-BE49-F238E27FC236}">
                <a16:creationId xmlns:a16="http://schemas.microsoft.com/office/drawing/2014/main" id="{B6A4C91C-F98C-232D-E9D8-1EAEB5C66BE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88D42-4D7B-D4DE-F78B-01992340B79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904" r="80391" b="77867"/>
          <a:stretch>
            <a:fillRect/>
          </a:stretch>
        </p:blipFill>
        <p:spPr>
          <a:xfrm>
            <a:off x="8538425" y="2377438"/>
            <a:ext cx="2617255" cy="231648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2739758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6A28222A-16E8-05C4-50DC-C52C7ADCF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BB8612F-C3C8-9F10-B626-8EF139EF0577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ED020F48-FFB4-27C4-CDB7-0AE8687177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Assigning Variables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C8E288D7-90ED-E690-A965-45698EE1A448}"/>
              </a:ext>
            </a:extLst>
          </p:cNvPr>
          <p:cNvSpPr txBox="1"/>
          <p:nvPr/>
        </p:nvSpPr>
        <p:spPr>
          <a:xfrm>
            <a:off x="938957" y="1737403"/>
            <a:ext cx="619118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this code, x and y are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variables </a:t>
            </a:r>
            <a:b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b="1" i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These are named pieces of data which we can use for future computations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03;p13">
            <a:extLst>
              <a:ext uri="{FF2B5EF4-FFF2-40B4-BE49-F238E27FC236}">
                <a16:creationId xmlns:a16="http://schemas.microsoft.com/office/drawing/2014/main" id="{A4D684CB-77CE-B140-ED11-72A4B109D63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D501AF-6086-9FAF-6407-67B559CCD8B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904" r="80391" b="77867"/>
          <a:stretch>
            <a:fillRect/>
          </a:stretch>
        </p:blipFill>
        <p:spPr>
          <a:xfrm>
            <a:off x="8538425" y="2377438"/>
            <a:ext cx="2617255" cy="231648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4607052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E9F4636D-BD68-EFBB-E5F2-F28AFE0B1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63E1F89-5750-B150-267D-B51103DA1394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6F0C5EAD-87DD-A651-95B4-31B88FB731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Assigning Variables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6004AFD9-366A-DDFF-081B-C04E6ABA1B51}"/>
              </a:ext>
            </a:extLst>
          </p:cNvPr>
          <p:cNvSpPr txBox="1"/>
          <p:nvPr/>
        </p:nvSpPr>
        <p:spPr>
          <a:xfrm>
            <a:off x="938957" y="1737403"/>
            <a:ext cx="619118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this code, x and y are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variables </a:t>
            </a:r>
            <a:b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b="1" i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These are named pieces of data which we can use for future computations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‘=‘ symbol is the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assignment operator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1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03;p13">
            <a:extLst>
              <a:ext uri="{FF2B5EF4-FFF2-40B4-BE49-F238E27FC236}">
                <a16:creationId xmlns:a16="http://schemas.microsoft.com/office/drawing/2014/main" id="{0641C52D-273B-F847-E82A-C37695FD8B0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D79FB8-CE85-CE3E-5915-F492D75806A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904" r="80391" b="77867"/>
          <a:stretch>
            <a:fillRect/>
          </a:stretch>
        </p:blipFill>
        <p:spPr>
          <a:xfrm>
            <a:off x="8538425" y="2377438"/>
            <a:ext cx="2617255" cy="231648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1937308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40D0B65F-E860-7751-6DDF-08A92C828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14619DF-FF67-F5E5-AEED-0511317DA7A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904" r="80391" b="77867"/>
          <a:stretch>
            <a:fillRect/>
          </a:stretch>
        </p:blipFill>
        <p:spPr>
          <a:xfrm>
            <a:off x="8538425" y="2377438"/>
            <a:ext cx="2617255" cy="23164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16945A6-8457-E083-9463-B61E883260D3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BC9CC5FE-571F-9B10-BE4A-CE199939E3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Assigning Variables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DDA12829-617D-1F86-8F25-A9E46508B725}"/>
              </a:ext>
            </a:extLst>
          </p:cNvPr>
          <p:cNvSpPr txBox="1"/>
          <p:nvPr/>
        </p:nvSpPr>
        <p:spPr>
          <a:xfrm>
            <a:off x="938957" y="1737403"/>
            <a:ext cx="619118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this code, x and y are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variables </a:t>
            </a:r>
            <a:b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b="1" i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These are named pieces of data which we can use for future computations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‘=‘ symbol is the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assignment operator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1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CFF3DFB-DCE0-36D9-2B8A-5359EE9235BB}"/>
              </a:ext>
            </a:extLst>
          </p:cNvPr>
          <p:cNvGrpSpPr/>
          <p:nvPr/>
        </p:nvGrpSpPr>
        <p:grpSpPr>
          <a:xfrm>
            <a:off x="8300359" y="1662898"/>
            <a:ext cx="3532412" cy="1463265"/>
            <a:chOff x="8300359" y="1662898"/>
            <a:chExt cx="3532412" cy="1463265"/>
          </a:xfrm>
        </p:grpSpPr>
        <p:sp>
          <p:nvSpPr>
            <p:cNvPr id="2" name="Google Shape;200;p20">
              <a:extLst>
                <a:ext uri="{FF2B5EF4-FFF2-40B4-BE49-F238E27FC236}">
                  <a16:creationId xmlns:a16="http://schemas.microsoft.com/office/drawing/2014/main" id="{58F471E9-B9C7-BD18-2DCA-52F40B9A9D85}"/>
                </a:ext>
              </a:extLst>
            </p:cNvPr>
            <p:cNvSpPr/>
            <p:nvPr/>
          </p:nvSpPr>
          <p:spPr>
            <a:xfrm>
              <a:off x="9451232" y="2640572"/>
              <a:ext cx="550758" cy="485591"/>
            </a:xfrm>
            <a:prstGeom prst="rect">
              <a:avLst/>
            </a:prstGeom>
            <a:noFill/>
            <a:ln w="571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Google Shape;198;p20">
              <a:extLst>
                <a:ext uri="{FF2B5EF4-FFF2-40B4-BE49-F238E27FC236}">
                  <a16:creationId xmlns:a16="http://schemas.microsoft.com/office/drawing/2014/main" id="{C1E00D5C-EF4A-C25C-DFC9-E7777E1F57E3}"/>
                </a:ext>
              </a:extLst>
            </p:cNvPr>
            <p:cNvSpPr txBox="1"/>
            <p:nvPr/>
          </p:nvSpPr>
          <p:spPr>
            <a:xfrm>
              <a:off x="8300359" y="1662898"/>
              <a:ext cx="3532412" cy="4924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Assignment operator</a:t>
              </a:r>
              <a:endParaRPr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" name="Google Shape;103;p13">
            <a:extLst>
              <a:ext uri="{FF2B5EF4-FFF2-40B4-BE49-F238E27FC236}">
                <a16:creationId xmlns:a16="http://schemas.microsoft.com/office/drawing/2014/main" id="{B6F738F3-06DA-0E03-5C90-C7F54264B73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692258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8F9ADFAC-9B72-F96B-4874-B23159723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E522CD6-B5BA-DEDF-5B9A-A62C6B6FBF67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2EE5D200-7035-BE17-9264-FACFB34414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Assigning Variables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688E830B-0064-20E5-5526-63B5C70C63F0}"/>
              </a:ext>
            </a:extLst>
          </p:cNvPr>
          <p:cNvSpPr txBox="1"/>
          <p:nvPr/>
        </p:nvSpPr>
        <p:spPr>
          <a:xfrm>
            <a:off x="938957" y="1737403"/>
            <a:ext cx="619118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this code, x and y are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variables </a:t>
            </a:r>
            <a:b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b="1" i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These are named pieces of data which we can use for future computations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‘=‘ symbol is the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assignment operator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Unlike in maths, this is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an instruction</a:t>
            </a:r>
            <a:b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03;p13">
            <a:extLst>
              <a:ext uri="{FF2B5EF4-FFF2-40B4-BE49-F238E27FC236}">
                <a16:creationId xmlns:a16="http://schemas.microsoft.com/office/drawing/2014/main" id="{2E753E52-583B-4322-37CE-A8E3A872425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209B98-1522-9DE4-DF8C-DF8AA4FFA2C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904" r="80391" b="77867"/>
          <a:stretch>
            <a:fillRect/>
          </a:stretch>
        </p:blipFill>
        <p:spPr>
          <a:xfrm>
            <a:off x="8538425" y="2377438"/>
            <a:ext cx="2617255" cy="2316481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B9E2B6CF-7D84-FFAB-CD70-56A3AC34904A}"/>
              </a:ext>
            </a:extLst>
          </p:cNvPr>
          <p:cNvGrpSpPr/>
          <p:nvPr/>
        </p:nvGrpSpPr>
        <p:grpSpPr>
          <a:xfrm>
            <a:off x="8300359" y="1662898"/>
            <a:ext cx="3532412" cy="1463265"/>
            <a:chOff x="8300359" y="1662898"/>
            <a:chExt cx="3532412" cy="1463265"/>
          </a:xfrm>
        </p:grpSpPr>
        <p:sp>
          <p:nvSpPr>
            <p:cNvPr id="11" name="Google Shape;200;p20">
              <a:extLst>
                <a:ext uri="{FF2B5EF4-FFF2-40B4-BE49-F238E27FC236}">
                  <a16:creationId xmlns:a16="http://schemas.microsoft.com/office/drawing/2014/main" id="{ADD86877-3AD8-E9C9-04AF-087BBC1A2F23}"/>
                </a:ext>
              </a:extLst>
            </p:cNvPr>
            <p:cNvSpPr/>
            <p:nvPr/>
          </p:nvSpPr>
          <p:spPr>
            <a:xfrm>
              <a:off x="9451232" y="2640572"/>
              <a:ext cx="550758" cy="485591"/>
            </a:xfrm>
            <a:prstGeom prst="rect">
              <a:avLst/>
            </a:prstGeom>
            <a:noFill/>
            <a:ln w="571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98;p20">
              <a:extLst>
                <a:ext uri="{FF2B5EF4-FFF2-40B4-BE49-F238E27FC236}">
                  <a16:creationId xmlns:a16="http://schemas.microsoft.com/office/drawing/2014/main" id="{4AA1A19F-8F13-DEE1-0DA1-AAC5AA5F2DA9}"/>
                </a:ext>
              </a:extLst>
            </p:cNvPr>
            <p:cNvSpPr txBox="1"/>
            <p:nvPr/>
          </p:nvSpPr>
          <p:spPr>
            <a:xfrm>
              <a:off x="8300359" y="1662898"/>
              <a:ext cx="3532412" cy="4924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Assignment operator</a:t>
              </a:r>
              <a:endParaRPr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0690655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548D2ACC-5C7B-6C8E-6CAF-B333DFE3D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156678A-C60A-EEC4-FEAF-E41939C20985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637BA9EC-413B-51F0-F82F-1B17BE2C50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Assigning Variables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CBB5552A-CDDC-D8CD-A461-4D5DDA6BFAF0}"/>
              </a:ext>
            </a:extLst>
          </p:cNvPr>
          <p:cNvSpPr txBox="1"/>
          <p:nvPr/>
        </p:nvSpPr>
        <p:spPr>
          <a:xfrm>
            <a:off x="938957" y="1737403"/>
            <a:ext cx="619118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this code, x and y are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variables </a:t>
            </a:r>
            <a:b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b="1" i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These are named pieces of data which we can use for future computations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‘=‘ symbol is the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assignment operator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Unlike in maths, this is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an instruction</a:t>
            </a:r>
            <a:b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b="1" i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E.g.</a:t>
            </a:r>
            <a:r>
              <a:rPr lang="en-GB" sz="20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“x=7”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means </a:t>
            </a:r>
            <a:r>
              <a:rPr lang="en-GB" sz="20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“Save the integer 7 under the variable name x”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lang="en-GB" sz="2000" b="1" i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1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03;p13">
            <a:extLst>
              <a:ext uri="{FF2B5EF4-FFF2-40B4-BE49-F238E27FC236}">
                <a16:creationId xmlns:a16="http://schemas.microsoft.com/office/drawing/2014/main" id="{763D9999-57AE-50D0-77A2-B3FD9D9895A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84E18D-6C8A-94A4-6394-00A8326E2DD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904" r="80391" b="77867"/>
          <a:stretch>
            <a:fillRect/>
          </a:stretch>
        </p:blipFill>
        <p:spPr>
          <a:xfrm>
            <a:off x="8538425" y="2377438"/>
            <a:ext cx="2617255" cy="2316481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01E4CF24-74EB-870D-330A-1A180BFE0D05}"/>
              </a:ext>
            </a:extLst>
          </p:cNvPr>
          <p:cNvGrpSpPr/>
          <p:nvPr/>
        </p:nvGrpSpPr>
        <p:grpSpPr>
          <a:xfrm>
            <a:off x="8300359" y="1662898"/>
            <a:ext cx="3532412" cy="1463265"/>
            <a:chOff x="8300359" y="1662898"/>
            <a:chExt cx="3532412" cy="1463265"/>
          </a:xfrm>
        </p:grpSpPr>
        <p:sp>
          <p:nvSpPr>
            <p:cNvPr id="7" name="Google Shape;200;p20">
              <a:extLst>
                <a:ext uri="{FF2B5EF4-FFF2-40B4-BE49-F238E27FC236}">
                  <a16:creationId xmlns:a16="http://schemas.microsoft.com/office/drawing/2014/main" id="{8B79F6FF-3FF2-8AFB-7503-FE7698B380A6}"/>
                </a:ext>
              </a:extLst>
            </p:cNvPr>
            <p:cNvSpPr/>
            <p:nvPr/>
          </p:nvSpPr>
          <p:spPr>
            <a:xfrm>
              <a:off x="9451232" y="2640572"/>
              <a:ext cx="550758" cy="485591"/>
            </a:xfrm>
            <a:prstGeom prst="rect">
              <a:avLst/>
            </a:prstGeom>
            <a:noFill/>
            <a:ln w="571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198;p20">
              <a:extLst>
                <a:ext uri="{FF2B5EF4-FFF2-40B4-BE49-F238E27FC236}">
                  <a16:creationId xmlns:a16="http://schemas.microsoft.com/office/drawing/2014/main" id="{23D44F27-C64C-FA4F-9082-0DDD58A8841B}"/>
                </a:ext>
              </a:extLst>
            </p:cNvPr>
            <p:cNvSpPr txBox="1"/>
            <p:nvPr/>
          </p:nvSpPr>
          <p:spPr>
            <a:xfrm>
              <a:off x="8300359" y="1662898"/>
              <a:ext cx="3532412" cy="4924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Assignment operator</a:t>
              </a:r>
              <a:endParaRPr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706973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1982F269-4FF7-058F-0F61-A5C0AA709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42C5A20-D458-3EB0-6769-440E543C2A4B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F4C40614-6754-8EE6-3145-F07312D704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Data Types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A9AD3D63-00F9-A3DC-AD7C-7C87DBCB87B8}"/>
              </a:ext>
            </a:extLst>
          </p:cNvPr>
          <p:cNvSpPr txBox="1"/>
          <p:nvPr/>
        </p:nvSpPr>
        <p:spPr>
          <a:xfrm>
            <a:off x="938957" y="17374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When writing the recipe, some foods were of the “same type”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E.g. we had </a:t>
            </a:r>
            <a:r>
              <a:rPr lang="en-GB" sz="20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 eggs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C6B52A-4A0F-9194-A906-3F7A051F11B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99513" y="2114256"/>
            <a:ext cx="4433258" cy="10080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3FEB14FB-4160-CFA4-26B3-E3683BC1C5D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940059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61D0625D-9949-0FF0-C704-64C2B59A7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A8AC810-47A3-E8EA-9AC5-3B0CD46F34C4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81DE714A-01E9-9503-9BCE-8C554F0747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Data Types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E7E35778-62C8-E8B1-44C3-341D48B7C766}"/>
              </a:ext>
            </a:extLst>
          </p:cNvPr>
          <p:cNvSpPr txBox="1"/>
          <p:nvPr/>
        </p:nvSpPr>
        <p:spPr>
          <a:xfrm>
            <a:off x="938957" y="17374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When writing the recipe, some foods were of the “same type”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E.g. we had </a:t>
            </a:r>
            <a:r>
              <a:rPr lang="en-GB" sz="20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 eggs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the same way, in coding we have different </a:t>
            </a:r>
            <a:r>
              <a:rPr lang="en-GB" sz="2000" b="1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types of data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Today, we shall look at some of these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Understanding data types is important, as we want to use different data types for different tasks</a:t>
            </a:r>
          </a:p>
          <a:p>
            <a:pPr marL="457200" lvl="1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b="1" i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938DAF-23F0-9428-2902-6ADF6DE2F1B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99513" y="2114256"/>
            <a:ext cx="4433258" cy="10080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0BDF50B4-1933-C108-95C1-A1F0DADC809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4456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1BA197B4-BCAB-8531-95D9-6CB7FA2A9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106BCE-F1FD-31D8-4CD9-B8972D11F930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1C6E3DCC-4D3F-C255-CC45-CC431491FA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Numeric Data Types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119A69C6-A9F1-8CAD-5FCF-3489D3D026ED}"/>
              </a:ext>
            </a:extLst>
          </p:cNvPr>
          <p:cNvSpPr txBox="1"/>
          <p:nvPr/>
        </p:nvSpPr>
        <p:spPr>
          <a:xfrm>
            <a:off x="938957" y="17374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most ubiquitous data types are numeric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Integers: Whole numbers/Integers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ℤ = {…, -3, -2, -1, 0, 1, 2, 3,… }</a:t>
            </a:r>
            <a:endParaRPr lang="en-GB" sz="20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20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A2EBD5-CF11-ADCE-3B8F-E51FF1F1565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57928" y="1502229"/>
            <a:ext cx="4211262" cy="31350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E840111E-6EE0-DD9E-B0DE-096B5B86E71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5D1C81-DE82-9411-D666-FA12585ACF1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30440" y="2220686"/>
            <a:ext cx="4004310" cy="228983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4892459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56AF432C-3C54-5C67-A1C1-4EF998DC1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F8FBD84-750F-6F2F-818B-7E0394DC456A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706F1C58-4EBB-3269-6109-64277AF1F8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Numeric Data Types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095CCD5A-F659-E9D0-61C2-9846C5AE71CC}"/>
              </a:ext>
            </a:extLst>
          </p:cNvPr>
          <p:cNvSpPr txBox="1"/>
          <p:nvPr/>
        </p:nvSpPr>
        <p:spPr>
          <a:xfrm>
            <a:off x="938957" y="17374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most ubiquitous data types are numeric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Integers: Whole numbers/Integers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ℤ = {…, -3, -2, -1, 0, 1, 2, 3,… }</a:t>
            </a:r>
            <a:endParaRPr lang="en-GB" sz="20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Floats: Decimal numbers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ℝ = Real numbers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20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736319-D9DB-C34F-73EF-BAFCA365D10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57928" y="1502229"/>
            <a:ext cx="4211262" cy="31350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7D441248-3C13-7FAC-9030-E3667D0485F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EC46EE-136A-428C-5F8D-28B3095053D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30440" y="2676525"/>
            <a:ext cx="4004310" cy="183399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6558828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5FFC1C8E-053F-C653-2786-ADBE75DA4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BCEEBCB-3673-296F-9F15-D42180DCF9E6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86624F9A-C4DD-036D-AA9E-BF55DF64A6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Numeric Data Types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7BD34BB5-7C2A-F3FC-492A-A8AC5E80B1C1}"/>
              </a:ext>
            </a:extLst>
          </p:cNvPr>
          <p:cNvSpPr txBox="1"/>
          <p:nvPr/>
        </p:nvSpPr>
        <p:spPr>
          <a:xfrm>
            <a:off x="938957" y="17374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most ubiquitous data types are numeric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Integers: Whole numbers/Integers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ℤ = {…, -3, -2, -1, 0, 1, 2, 3,… }</a:t>
            </a:r>
            <a:endParaRPr lang="en-GB" sz="20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Floats: Decimal numbers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ℝ = Real numbers</a:t>
            </a:r>
            <a:b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convert between floats and integers using the </a:t>
            </a:r>
            <a:r>
              <a:rPr lang="en-GB" sz="2000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float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2000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functions.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do you think might happen if we convert y to an integer?</a:t>
            </a:r>
          </a:p>
          <a:p>
            <a:pPr marL="101600" lvl="1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20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8872A6-FE80-2BC6-694B-081E16724FD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57928" y="1502229"/>
            <a:ext cx="4211262" cy="31350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3069BEDA-1D6F-BBC1-8291-4CED70B92CE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066483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A78C184A-1900-5812-5E26-5373A3F7F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F8C98E9-E2AF-ECDF-F92E-4EE5992F887F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D8184189-EAE2-01B2-D957-A306BF4624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Numeric Data Types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A0006F3E-8BDD-B536-5B89-143081209AFB}"/>
              </a:ext>
            </a:extLst>
          </p:cNvPr>
          <p:cNvSpPr txBox="1"/>
          <p:nvPr/>
        </p:nvSpPr>
        <p:spPr>
          <a:xfrm>
            <a:off x="938957" y="17374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most ubiquitous data types are numeric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Integers: Whole numbers/Integers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ℤ = {…, -3, -2, -1, 0, 1, 2, 3,… }</a:t>
            </a:r>
            <a:endParaRPr lang="en-GB" sz="20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Floats: Decimal numbers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ℝ = Real numbers</a:t>
            </a:r>
            <a:b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convert between floats and integers using the </a:t>
            </a:r>
            <a:r>
              <a:rPr lang="en-GB" sz="2000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float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2000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functions.</a:t>
            </a: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do you think might happen if we convert y to an integer?</a:t>
            </a:r>
          </a:p>
          <a:p>
            <a:pPr marL="101600" lvl="1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20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1CB019-BE68-CE1C-C6F1-4E62FB16FBE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57928" y="1502229"/>
            <a:ext cx="4211262" cy="31350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Google Shape;198;p20">
            <a:extLst>
              <a:ext uri="{FF2B5EF4-FFF2-40B4-BE49-F238E27FC236}">
                <a16:creationId xmlns:a16="http://schemas.microsoft.com/office/drawing/2014/main" id="{E57BA5BD-C798-8C41-5C93-5A0C2E2AE10B}"/>
              </a:ext>
            </a:extLst>
          </p:cNvPr>
          <p:cNvSpPr txBox="1"/>
          <p:nvPr/>
        </p:nvSpPr>
        <p:spPr>
          <a:xfrm>
            <a:off x="6542314" y="4976224"/>
            <a:ext cx="5197926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Warning: A computer cannot actually describe arbitrarily small and large numbers – it approximates instead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412476F8-67AD-B890-C1E7-57F6B8C8993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062114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70019219-F9B3-FD9D-E2C1-0FFC4D376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B986CDD-5DD9-5327-09E9-27C5C8125FE6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8C2ACD3E-5DE5-D940-C081-2A3746382E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Strings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9ED88793-504A-A4AC-7F01-8120E37077B9}"/>
              </a:ext>
            </a:extLst>
          </p:cNvPr>
          <p:cNvSpPr txBox="1"/>
          <p:nvPr/>
        </p:nvSpPr>
        <p:spPr>
          <a:xfrm>
            <a:off x="938957" y="1737403"/>
            <a:ext cx="635882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20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string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a sequence of characters. Strings can contain: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Letters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326A70-08E0-4820-E09A-FEDDE9B9A86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74875" y="754191"/>
            <a:ext cx="3119845" cy="44099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E87186B-FAF1-4345-A09A-17C3AFD3D50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EA5D75-F0E0-D838-B684-4C5F1ACA2A1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48625" y="1464129"/>
            <a:ext cx="2886076" cy="365157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5635800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1C096209-7B1B-386B-17EB-0BADBC774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DCB1D08-5131-1468-8FD6-D126DFB998FC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899945EE-6CDF-E605-0CD0-2170DD9D90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Strings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9F8F5A0D-8C94-2455-C154-C5083B1ECDB2}"/>
              </a:ext>
            </a:extLst>
          </p:cNvPr>
          <p:cNvSpPr txBox="1"/>
          <p:nvPr/>
        </p:nvSpPr>
        <p:spPr>
          <a:xfrm>
            <a:off x="938957" y="1737403"/>
            <a:ext cx="635882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20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string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a sequence of characters. Strings can contain: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Letters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Numbers (treated as characters)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582348-32EC-AA01-9374-3FC7C11AC5F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74875" y="754191"/>
            <a:ext cx="3119845" cy="44099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E1CD94C-4FB7-1701-3BF8-1B6D9E218F1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37A47D-5E96-D356-F0B7-68471D5953A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48625" y="2204991"/>
            <a:ext cx="2886076" cy="291071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679027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1EC2EBDE-80F3-CEB8-7CDD-DED7C4070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70F13F7-76C6-715C-F221-91C55541BE68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546270EA-9AA6-FB07-B548-F947E26345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Strings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B1CCD9D1-9985-6BA0-FB23-2AAA2D127445}"/>
              </a:ext>
            </a:extLst>
          </p:cNvPr>
          <p:cNvSpPr txBox="1"/>
          <p:nvPr/>
        </p:nvSpPr>
        <p:spPr>
          <a:xfrm>
            <a:off x="938957" y="1737403"/>
            <a:ext cx="635882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20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string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a sequence of characters. Strings can contain: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Letters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Numbers (treated as characters)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Punctuation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683215-5DF1-5AEE-F483-8363D67FCAD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74875" y="754191"/>
            <a:ext cx="3119845" cy="44099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EFA6978-5A72-EA0C-DC35-6F4BEB78B1F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D4625A-4AAC-1D52-28B9-98C6DAAB1B0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48625" y="2819399"/>
            <a:ext cx="2886076" cy="229630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483102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E978B20D-A2B5-C5B5-1B3B-7AE536D93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3FD20E3-5DA4-0E2E-FDF7-2FCF6FD9A559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85F74FC9-3614-0FF2-FC03-EE1C0D11E3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Strings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54E9E189-D14D-50DD-8091-497D60E8BD57}"/>
              </a:ext>
            </a:extLst>
          </p:cNvPr>
          <p:cNvSpPr txBox="1"/>
          <p:nvPr/>
        </p:nvSpPr>
        <p:spPr>
          <a:xfrm>
            <a:off x="938957" y="1737403"/>
            <a:ext cx="635882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20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string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a sequence of characters. Strings can contain: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Letters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Numbers (treated as characters)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Punctuation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Spaces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CF954E-E0F1-07CE-8E3E-8A8AEBE3D45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74875" y="754191"/>
            <a:ext cx="3119845" cy="44099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6358025-6125-4A18-642A-66ACA51FC10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A29368-8745-03A2-C544-F3A62D53CDA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48625" y="3695699"/>
            <a:ext cx="2886076" cy="142000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082622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3FA5A0FC-826D-AC8B-C140-F4AF6181B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CCEA606-C339-ACC5-5E25-4393C2D12CCB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5EBDAA33-0476-A4B8-251B-16E3904E72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Strings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985E6D74-37EF-C959-A96A-CDBADBEDEF05}"/>
              </a:ext>
            </a:extLst>
          </p:cNvPr>
          <p:cNvSpPr txBox="1"/>
          <p:nvPr/>
        </p:nvSpPr>
        <p:spPr>
          <a:xfrm>
            <a:off x="938957" y="1737403"/>
            <a:ext cx="635882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20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string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a sequence of characters. Strings can contain: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Letters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Numbers (treated as characters)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Punctuation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Spaces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Combinations of the above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ED3BCA-A150-9E4F-E50F-5D47DBE2B48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74875" y="754191"/>
            <a:ext cx="3119845" cy="44099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2C941B7-5FF5-0716-AA64-0EFB8DC3117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F32D6D-6575-A427-F299-AE8BAB3E6B9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48625" y="4448175"/>
            <a:ext cx="2886076" cy="66752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0970917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0BB2B073-217D-E44E-11F9-5E4267AD3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02EA6C-13A7-79AB-02A8-190F481A01EA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8432B442-B204-6890-3666-F8A90B8672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Strings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89787F57-C6AE-0BEE-CA98-C91AA082BE79}"/>
              </a:ext>
            </a:extLst>
          </p:cNvPr>
          <p:cNvSpPr txBox="1"/>
          <p:nvPr/>
        </p:nvSpPr>
        <p:spPr>
          <a:xfrm>
            <a:off x="938957" y="1737403"/>
            <a:ext cx="635882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20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string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a sequence of characters. Strings can contain: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Letters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Numbers (treated as characters)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Punctuation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Spaces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Combinations of the above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Nothing at all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26EBAE-6B9A-2F99-7498-0666954884D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74875" y="754191"/>
            <a:ext cx="3119845" cy="44099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C15B7FC-DC86-16CD-674E-F10153F8389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907522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43D904C2-568F-DB5A-B115-AFE3C5E73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1C6F909-35DB-5B65-744C-7B34A985E2E2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1D9305CB-80DF-13FE-A718-5083DFCBEB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Strings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701B452E-9EE9-17D2-DF1E-D7E9E6ED3EBC}"/>
              </a:ext>
            </a:extLst>
          </p:cNvPr>
          <p:cNvSpPr txBox="1"/>
          <p:nvPr/>
        </p:nvSpPr>
        <p:spPr>
          <a:xfrm>
            <a:off x="938957" y="1737403"/>
            <a:ext cx="635882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20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string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a sequence of characters. Strings can contain: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Letters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Numbers (treated as characters)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Punctuation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Spaces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Combinations of the above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Nothing at all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305949-2C7E-6A90-7523-7BE49644B42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74875" y="754191"/>
            <a:ext cx="3119845" cy="44099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Google Shape;200;p20">
            <a:extLst>
              <a:ext uri="{FF2B5EF4-FFF2-40B4-BE49-F238E27FC236}">
                <a16:creationId xmlns:a16="http://schemas.microsoft.com/office/drawing/2014/main" id="{7976EE4E-7B51-8457-E5EF-5A4F42D5D62C}"/>
              </a:ext>
            </a:extLst>
          </p:cNvPr>
          <p:cNvSpPr/>
          <p:nvPr/>
        </p:nvSpPr>
        <p:spPr>
          <a:xfrm>
            <a:off x="8702039" y="4807919"/>
            <a:ext cx="238761" cy="312155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200;p20">
            <a:extLst>
              <a:ext uri="{FF2B5EF4-FFF2-40B4-BE49-F238E27FC236}">
                <a16:creationId xmlns:a16="http://schemas.microsoft.com/office/drawing/2014/main" id="{4B158BF4-375E-28DB-B3B5-CFFF60ECDA28}"/>
              </a:ext>
            </a:extLst>
          </p:cNvPr>
          <p:cNvSpPr/>
          <p:nvPr/>
        </p:nvSpPr>
        <p:spPr>
          <a:xfrm>
            <a:off x="8702039" y="4042032"/>
            <a:ext cx="142241" cy="25938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200;p20">
            <a:extLst>
              <a:ext uri="{FF2B5EF4-FFF2-40B4-BE49-F238E27FC236}">
                <a16:creationId xmlns:a16="http://schemas.microsoft.com/office/drawing/2014/main" id="{8C37A9BF-4FED-4D22-517C-2DF77BB40614}"/>
              </a:ext>
            </a:extLst>
          </p:cNvPr>
          <p:cNvSpPr/>
          <p:nvPr/>
        </p:nvSpPr>
        <p:spPr>
          <a:xfrm>
            <a:off x="9429203" y="4042032"/>
            <a:ext cx="142241" cy="25938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200;p20">
            <a:extLst>
              <a:ext uri="{FF2B5EF4-FFF2-40B4-BE49-F238E27FC236}">
                <a16:creationId xmlns:a16="http://schemas.microsoft.com/office/drawing/2014/main" id="{1960B636-48D8-0404-33E9-09F3820109FD}"/>
              </a:ext>
            </a:extLst>
          </p:cNvPr>
          <p:cNvSpPr/>
          <p:nvPr/>
        </p:nvSpPr>
        <p:spPr>
          <a:xfrm>
            <a:off x="8780416" y="3297413"/>
            <a:ext cx="142241" cy="25938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0;p20">
            <a:extLst>
              <a:ext uri="{FF2B5EF4-FFF2-40B4-BE49-F238E27FC236}">
                <a16:creationId xmlns:a16="http://schemas.microsoft.com/office/drawing/2014/main" id="{A0E6C0B3-84D2-5DCB-EFBE-D35D5AF9CC5E}"/>
              </a:ext>
            </a:extLst>
          </p:cNvPr>
          <p:cNvSpPr/>
          <p:nvPr/>
        </p:nvSpPr>
        <p:spPr>
          <a:xfrm>
            <a:off x="9113520" y="3288674"/>
            <a:ext cx="142241" cy="25938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00;p20">
            <a:extLst>
              <a:ext uri="{FF2B5EF4-FFF2-40B4-BE49-F238E27FC236}">
                <a16:creationId xmlns:a16="http://schemas.microsoft.com/office/drawing/2014/main" id="{F867CD76-D49B-758D-490B-EA0D8E290C8A}"/>
              </a:ext>
            </a:extLst>
          </p:cNvPr>
          <p:cNvSpPr/>
          <p:nvPr/>
        </p:nvSpPr>
        <p:spPr>
          <a:xfrm>
            <a:off x="9184640" y="2531526"/>
            <a:ext cx="142241" cy="25938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00;p20">
            <a:extLst>
              <a:ext uri="{FF2B5EF4-FFF2-40B4-BE49-F238E27FC236}">
                <a16:creationId xmlns:a16="http://schemas.microsoft.com/office/drawing/2014/main" id="{97D1D388-CBAB-DBD4-F4D5-96535F0E8D63}"/>
              </a:ext>
            </a:extLst>
          </p:cNvPr>
          <p:cNvSpPr/>
          <p:nvPr/>
        </p:nvSpPr>
        <p:spPr>
          <a:xfrm>
            <a:off x="9768839" y="2531526"/>
            <a:ext cx="142241" cy="25938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00;p20">
            <a:extLst>
              <a:ext uri="{FF2B5EF4-FFF2-40B4-BE49-F238E27FC236}">
                <a16:creationId xmlns:a16="http://schemas.microsoft.com/office/drawing/2014/main" id="{DF5A00A6-1F9C-2FD7-7091-704B12A361F4}"/>
              </a:ext>
            </a:extLst>
          </p:cNvPr>
          <p:cNvSpPr/>
          <p:nvPr/>
        </p:nvSpPr>
        <p:spPr>
          <a:xfrm>
            <a:off x="9365339" y="1762939"/>
            <a:ext cx="142241" cy="25938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00;p20">
            <a:extLst>
              <a:ext uri="{FF2B5EF4-FFF2-40B4-BE49-F238E27FC236}">
                <a16:creationId xmlns:a16="http://schemas.microsoft.com/office/drawing/2014/main" id="{B920854F-34E8-5229-70C4-7BB18CD02704}"/>
              </a:ext>
            </a:extLst>
          </p:cNvPr>
          <p:cNvSpPr/>
          <p:nvPr/>
        </p:nvSpPr>
        <p:spPr>
          <a:xfrm>
            <a:off x="8869679" y="1756024"/>
            <a:ext cx="142241" cy="25938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00;p20">
            <a:extLst>
              <a:ext uri="{FF2B5EF4-FFF2-40B4-BE49-F238E27FC236}">
                <a16:creationId xmlns:a16="http://schemas.microsoft.com/office/drawing/2014/main" id="{47DA09A2-066D-6262-355E-95B34100AD48}"/>
              </a:ext>
            </a:extLst>
          </p:cNvPr>
          <p:cNvSpPr/>
          <p:nvPr/>
        </p:nvSpPr>
        <p:spPr>
          <a:xfrm>
            <a:off x="8851536" y="1006062"/>
            <a:ext cx="142241" cy="25938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00;p20">
            <a:extLst>
              <a:ext uri="{FF2B5EF4-FFF2-40B4-BE49-F238E27FC236}">
                <a16:creationId xmlns:a16="http://schemas.microsoft.com/office/drawing/2014/main" id="{AE95D840-F6F2-DE67-13A0-F2B6DD6B6446}"/>
              </a:ext>
            </a:extLst>
          </p:cNvPr>
          <p:cNvSpPr/>
          <p:nvPr/>
        </p:nvSpPr>
        <p:spPr>
          <a:xfrm>
            <a:off x="9367879" y="960379"/>
            <a:ext cx="142241" cy="25938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58F24AF-5FDB-1BF4-5D1A-3208CC5B1E4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049740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A187DB87-4779-A852-2445-3ED37084A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1B3F091-50B3-43E1-0E62-3495E39738C0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5D4F82C2-D40D-741C-1004-3CDE413991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Strings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D106E87A-98D3-5495-E48F-7E478598AC2B}"/>
              </a:ext>
            </a:extLst>
          </p:cNvPr>
          <p:cNvSpPr txBox="1"/>
          <p:nvPr/>
        </p:nvSpPr>
        <p:spPr>
          <a:xfrm>
            <a:off x="938957" y="1737403"/>
            <a:ext cx="635882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20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string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a sequence of characters. Strings can contain: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Letters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Numbers (treated as characters)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Punctuation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Spaces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Combinations of the above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Nothing at all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practice, there are many things we may want to do with text in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Split it into sentences</a:t>
            </a: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Search through it</a:t>
            </a: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Replace words</a:t>
            </a:r>
          </a:p>
          <a:p>
            <a:pPr marL="101600" lvl="0">
              <a:lnSpc>
                <a:spcPct val="90000"/>
              </a:lnSpc>
              <a:buClr>
                <a:srgbClr val="1CADE4"/>
              </a:buClr>
              <a:buSzPts val="2000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98C8D8-773B-BC47-BA79-24FCE541148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74875" y="754191"/>
            <a:ext cx="3119845" cy="44099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783E113-330D-188D-0D80-E0B27179A6F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586459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863971BC-530C-D626-CA72-3A2CB477D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80C3D5A-DB8A-782B-A122-BF96648FD0C5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422C1075-0738-C18F-6398-9FE7E9640B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Strings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6A4E09A8-3F25-E470-00AD-D99273DE4D1A}"/>
              </a:ext>
            </a:extLst>
          </p:cNvPr>
          <p:cNvSpPr txBox="1"/>
          <p:nvPr/>
        </p:nvSpPr>
        <p:spPr>
          <a:xfrm>
            <a:off x="938957" y="1737403"/>
            <a:ext cx="635882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20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string </a:t>
            </a: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a sequence of characters. Strings can contain: 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Letters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Numbers (treated as characters)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Punctuation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Spaces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Combinations of the above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Nothing at all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practice, there are many things we may want to do with text in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Split it into sentences</a:t>
            </a: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Search through it</a:t>
            </a: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Replace words</a:t>
            </a:r>
          </a:p>
          <a:p>
            <a:pPr marL="101600" lvl="0">
              <a:lnSpc>
                <a:spcPct val="90000"/>
              </a:lnSpc>
              <a:buClr>
                <a:srgbClr val="1CADE4"/>
              </a:buClr>
              <a:buSzPts val="2000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98;p20">
            <a:extLst>
              <a:ext uri="{FF2B5EF4-FFF2-40B4-BE49-F238E27FC236}">
                <a16:creationId xmlns:a16="http://schemas.microsoft.com/office/drawing/2014/main" id="{DA42F957-DC45-5F27-22EA-9C9CC9BF05CB}"/>
              </a:ext>
            </a:extLst>
          </p:cNvPr>
          <p:cNvSpPr txBox="1"/>
          <p:nvPr/>
        </p:nvSpPr>
        <p:spPr>
          <a:xfrm>
            <a:off x="5668192" y="5393837"/>
            <a:ext cx="4613366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After todays practical you will be able to perform some of these operations!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A5E6D3-626C-D37B-BEB6-EFC72A50385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74875" y="754191"/>
            <a:ext cx="3119845" cy="44099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9D74AB1-EE90-0ECB-26E7-AC6AE527ED5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156892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34ADE570-040F-76DC-4E72-00F3764FD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0203BD-CCE8-3175-C217-06583B800C74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88190E07-D6BF-93DB-5908-307412F4E3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835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Booleans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1399583F-E7EB-5D85-AF94-609930BD218C}"/>
              </a:ext>
            </a:extLst>
          </p:cNvPr>
          <p:cNvSpPr txBox="1"/>
          <p:nvPr/>
        </p:nvSpPr>
        <p:spPr>
          <a:xfrm>
            <a:off x="938957" y="14326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 variable that can be either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 represent logical statements.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66AA9E08-EDAF-B2E3-6728-2252C4B6ACD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976645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F75EA8EA-7902-C274-1033-1630A0F69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F48B0DE-ECD0-5C69-34B6-2721241AD38A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D92525D6-5FDF-A03F-4BEC-2C09D351A9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835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Booleans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403573FC-BBE1-E452-B0CF-F9235A90CE7A}"/>
              </a:ext>
            </a:extLst>
          </p:cNvPr>
          <p:cNvSpPr txBox="1"/>
          <p:nvPr/>
        </p:nvSpPr>
        <p:spPr>
          <a:xfrm>
            <a:off x="938957" y="14326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 variable that can be either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 represent logical statements.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6862EA62-F627-DC84-6A3B-1EA8338D5E1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7460A8-3154-FCF9-7654-E5D7060DA50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06807" y="685800"/>
            <a:ext cx="4925964" cy="14508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786883-39E0-4C9B-EA45-E5B6D15759E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06807" y="705192"/>
            <a:ext cx="4817400" cy="138950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1365713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8B00F409-C89C-AFDB-7447-D51321CCE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C18103F-1B88-3FB0-A6C8-3CAF1D5A2AF1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51B66AF3-740C-197C-102A-6394A8D253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835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Booleans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8422B182-A459-EC33-A865-F446A4CC8149}"/>
              </a:ext>
            </a:extLst>
          </p:cNvPr>
          <p:cNvSpPr txBox="1"/>
          <p:nvPr/>
        </p:nvSpPr>
        <p:spPr>
          <a:xfrm>
            <a:off x="938957" y="14326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 variable that can be either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 represent logical statements.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might think of: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is black”</a:t>
            </a: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buClr>
                <a:srgbClr val="1CADE4"/>
              </a:buClr>
              <a:buSzPts val="2000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0D2A5476-77EE-8AB4-D952-8CBB090850F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C4D9E9-FC6E-3A4E-6261-AB5A58B5FEA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06807" y="685800"/>
            <a:ext cx="4925964" cy="14508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70AC47-D356-6EDF-6BA6-D4450E3C545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06807" y="1047750"/>
            <a:ext cx="4817400" cy="104694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2845512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21F9A137-F13F-FE26-DA75-228F617BC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3BD68CE-D453-5CA6-6899-DDF87881EA69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1D7E5678-EDB6-9853-03D5-D5DC1FB9A5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835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Booleans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E54C188D-58B0-79FE-7B65-8A59716425B9}"/>
              </a:ext>
            </a:extLst>
          </p:cNvPr>
          <p:cNvSpPr txBox="1"/>
          <p:nvPr/>
        </p:nvSpPr>
        <p:spPr>
          <a:xfrm>
            <a:off x="938957" y="14326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 variable that can be either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represent logical statements.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might think of: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is black”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has four legs”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E54D21-BAD8-3D82-AF25-75AD6FE3DC7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06807" y="685800"/>
            <a:ext cx="4925964" cy="14508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BE9BD55C-DBCC-256D-C1A5-0D266594DC0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38B1FE-8A0A-47FF-7BC6-3161FB39769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06807" y="1502228"/>
            <a:ext cx="4817400" cy="59246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6599548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F4190BCA-4BCF-4C4A-C38A-79543B466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183BFE-C7A6-414C-5A8B-A26F9AD1D9AB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F0E2323A-F570-7F7C-7378-0B8B6D356E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835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Booleans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6A635518-D434-9A40-DA6E-366DE47DD7AF}"/>
              </a:ext>
            </a:extLst>
          </p:cNvPr>
          <p:cNvSpPr txBox="1"/>
          <p:nvPr/>
        </p:nvSpPr>
        <p:spPr>
          <a:xfrm>
            <a:off x="938957" y="14326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 variable that can be either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 represent logical statements.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might think of: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is black”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has four legs”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use logical operators to combine Boolean statements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and </a:t>
            </a: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represents the sentence “The cat is black and has four legs”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buClr>
                <a:srgbClr val="1CADE4"/>
              </a:buClr>
              <a:buSzPts val="2000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74FB0F-06CD-5E61-0902-FFA88E222C9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06807" y="685800"/>
            <a:ext cx="4925964" cy="14508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CB91FCBC-0D98-D1C3-E8D8-D4EBFFF4475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E2A4D7-DADE-7331-1B51-3B30D2C2345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06807" y="1601840"/>
            <a:ext cx="4817400" cy="49285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2899263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469376A3-4C82-EA1C-B4DB-BDABC0C34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C8DE8AA-F34E-909C-E9BD-E835D24B701B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E1DFB07E-06EB-0350-4EEB-9B00538098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835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Booleans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5199EC85-36A9-CF28-D7CA-15954EDFA4E7}"/>
              </a:ext>
            </a:extLst>
          </p:cNvPr>
          <p:cNvSpPr txBox="1"/>
          <p:nvPr/>
        </p:nvSpPr>
        <p:spPr>
          <a:xfrm>
            <a:off x="938957" y="14326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 variable that can be either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 represent logical statements.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might think of: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is black”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has four legs”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use logical operators to combine Boolean statements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and </a:t>
            </a: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represents the sentence “The cat is black and has four legs”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buClr>
                <a:srgbClr val="1CADE4"/>
              </a:buClr>
              <a:buSzPts val="2000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2A78B9-022B-D1D1-4FE7-B7B03C866BE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06807" y="685800"/>
            <a:ext cx="4925964" cy="14508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6119AB32-4986-C708-480F-C7D1B2899EA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837484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DF2AF5E6-EE77-4E13-FF69-DABD79A1A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0F9115-E34C-92F8-7F97-1321AA9F0092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E0C9F89B-ADE9-5668-8827-C357266AE6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835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Booleans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5BB6CDB5-9B56-9432-ED9A-2FD1CA6EF4D6}"/>
              </a:ext>
            </a:extLst>
          </p:cNvPr>
          <p:cNvSpPr txBox="1"/>
          <p:nvPr/>
        </p:nvSpPr>
        <p:spPr>
          <a:xfrm>
            <a:off x="938957" y="14326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 variable that can be either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 represent logical statements.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might think of: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is black”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has four legs”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use logical operators to combine Boolean statements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and </a:t>
            </a: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represents the sentence “The cat is black and has four legs”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buClr>
                <a:srgbClr val="1CADE4"/>
              </a:buClr>
              <a:buSzPts val="2000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7D5191-CBD8-E334-3685-550ABD59F90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06807" y="685800"/>
            <a:ext cx="4925964" cy="145080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88368F9-C3DB-0427-92C9-D684167CCC2E}"/>
              </a:ext>
            </a:extLst>
          </p:cNvPr>
          <p:cNvCxnSpPr>
            <a:cxnSpLocks/>
          </p:cNvCxnSpPr>
          <p:nvPr/>
        </p:nvCxnSpPr>
        <p:spPr>
          <a:xfrm>
            <a:off x="6906807" y="3175000"/>
            <a:ext cx="466289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1C17E7F-9912-113C-D77A-3D65773629D8}"/>
              </a:ext>
            </a:extLst>
          </p:cNvPr>
          <p:cNvCxnSpPr>
            <a:cxnSpLocks/>
          </p:cNvCxnSpPr>
          <p:nvPr/>
        </p:nvCxnSpPr>
        <p:spPr>
          <a:xfrm>
            <a:off x="6906807" y="37338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C9A8463-CDC8-3B95-2C46-18304F885A69}"/>
              </a:ext>
            </a:extLst>
          </p:cNvPr>
          <p:cNvCxnSpPr>
            <a:cxnSpLocks/>
          </p:cNvCxnSpPr>
          <p:nvPr/>
        </p:nvCxnSpPr>
        <p:spPr>
          <a:xfrm>
            <a:off x="6906807" y="43053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4206191-FFB2-B66B-EFF6-2F33C27AE354}"/>
              </a:ext>
            </a:extLst>
          </p:cNvPr>
          <p:cNvCxnSpPr>
            <a:cxnSpLocks/>
          </p:cNvCxnSpPr>
          <p:nvPr/>
        </p:nvCxnSpPr>
        <p:spPr>
          <a:xfrm>
            <a:off x="6906807" y="48768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C02F51-231A-0E4D-D22B-20422ED6AA71}"/>
              </a:ext>
            </a:extLst>
          </p:cNvPr>
          <p:cNvCxnSpPr/>
          <p:nvPr/>
        </p:nvCxnSpPr>
        <p:spPr>
          <a:xfrm>
            <a:off x="8394700" y="2569633"/>
            <a:ext cx="0" cy="29845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71FCF4F-C495-F08C-8EB7-AFDAED5262DA}"/>
              </a:ext>
            </a:extLst>
          </p:cNvPr>
          <p:cNvCxnSpPr/>
          <p:nvPr/>
        </p:nvCxnSpPr>
        <p:spPr>
          <a:xfrm>
            <a:off x="10025388" y="2569633"/>
            <a:ext cx="0" cy="29845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769E796B-CE82-2486-DB55-9EF92BCB4A7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06025" y="2758884"/>
            <a:ext cx="1076209" cy="236497"/>
          </a:xfrm>
          <a:prstGeom prst="rect">
            <a:avLst/>
          </a:prstGeom>
          <a:ln>
            <a:noFill/>
          </a:ln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7524225-C195-5257-2A11-78068D46766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06377" y="2755863"/>
            <a:ext cx="1423112" cy="223103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0C10C4C6-3B47-DC69-D72B-914C6FB56AB6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169360" y="2616868"/>
            <a:ext cx="1377568" cy="233364"/>
          </a:xfrm>
          <a:prstGeom prst="rect">
            <a:avLst/>
          </a:prstGeom>
          <a:ln>
            <a:noFill/>
          </a:ln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EA910DBC-5C08-06E9-9CA0-94B8063FC54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146588" y="2875047"/>
            <a:ext cx="1423112" cy="223103"/>
          </a:xfrm>
          <a:prstGeom prst="rect">
            <a:avLst/>
          </a:prstGeom>
          <a:ln>
            <a:noFill/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19D1286E-BC78-3F62-9169-5679F9E2109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528132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C6E37E0E-6261-328F-AD47-A4AAAD153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B2263E2-3CB5-E3F5-BDEA-F5DBE31612DC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F53D32A2-0C75-ECC2-9F42-7A9BB1B20E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835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Booleans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60ED9853-81AF-7962-118D-B575150172BB}"/>
              </a:ext>
            </a:extLst>
          </p:cNvPr>
          <p:cNvSpPr txBox="1"/>
          <p:nvPr/>
        </p:nvSpPr>
        <p:spPr>
          <a:xfrm>
            <a:off x="938957" y="14326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 variable that can be either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 represent logical statements.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might think of: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is black”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has four legs”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use logical operators to combine Boolean statements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and </a:t>
            </a: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represents the sentence “The cat is black and has four legs”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buClr>
                <a:srgbClr val="1CADE4"/>
              </a:buClr>
              <a:buSzPts val="2000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FEE1EC-FE15-171E-5BB2-885D37CC9C5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06807" y="685800"/>
            <a:ext cx="4925964" cy="145080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FD309DA-1CF3-00DB-FD0C-9D7F194D27B0}"/>
              </a:ext>
            </a:extLst>
          </p:cNvPr>
          <p:cNvCxnSpPr>
            <a:cxnSpLocks/>
          </p:cNvCxnSpPr>
          <p:nvPr/>
        </p:nvCxnSpPr>
        <p:spPr>
          <a:xfrm>
            <a:off x="6906807" y="3175000"/>
            <a:ext cx="466289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1DDF3B0-F7EE-292A-7FD0-EB0B90BE0E3C}"/>
              </a:ext>
            </a:extLst>
          </p:cNvPr>
          <p:cNvCxnSpPr>
            <a:cxnSpLocks/>
          </p:cNvCxnSpPr>
          <p:nvPr/>
        </p:nvCxnSpPr>
        <p:spPr>
          <a:xfrm>
            <a:off x="6906807" y="37338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AE101E9-FDB3-3D7C-4775-8A6E2B9FA20C}"/>
              </a:ext>
            </a:extLst>
          </p:cNvPr>
          <p:cNvCxnSpPr>
            <a:cxnSpLocks/>
          </p:cNvCxnSpPr>
          <p:nvPr/>
        </p:nvCxnSpPr>
        <p:spPr>
          <a:xfrm>
            <a:off x="6906807" y="43053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9150311-0456-D61F-9443-C4A8357731B4}"/>
              </a:ext>
            </a:extLst>
          </p:cNvPr>
          <p:cNvCxnSpPr>
            <a:cxnSpLocks/>
          </p:cNvCxnSpPr>
          <p:nvPr/>
        </p:nvCxnSpPr>
        <p:spPr>
          <a:xfrm>
            <a:off x="6906807" y="48768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DB852EC-9913-A48C-8EAB-8C4D521A02FE}"/>
              </a:ext>
            </a:extLst>
          </p:cNvPr>
          <p:cNvCxnSpPr/>
          <p:nvPr/>
        </p:nvCxnSpPr>
        <p:spPr>
          <a:xfrm>
            <a:off x="8394700" y="2569633"/>
            <a:ext cx="0" cy="29845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A275FB0-C04B-96B3-8FEA-B6A1F5AA648C}"/>
              </a:ext>
            </a:extLst>
          </p:cNvPr>
          <p:cNvCxnSpPr/>
          <p:nvPr/>
        </p:nvCxnSpPr>
        <p:spPr>
          <a:xfrm>
            <a:off x="10025388" y="2569633"/>
            <a:ext cx="0" cy="29845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AAC85CB4-B8C2-65D8-82DD-31AAFED2312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06025" y="2758884"/>
            <a:ext cx="1076209" cy="236497"/>
          </a:xfrm>
          <a:prstGeom prst="rect">
            <a:avLst/>
          </a:prstGeom>
          <a:ln>
            <a:noFill/>
          </a:ln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16D51B54-FF4D-ED0D-D240-B634FEFC9C6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06377" y="2755863"/>
            <a:ext cx="1423112" cy="223103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B3EFCB8F-3B58-1169-7C62-0E2D3392F522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169360" y="2616868"/>
            <a:ext cx="1377568" cy="233364"/>
          </a:xfrm>
          <a:prstGeom prst="rect">
            <a:avLst/>
          </a:prstGeom>
          <a:ln>
            <a:noFill/>
          </a:ln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F887B6B5-EC59-A01C-AC1E-7CF41451E27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146588" y="2875047"/>
            <a:ext cx="1423112" cy="223103"/>
          </a:xfrm>
          <a:prstGeom prst="rect">
            <a:avLst/>
          </a:prstGeom>
          <a:ln>
            <a:noFill/>
          </a:ln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08EE3B36-1F9C-EB41-802E-8E1E9D426602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83024" y="3278102"/>
            <a:ext cx="592666" cy="330769"/>
          </a:xfrm>
          <a:prstGeom prst="rect">
            <a:avLst/>
          </a:prstGeom>
          <a:ln>
            <a:noFill/>
          </a:ln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7340834-765F-E93D-8EDE-57B82BAAC382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963655" y="3278102"/>
            <a:ext cx="592666" cy="330769"/>
          </a:xfrm>
          <a:prstGeom prst="rect">
            <a:avLst/>
          </a:prstGeom>
          <a:ln>
            <a:noFill/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636CFD14-C69B-3B38-20D0-66F47F2A1BD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88434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6EDD6630-2E9A-E484-A44C-03B9882AD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3024BD4-39E6-F59E-FEA6-5B126AF4ED95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3B44A377-FF0A-DBB9-3569-3A1C1B56CA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835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Booleans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C8C28C2F-9064-B454-2DF6-83C7B8B67535}"/>
              </a:ext>
            </a:extLst>
          </p:cNvPr>
          <p:cNvSpPr txBox="1"/>
          <p:nvPr/>
        </p:nvSpPr>
        <p:spPr>
          <a:xfrm>
            <a:off x="938957" y="14326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 variable that can be either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 represent logical statements.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might think of: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is black”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has four legs”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use logical operators to combine Boolean statements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and </a:t>
            </a: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represents the sentence “The cat is black and has four legs”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buClr>
                <a:srgbClr val="1CADE4"/>
              </a:buClr>
              <a:buSzPts val="2000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97EE3E-C424-7608-206A-41EEA74D0F3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06807" y="685800"/>
            <a:ext cx="4925964" cy="145080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27E2E62-B448-A096-E7FB-074F45C83C0D}"/>
              </a:ext>
            </a:extLst>
          </p:cNvPr>
          <p:cNvCxnSpPr>
            <a:cxnSpLocks/>
          </p:cNvCxnSpPr>
          <p:nvPr/>
        </p:nvCxnSpPr>
        <p:spPr>
          <a:xfrm>
            <a:off x="6906807" y="3175000"/>
            <a:ext cx="466289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A998C1A-9FD9-A007-3DC3-67EAD40C676B}"/>
              </a:ext>
            </a:extLst>
          </p:cNvPr>
          <p:cNvCxnSpPr>
            <a:cxnSpLocks/>
          </p:cNvCxnSpPr>
          <p:nvPr/>
        </p:nvCxnSpPr>
        <p:spPr>
          <a:xfrm>
            <a:off x="6906807" y="37338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8E83DBC-4D82-7B91-A817-B6B851A45026}"/>
              </a:ext>
            </a:extLst>
          </p:cNvPr>
          <p:cNvCxnSpPr>
            <a:cxnSpLocks/>
          </p:cNvCxnSpPr>
          <p:nvPr/>
        </p:nvCxnSpPr>
        <p:spPr>
          <a:xfrm>
            <a:off x="6906807" y="43053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ABE65F2-3192-4C39-800E-1E18ACF5EAC8}"/>
              </a:ext>
            </a:extLst>
          </p:cNvPr>
          <p:cNvCxnSpPr>
            <a:cxnSpLocks/>
          </p:cNvCxnSpPr>
          <p:nvPr/>
        </p:nvCxnSpPr>
        <p:spPr>
          <a:xfrm>
            <a:off x="6906807" y="48768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225D336-E385-9D85-48CF-987A5B521365}"/>
              </a:ext>
            </a:extLst>
          </p:cNvPr>
          <p:cNvCxnSpPr/>
          <p:nvPr/>
        </p:nvCxnSpPr>
        <p:spPr>
          <a:xfrm>
            <a:off x="8394700" y="2569633"/>
            <a:ext cx="0" cy="29845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3063198-E573-72A9-E578-FEE359D581D7}"/>
              </a:ext>
            </a:extLst>
          </p:cNvPr>
          <p:cNvCxnSpPr/>
          <p:nvPr/>
        </p:nvCxnSpPr>
        <p:spPr>
          <a:xfrm>
            <a:off x="10025388" y="2569633"/>
            <a:ext cx="0" cy="29845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9F74F042-C386-E07E-E550-B9DB3D1FF0C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06025" y="2758884"/>
            <a:ext cx="1076209" cy="236497"/>
          </a:xfrm>
          <a:prstGeom prst="rect">
            <a:avLst/>
          </a:prstGeom>
          <a:ln>
            <a:noFill/>
          </a:ln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D3A9E2EA-F9A3-4BEA-CABF-011B7F432F9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06377" y="2755863"/>
            <a:ext cx="1423112" cy="223103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883145D0-9BCB-AFA0-F69A-2DB429D22711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169360" y="2616868"/>
            <a:ext cx="1377568" cy="233364"/>
          </a:xfrm>
          <a:prstGeom prst="rect">
            <a:avLst/>
          </a:prstGeom>
          <a:ln>
            <a:noFill/>
          </a:ln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54D1B612-7F34-0181-D688-69458542D1B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146588" y="2875047"/>
            <a:ext cx="1423112" cy="223103"/>
          </a:xfrm>
          <a:prstGeom prst="rect">
            <a:avLst/>
          </a:prstGeom>
          <a:ln>
            <a:noFill/>
          </a:ln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D0B77C64-A30C-0992-AAF5-69715BAFE360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83024" y="3278102"/>
            <a:ext cx="592666" cy="330769"/>
          </a:xfrm>
          <a:prstGeom prst="rect">
            <a:avLst/>
          </a:prstGeom>
          <a:ln>
            <a:noFill/>
          </a:ln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2390C8BA-F7EF-0D4B-BBD5-AD5FA51C3157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963655" y="3278102"/>
            <a:ext cx="592666" cy="330769"/>
          </a:xfrm>
          <a:prstGeom prst="rect">
            <a:avLst/>
          </a:prstGeom>
          <a:ln>
            <a:noFill/>
          </a:ln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DA92A1C9-9DE5-FD46-0219-DBB761D9D454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585601" y="3278101"/>
            <a:ext cx="592666" cy="330769"/>
          </a:xfrm>
          <a:prstGeom prst="rect">
            <a:avLst/>
          </a:prstGeom>
          <a:ln>
            <a:noFill/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9DE9BA66-5D4F-26FF-7F95-62A291EFB54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091055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53B40B85-9D05-FEDB-F867-B8AD4A6FC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137C1A3-F0AE-5C03-36F1-056C606F95B7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2E7ED935-2B48-5564-0F0C-15F1AAAC35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835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Booleans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538BB070-0687-0D2B-EDD7-57326ADFD86E}"/>
              </a:ext>
            </a:extLst>
          </p:cNvPr>
          <p:cNvSpPr txBox="1"/>
          <p:nvPr/>
        </p:nvSpPr>
        <p:spPr>
          <a:xfrm>
            <a:off x="938957" y="14326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 variable that can be either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 represent logical statements.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might think of: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is black”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has four legs”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use logical operators to combine Boolean statements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and </a:t>
            </a: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represents the sentence “The cat is black and has four legs”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buClr>
                <a:srgbClr val="1CADE4"/>
              </a:buClr>
              <a:buSzPts val="2000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925AC2-E26F-A2A5-3F1E-07DD00B337E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06807" y="685800"/>
            <a:ext cx="4925964" cy="145080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F1E0B5-08BD-0E1C-DAF4-EE54FF97946F}"/>
              </a:ext>
            </a:extLst>
          </p:cNvPr>
          <p:cNvCxnSpPr>
            <a:cxnSpLocks/>
          </p:cNvCxnSpPr>
          <p:nvPr/>
        </p:nvCxnSpPr>
        <p:spPr>
          <a:xfrm>
            <a:off x="6906807" y="3175000"/>
            <a:ext cx="466289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945817A-26FB-C5F8-A670-915F84153489}"/>
              </a:ext>
            </a:extLst>
          </p:cNvPr>
          <p:cNvCxnSpPr>
            <a:cxnSpLocks/>
          </p:cNvCxnSpPr>
          <p:nvPr/>
        </p:nvCxnSpPr>
        <p:spPr>
          <a:xfrm>
            <a:off x="6906807" y="37338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580203B-A2B5-DA26-D612-16DCAD3C1FD9}"/>
              </a:ext>
            </a:extLst>
          </p:cNvPr>
          <p:cNvCxnSpPr>
            <a:cxnSpLocks/>
          </p:cNvCxnSpPr>
          <p:nvPr/>
        </p:nvCxnSpPr>
        <p:spPr>
          <a:xfrm>
            <a:off x="6906807" y="43053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07FAC2E-3DDC-C580-900A-198CF29D96F6}"/>
              </a:ext>
            </a:extLst>
          </p:cNvPr>
          <p:cNvCxnSpPr>
            <a:cxnSpLocks/>
          </p:cNvCxnSpPr>
          <p:nvPr/>
        </p:nvCxnSpPr>
        <p:spPr>
          <a:xfrm>
            <a:off x="6906807" y="48768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DA12634-10AA-119A-E264-1F1238C825E6}"/>
              </a:ext>
            </a:extLst>
          </p:cNvPr>
          <p:cNvCxnSpPr/>
          <p:nvPr/>
        </p:nvCxnSpPr>
        <p:spPr>
          <a:xfrm>
            <a:off x="8394700" y="2569633"/>
            <a:ext cx="0" cy="29845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1CEF4B6-ADD9-A8BD-5B94-04F39764EA82}"/>
              </a:ext>
            </a:extLst>
          </p:cNvPr>
          <p:cNvCxnSpPr/>
          <p:nvPr/>
        </p:nvCxnSpPr>
        <p:spPr>
          <a:xfrm>
            <a:off x="10025388" y="2569633"/>
            <a:ext cx="0" cy="29845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136AC5DC-0B44-AA24-04FA-49EC5095AC2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06025" y="2758884"/>
            <a:ext cx="1076209" cy="236497"/>
          </a:xfrm>
          <a:prstGeom prst="rect">
            <a:avLst/>
          </a:prstGeom>
          <a:ln>
            <a:noFill/>
          </a:ln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090AD2A-C003-EBF6-ACDD-457559F3147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06377" y="2755863"/>
            <a:ext cx="1423112" cy="223103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BAACB491-51AD-3814-51A7-0E61A500A451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169360" y="2616868"/>
            <a:ext cx="1377568" cy="233364"/>
          </a:xfrm>
          <a:prstGeom prst="rect">
            <a:avLst/>
          </a:prstGeom>
          <a:ln>
            <a:noFill/>
          </a:ln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67578C7D-E20C-A41B-3B68-D3AD1258876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146588" y="2875047"/>
            <a:ext cx="1423112" cy="223103"/>
          </a:xfrm>
          <a:prstGeom prst="rect">
            <a:avLst/>
          </a:prstGeom>
          <a:ln>
            <a:noFill/>
          </a:ln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AB9A652-16C7-E7B9-AF8E-F40E8EBA846D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83024" y="3278102"/>
            <a:ext cx="592666" cy="330769"/>
          </a:xfrm>
          <a:prstGeom prst="rect">
            <a:avLst/>
          </a:prstGeom>
          <a:ln>
            <a:noFill/>
          </a:ln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CB1DDF5D-C1E8-8E71-F3E2-F3A3604D83CE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83024" y="3873219"/>
            <a:ext cx="592666" cy="330769"/>
          </a:xfrm>
          <a:prstGeom prst="rect">
            <a:avLst/>
          </a:prstGeom>
          <a:ln>
            <a:noFill/>
          </a:ln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296EBE90-977B-7538-E170-119D9FF49ABA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963655" y="3278102"/>
            <a:ext cx="592666" cy="330769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C479D64-D184-8B8F-1416-6D48E0486700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963655" y="4440484"/>
            <a:ext cx="592666" cy="330769"/>
          </a:xfrm>
          <a:prstGeom prst="rect">
            <a:avLst/>
          </a:prstGeom>
          <a:ln>
            <a:noFill/>
          </a:ln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2A4510EE-9239-7795-2EA5-3A8613644383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915312" y="3849601"/>
            <a:ext cx="645881" cy="330769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2044DD6-D488-CAFE-8A41-60061C5C0E8B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28208" y="4444669"/>
            <a:ext cx="645881" cy="330769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2ADE2F7F-B1BD-F6AE-4F05-786291AE387C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28207" y="5096652"/>
            <a:ext cx="645881" cy="330769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1569CDDD-2FC5-7F82-E2D2-463EC7D64AFA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894992" y="5096651"/>
            <a:ext cx="645881" cy="330769"/>
          </a:xfrm>
          <a:prstGeom prst="rect">
            <a:avLst/>
          </a:prstGeom>
          <a:ln>
            <a:noFill/>
          </a:ln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C6651DF6-01DC-F621-65DE-D154DBCE8A24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585601" y="3278101"/>
            <a:ext cx="592666" cy="330769"/>
          </a:xfrm>
          <a:prstGeom prst="rect">
            <a:avLst/>
          </a:prstGeom>
          <a:ln>
            <a:noFill/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B4AECBAB-EB9C-A5CA-A8A5-0737BC2D167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649308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4AF67C5A-D998-3931-BA78-D3F369589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853992-B8DE-FF69-A1D8-E41114E9ECCD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94864E59-91CD-6E90-CC56-F1709B6B86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835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Booleans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0B390464-7806-6FC7-1F54-16CE7F06A503}"/>
              </a:ext>
            </a:extLst>
          </p:cNvPr>
          <p:cNvSpPr txBox="1"/>
          <p:nvPr/>
        </p:nvSpPr>
        <p:spPr>
          <a:xfrm>
            <a:off x="938957" y="14326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 variable that can be either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 represent logical statements.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might think of: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is black”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as representing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has four legs”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use logical operators to combine Boolean statements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and </a:t>
            </a: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represents the sentence “The cat is black and has four legs”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buClr>
                <a:srgbClr val="1CADE4"/>
              </a:buClr>
              <a:buSzPts val="2000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09557C-6497-426E-49B8-98088BADCCB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06807" y="685800"/>
            <a:ext cx="4925964" cy="145080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B38358B-9DC9-D3EA-6D47-CA48F452FBE3}"/>
              </a:ext>
            </a:extLst>
          </p:cNvPr>
          <p:cNvCxnSpPr>
            <a:cxnSpLocks/>
          </p:cNvCxnSpPr>
          <p:nvPr/>
        </p:nvCxnSpPr>
        <p:spPr>
          <a:xfrm>
            <a:off x="6906807" y="3175000"/>
            <a:ext cx="466289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2CABE9B-C183-B8FC-839F-7DB15BE6E3D5}"/>
              </a:ext>
            </a:extLst>
          </p:cNvPr>
          <p:cNvCxnSpPr>
            <a:cxnSpLocks/>
          </p:cNvCxnSpPr>
          <p:nvPr/>
        </p:nvCxnSpPr>
        <p:spPr>
          <a:xfrm>
            <a:off x="6906807" y="37338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091F0A3-128C-DF34-FACE-C18A38C837DC}"/>
              </a:ext>
            </a:extLst>
          </p:cNvPr>
          <p:cNvCxnSpPr>
            <a:cxnSpLocks/>
          </p:cNvCxnSpPr>
          <p:nvPr/>
        </p:nvCxnSpPr>
        <p:spPr>
          <a:xfrm>
            <a:off x="6906807" y="43053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C000D24-582B-77DF-AF75-2F7AE390F9B6}"/>
              </a:ext>
            </a:extLst>
          </p:cNvPr>
          <p:cNvCxnSpPr>
            <a:cxnSpLocks/>
          </p:cNvCxnSpPr>
          <p:nvPr/>
        </p:nvCxnSpPr>
        <p:spPr>
          <a:xfrm>
            <a:off x="6906807" y="48768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5D6A0F-F523-E2EE-DD1D-C159CBC34084}"/>
              </a:ext>
            </a:extLst>
          </p:cNvPr>
          <p:cNvCxnSpPr/>
          <p:nvPr/>
        </p:nvCxnSpPr>
        <p:spPr>
          <a:xfrm>
            <a:off x="8394700" y="2569633"/>
            <a:ext cx="0" cy="29845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A3A6631-D334-18D7-B4F5-998B4E093A48}"/>
              </a:ext>
            </a:extLst>
          </p:cNvPr>
          <p:cNvCxnSpPr/>
          <p:nvPr/>
        </p:nvCxnSpPr>
        <p:spPr>
          <a:xfrm>
            <a:off x="10025388" y="2569633"/>
            <a:ext cx="0" cy="29845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9CE403B4-C73D-862F-8340-F647865815A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06025" y="2758884"/>
            <a:ext cx="1076209" cy="236497"/>
          </a:xfrm>
          <a:prstGeom prst="rect">
            <a:avLst/>
          </a:prstGeom>
          <a:ln>
            <a:noFill/>
          </a:ln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AE8FB699-3525-A424-DB2D-AD7721735D9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06377" y="2755863"/>
            <a:ext cx="1423112" cy="223103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8A8E99CF-5AA9-1B31-FBEC-34270B18F352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169360" y="2616868"/>
            <a:ext cx="1377568" cy="233364"/>
          </a:xfrm>
          <a:prstGeom prst="rect">
            <a:avLst/>
          </a:prstGeom>
          <a:ln>
            <a:noFill/>
          </a:ln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7C62FE5-2FCE-B10F-4BA0-34D394D1214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146588" y="2875047"/>
            <a:ext cx="1423112" cy="223103"/>
          </a:xfrm>
          <a:prstGeom prst="rect">
            <a:avLst/>
          </a:prstGeom>
          <a:ln>
            <a:noFill/>
          </a:ln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46CBD2E0-C195-7042-E486-3DC12578FEA0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83024" y="3278102"/>
            <a:ext cx="592666" cy="330769"/>
          </a:xfrm>
          <a:prstGeom prst="rect">
            <a:avLst/>
          </a:prstGeom>
          <a:ln>
            <a:noFill/>
          </a:ln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63A106C7-C286-7AE6-3258-A12F81360F52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83024" y="3873219"/>
            <a:ext cx="592666" cy="330769"/>
          </a:xfrm>
          <a:prstGeom prst="rect">
            <a:avLst/>
          </a:prstGeom>
          <a:ln>
            <a:noFill/>
          </a:ln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F8183C4B-6DC7-CC4E-6D07-3ADA1517DA87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963655" y="3278102"/>
            <a:ext cx="592666" cy="330769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78FD6147-9620-B76A-4D87-E810E8660BD5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963655" y="4440484"/>
            <a:ext cx="592666" cy="3307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8B08BF1E-86A4-8A64-4333-3DBFC8A556CF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535203" y="4440484"/>
            <a:ext cx="645881" cy="330769"/>
          </a:xfrm>
          <a:prstGeom prst="rect">
            <a:avLst/>
          </a:prstGeom>
          <a:ln>
            <a:noFill/>
          </a:ln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9143A9B3-F1C8-D1C8-DBB6-1434E282F174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915312" y="3849601"/>
            <a:ext cx="645881" cy="330769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EDC0EC4-BAB2-F368-93BE-D7735C112F81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28208" y="4444669"/>
            <a:ext cx="645881" cy="330769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3191DDCB-3EEA-06AF-016C-AB1B72385627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28207" y="5096652"/>
            <a:ext cx="645881" cy="330769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1E25E319-C5C9-8EE0-2E7F-B87B6F246A8D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894992" y="5096651"/>
            <a:ext cx="645881" cy="330769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AACF4B7E-72BC-B93F-A6A8-82C2046A563E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541127" y="3849601"/>
            <a:ext cx="645881" cy="330769"/>
          </a:xfrm>
          <a:prstGeom prst="rect">
            <a:avLst/>
          </a:prstGeom>
          <a:ln>
            <a:noFill/>
          </a:ln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C3A34261-C013-156F-9A25-EFE068A766D8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535203" y="5096650"/>
            <a:ext cx="645881" cy="330769"/>
          </a:xfrm>
          <a:prstGeom prst="rect">
            <a:avLst/>
          </a:prstGeom>
          <a:ln>
            <a:noFill/>
          </a:ln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45396310-A826-A98E-2E7D-B2C814A5A8AA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585601" y="3278101"/>
            <a:ext cx="592666" cy="330769"/>
          </a:xfrm>
          <a:prstGeom prst="rect">
            <a:avLst/>
          </a:prstGeom>
          <a:ln>
            <a:noFill/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534329BC-2C9B-E731-4221-251D34E9C92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812657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3D3CCE4D-23C0-674A-FBF8-DCE9CC143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40CAB98-3E82-8A8C-01D4-0E64346A7A28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764B1C8D-910C-3ACA-8A25-F2410B3B71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1079" y="-14882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Collections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34B5DB66-F6C4-F9B0-B72E-5D26B6654EF6}"/>
              </a:ext>
            </a:extLst>
          </p:cNvPr>
          <p:cNvSpPr txBox="1"/>
          <p:nvPr/>
        </p:nvSpPr>
        <p:spPr>
          <a:xfrm>
            <a:off x="938957" y="1446515"/>
            <a:ext cx="8161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now seen some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simple examples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of datatypes: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Numeric, strings, and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booleans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1F9A5E8-9148-AC00-08D4-59FFC03388A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78651" y="546411"/>
            <a:ext cx="4654120" cy="243096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E633584F-9B9E-6093-166B-D24E99AB41E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FFB772-1839-5DB3-E909-81C4083A7D0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43764" y="619124"/>
            <a:ext cx="4480444" cy="230822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8601639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AFEF2E7B-B155-B4FC-0D6D-035FD287C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5F9DE46-C4FE-AB7A-EDF0-EB478742195B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F12130B7-2420-D093-B362-DAB02734FE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1079" y="-14882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Collections</a:t>
            </a:r>
            <a:endParaRPr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5A2504D-9F4E-03CE-30B3-45ABEC8884B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78651" y="546411"/>
            <a:ext cx="4654120" cy="243096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5A5ABF33-DC0B-16B6-E987-95F7879273E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4B246F-FD89-B006-A84E-FBC54769143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43764" y="619124"/>
            <a:ext cx="4480444" cy="2308225"/>
          </a:xfrm>
          <a:prstGeom prst="rect">
            <a:avLst/>
          </a:prstGeom>
          <a:ln>
            <a:noFill/>
          </a:ln>
        </p:spPr>
      </p:pic>
      <p:sp>
        <p:nvSpPr>
          <p:cNvPr id="6" name="Google Shape;247;p31">
            <a:extLst>
              <a:ext uri="{FF2B5EF4-FFF2-40B4-BE49-F238E27FC236}">
                <a16:creationId xmlns:a16="http://schemas.microsoft.com/office/drawing/2014/main" id="{FB74F890-20A2-C369-7C01-93D1A15C5130}"/>
              </a:ext>
            </a:extLst>
          </p:cNvPr>
          <p:cNvSpPr txBox="1"/>
          <p:nvPr/>
        </p:nvSpPr>
        <p:spPr>
          <a:xfrm>
            <a:off x="938957" y="1446515"/>
            <a:ext cx="8161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now seen some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simple examples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of datatypes: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Numeric, strings, and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booleans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types don’t always have to be this simple!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 we need data types that can hold more complex information.</a:t>
            </a:r>
            <a:br>
              <a:rPr lang="en-GB" sz="18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collection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any in-built data type that can group multiple objects together.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482002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E806D6E0-FA08-3B0F-EFF0-140169321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CC13017-4128-3310-0BD2-F36CA026EA42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949E5918-DB04-1EB0-D988-28D14562DE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1079" y="-14882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Collections</a:t>
            </a:r>
            <a:endParaRPr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435AFF9-0E52-A76F-072B-A92475A5B2E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78651" y="546411"/>
            <a:ext cx="4654120" cy="243096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85B78334-4B89-1733-D003-79BD2078C28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7D3C68-C3B5-E266-BA2A-5C26DEEC8E1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43764" y="619124"/>
            <a:ext cx="4480444" cy="2308225"/>
          </a:xfrm>
          <a:prstGeom prst="rect">
            <a:avLst/>
          </a:prstGeom>
          <a:ln>
            <a:noFill/>
          </a:ln>
        </p:spPr>
      </p:pic>
      <p:sp>
        <p:nvSpPr>
          <p:cNvPr id="6" name="Google Shape;247;p31">
            <a:extLst>
              <a:ext uri="{FF2B5EF4-FFF2-40B4-BE49-F238E27FC236}">
                <a16:creationId xmlns:a16="http://schemas.microsoft.com/office/drawing/2014/main" id="{81DBEF5B-569C-4550-D2B0-8ADCF1C259A5}"/>
              </a:ext>
            </a:extLst>
          </p:cNvPr>
          <p:cNvSpPr txBox="1"/>
          <p:nvPr/>
        </p:nvSpPr>
        <p:spPr>
          <a:xfrm>
            <a:off x="938957" y="1446515"/>
            <a:ext cx="8161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now seen some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simple examples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of datatypes: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Numeric, strings, and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booleans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types don’t always have to be this simple!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 we need data types that can hold more complex information.</a:t>
            </a:r>
            <a:br>
              <a:rPr lang="en-GB" sz="18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collection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any in-built data type that can group multiple objects together.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most common collection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 list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: an ordered group of items.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We’ll see more examples of collections throughout the course.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1028532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A2E03A2B-88EA-EEF2-5004-C3BCD847A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886C42A-9BF0-A4AC-1209-CFAF1B516D3D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C4250189-42D7-F643-004F-6748B38375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1079" y="-14882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Collections</a:t>
            </a:r>
            <a:endParaRPr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BDBA282-9062-F77F-26DB-DCBAA91FF0C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78651" y="546411"/>
            <a:ext cx="4654120" cy="243096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E261EC9C-1559-6D4E-B3F4-6DD454D8010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776B44-0EA0-AD41-35BF-960A9C9516B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43764" y="1219200"/>
            <a:ext cx="4480444" cy="1708149"/>
          </a:xfrm>
          <a:prstGeom prst="rect">
            <a:avLst/>
          </a:prstGeom>
          <a:ln>
            <a:noFill/>
          </a:ln>
        </p:spPr>
      </p:pic>
      <p:sp>
        <p:nvSpPr>
          <p:cNvPr id="6" name="Google Shape;247;p31">
            <a:extLst>
              <a:ext uri="{FF2B5EF4-FFF2-40B4-BE49-F238E27FC236}">
                <a16:creationId xmlns:a16="http://schemas.microsoft.com/office/drawing/2014/main" id="{4DDF49CF-8A1F-A9D4-C3AF-E0797C08C81D}"/>
              </a:ext>
            </a:extLst>
          </p:cNvPr>
          <p:cNvSpPr txBox="1"/>
          <p:nvPr/>
        </p:nvSpPr>
        <p:spPr>
          <a:xfrm>
            <a:off x="938957" y="1446515"/>
            <a:ext cx="8161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now seen some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simple examples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of datatypes: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Numeric, strings, and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booleans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types don’t always have to be this simple!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 we need data types that can hold more complex information.</a:t>
            </a:r>
            <a:br>
              <a:rPr lang="en-GB" sz="18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collection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any in-built data type that can group multiple objects together.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most common collection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 list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: an ordered group of items.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We’ll see more examples of collections throughout the course.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6074810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2345A626-2F00-A9C1-E610-D9C7281BB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C928077-F8EB-70A4-2DEA-C7D209B88F82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4C715E96-C370-A09A-83D5-5FA7A035DE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1079" y="-14882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Collections</a:t>
            </a:r>
            <a:endParaRPr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60A8655-4E0D-ACE8-DBC1-A8A7BD1815B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78651" y="546411"/>
            <a:ext cx="4654120" cy="243096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0136CE87-74D2-4FDE-0983-A4E62FE5043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16/19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8DE42C-0987-D870-24DF-3C6860BA6CE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43764" y="2257789"/>
            <a:ext cx="4480444" cy="669560"/>
          </a:xfrm>
          <a:prstGeom prst="rect">
            <a:avLst/>
          </a:prstGeom>
          <a:ln>
            <a:noFill/>
          </a:ln>
        </p:spPr>
      </p:pic>
      <p:sp>
        <p:nvSpPr>
          <p:cNvPr id="6" name="Google Shape;247;p31">
            <a:extLst>
              <a:ext uri="{FF2B5EF4-FFF2-40B4-BE49-F238E27FC236}">
                <a16:creationId xmlns:a16="http://schemas.microsoft.com/office/drawing/2014/main" id="{2CDC54F7-60E2-26D0-632C-BFBFA27E7437}"/>
              </a:ext>
            </a:extLst>
          </p:cNvPr>
          <p:cNvSpPr txBox="1"/>
          <p:nvPr/>
        </p:nvSpPr>
        <p:spPr>
          <a:xfrm>
            <a:off x="938957" y="1446515"/>
            <a:ext cx="8161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now seen some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simple examples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of datatypes: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Numeric, strings, and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booleans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types don’t always have to be this simple!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 we need data types that can hold more complex information.</a:t>
            </a:r>
            <a:br>
              <a:rPr lang="en-GB" sz="18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collection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any in-built data type that can group multiple objects together.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most common collection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 list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: an ordered group of items.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We’ll see more examples of collections throughout the course.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9429374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8F360417-5466-173A-6E63-B8F990D75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764656-2AC8-4025-1EE2-D26A3B8DF21E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5600C687-0DE1-A4B7-8D52-DB766631C9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1079" y="-14882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Collections</a:t>
            </a:r>
            <a:endParaRPr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6519FA5-B533-A368-625A-07022928ED2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78651" y="546411"/>
            <a:ext cx="4654120" cy="243096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52D8A1E4-7D62-E273-C4DA-7ED85F23F5C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16/19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7" name="Google Shape;247;p31">
            <a:extLst>
              <a:ext uri="{FF2B5EF4-FFF2-40B4-BE49-F238E27FC236}">
                <a16:creationId xmlns:a16="http://schemas.microsoft.com/office/drawing/2014/main" id="{2288CB20-4625-4548-11DF-92EBEA3073B7}"/>
              </a:ext>
            </a:extLst>
          </p:cNvPr>
          <p:cNvSpPr txBox="1"/>
          <p:nvPr/>
        </p:nvSpPr>
        <p:spPr>
          <a:xfrm>
            <a:off x="938957" y="1446515"/>
            <a:ext cx="8161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now seen some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simple examples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of datatypes: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Numeric, strings, and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booleans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types don’t always have to be this simple!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 we need data types that can hold more complex information.</a:t>
            </a:r>
            <a:br>
              <a:rPr lang="en-GB" sz="18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collection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any in-built data type that can group multiple objects together.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most common collection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 list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: an ordered group of items.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We’ll see more examples of collections throughout the course.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3602604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DBE9F8D5-3EE0-8FF3-ED8A-15A7BAA00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459FDF1-A309-A59F-C2B6-A7042C1D0100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048AE925-A16F-71B0-D495-2F0F0A3D1B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1079" y="-14882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Collections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90F1957D-3AC0-7361-2E67-4710D5C9F97D}"/>
              </a:ext>
            </a:extLst>
          </p:cNvPr>
          <p:cNvSpPr txBox="1"/>
          <p:nvPr/>
        </p:nvSpPr>
        <p:spPr>
          <a:xfrm>
            <a:off x="938957" y="1446515"/>
            <a:ext cx="8161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We’ve now seen some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simple examples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of datatypes: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Numeric, strings, and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booleans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types don’t always have to be this simple!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 we need data types that can hold more complex information.</a:t>
            </a:r>
            <a:br>
              <a:rPr lang="en-GB" sz="18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collection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any in-built data type that can group multiple objects together.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most common collection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 list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: an ordered group of items.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Lists let you store, organize, and work with many values at once.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We’ll see more examples of collections throughout the course.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E7188E4-A4B3-1180-A2C9-47776A50EC6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78651" y="546411"/>
            <a:ext cx="4654120" cy="243096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93E416DB-2DB2-6C83-5B19-6BD1376FFE7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448997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18AEBE2-5602-7B30-F9A1-B6044C311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FD43BA4-784D-9C40-04E4-5D6EE703133F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5F9F136-6416-BD13-7600-D9B706D691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49F37B57-A345-97E9-0FC6-1EC9EA375DA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18/19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58A8522-3E4A-32C9-0CDB-8CF87DC3FA56}"/>
              </a:ext>
            </a:extLst>
          </p:cNvPr>
          <p:cNvSpPr txBox="1"/>
          <p:nvPr/>
        </p:nvSpPr>
        <p:spPr>
          <a:xfrm>
            <a:off x="1211099" y="1683308"/>
            <a:ext cx="632181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have students from a range of courses and backgrounds in this class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Chemistry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Physics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Data Science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 people in the room will have less experience than others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first few weeks, we shall try to account for the differences in ability where possible</a:t>
            </a:r>
            <a:endParaRPr sz="12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 descr="Cartoon a cartoon of a person looking at an apple&#10;&#10;AI-generated content may be incorrect.">
            <a:extLst>
              <a:ext uri="{FF2B5EF4-FFF2-40B4-BE49-F238E27FC236}">
                <a16:creationId xmlns:a16="http://schemas.microsoft.com/office/drawing/2014/main" id="{B4BF10FD-508C-4212-FA29-56A944EA3C7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24585" y="3142971"/>
            <a:ext cx="1450800" cy="1450800"/>
          </a:xfrm>
          <a:prstGeom prst="rect">
            <a:avLst/>
          </a:prstGeom>
        </p:spPr>
      </p:pic>
      <p:pic>
        <p:nvPicPr>
          <p:cNvPr id="8" name="Picture 8" descr="Smiling Science Professor Cartoon Character With Laptop Pointing. Vector  Hand Drawn Illustration Isolated On Transparent Background 40973727 Vector  Art at Vecteezy">
            <a:extLst>
              <a:ext uri="{FF2B5EF4-FFF2-40B4-BE49-F238E27FC236}">
                <a16:creationId xmlns:a16="http://schemas.microsoft.com/office/drawing/2014/main" id="{B72A6F42-CEFE-E5B5-A996-5AE22D343F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01694" y="4690993"/>
            <a:ext cx="1687777" cy="1051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Chemist Cartoon Images – Browse 23,468 Stock Photos, Vectors, and Video |  Adobe Stock">
            <a:extLst>
              <a:ext uri="{FF2B5EF4-FFF2-40B4-BE49-F238E27FC236}">
                <a16:creationId xmlns:a16="http://schemas.microsoft.com/office/drawing/2014/main" id="{42955BDB-38F1-40F6-DA16-2E1832918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01694" y="1878872"/>
            <a:ext cx="1953986" cy="1953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250371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6E627DD-D8E5-8E93-4C5B-957C10B88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F1FFAC8-23F9-692A-04ED-6F7E18C0D29A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C714C1B-2646-620B-FCB2-334E9BB3A7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A2D610-CFD8-1BAA-25DD-6C0A206128C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69893" y="1163388"/>
            <a:ext cx="5504887" cy="36720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B0018B4-88D5-B8E3-57DB-E0931CF44A00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open `week_01_home.ipynb`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you’ll be working through a Python notebook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29B0AEB9-2D57-B77D-FD6B-2B05E07ACF7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18/19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164189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6C400D2-B6C2-A5D9-E15D-365432067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49B9201-F4EE-441A-982E-641B5E683D36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805E66D-2400-3590-DB26-848FBA1A8A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69CD86-1671-310D-69AD-2CE7F16506A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69893" y="1163388"/>
            <a:ext cx="5504887" cy="36720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904B49E-9829-20AA-59C6-78815B949EEA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open `week_01_home.ipynb`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you’ll be working through a Python notebook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have a choice of one of three options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1: Beginner - Basic Data Types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2: Intermediate - Collections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3: Advanced - Copying and References</a:t>
            </a: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716A53BB-A829-0816-8A62-0033095387A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18/19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73293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F1B65DE-4AED-55AD-1FDB-8B83D6618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E84CCA0-C756-81BC-C349-B24609A0FBAE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F460F25-048A-884B-8184-1C34CDCF09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CB7057-642C-C31D-800F-9CF3A4814BD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69893" y="1163388"/>
            <a:ext cx="5504887" cy="36720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A277741-A692-CE30-31FD-AA3587C1F9B9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open `week_01_home.ipynb`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you’ll be working through a Python notebook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have a choice of one of three options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1: Beginner - Basic Data Types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2: Intermediate - Collections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3: Advanced - Copying and References</a:t>
            </a: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BBD58C48-1A2D-CBC0-C4ED-C0287916BE4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18/19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5" name="Google Shape;198;p20">
            <a:extLst>
              <a:ext uri="{FF2B5EF4-FFF2-40B4-BE49-F238E27FC236}">
                <a16:creationId xmlns:a16="http://schemas.microsoft.com/office/drawing/2014/main" id="{CF881FE8-C1DC-25F8-B3C6-1AA31988D39F}"/>
              </a:ext>
            </a:extLst>
          </p:cNvPr>
          <p:cNvSpPr txBox="1"/>
          <p:nvPr/>
        </p:nvSpPr>
        <p:spPr>
          <a:xfrm>
            <a:off x="5940335" y="5173211"/>
            <a:ext cx="4613366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Choose this if you are new to the Python language or do not code regularly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00;p20">
            <a:extLst>
              <a:ext uri="{FF2B5EF4-FFF2-40B4-BE49-F238E27FC236}">
                <a16:creationId xmlns:a16="http://schemas.microsoft.com/office/drawing/2014/main" id="{5D48894D-D331-9443-E10B-D66F4EBAD715}"/>
              </a:ext>
            </a:extLst>
          </p:cNvPr>
          <p:cNvSpPr/>
          <p:nvPr/>
        </p:nvSpPr>
        <p:spPr>
          <a:xfrm>
            <a:off x="1519645" y="4350722"/>
            <a:ext cx="3661955" cy="31925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" name="Google Shape;137;p17">
            <a:extLst>
              <a:ext uri="{FF2B5EF4-FFF2-40B4-BE49-F238E27FC236}">
                <a16:creationId xmlns:a16="http://schemas.microsoft.com/office/drawing/2014/main" id="{7DA0F9AD-73D4-98BB-CEE3-F1F7912E5536}"/>
              </a:ext>
            </a:extLst>
          </p:cNvPr>
          <p:cNvCxnSpPr>
            <a:cxnSpLocks/>
          </p:cNvCxnSpPr>
          <p:nvPr/>
        </p:nvCxnSpPr>
        <p:spPr>
          <a:xfrm flipH="1" flipV="1">
            <a:off x="5359050" y="4568621"/>
            <a:ext cx="747295" cy="60459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81907353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B1B71BB-F1E2-85AF-7145-81B6A06DD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C628A55-718F-CBED-19B5-EAD4B75EE682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FADFCCA-02E1-0FB3-A0EF-DCE34ED4A5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DBBA75-B846-B435-552F-5B1A19ECEE8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69893" y="1163388"/>
            <a:ext cx="5504887" cy="36720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BA175F9-FF75-0DC0-733D-07550F9789BF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open `week_01_home.ipynb`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you’ll be working through a Python notebook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have a choice of one of three options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1: Beginner - Basic Data Types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2: Intermediate - Collections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3: Advanced - Copying and References</a:t>
            </a: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5352C217-2357-9EA0-C40D-68B4F60334B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18/19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57027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F29BEE3-79D7-D5FE-A49C-3E1410835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1F3200F-3194-2C7B-0F08-C2F8579E877F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0513B14-5053-BE6E-2328-23EE256D81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7BD8FC-A3DD-FD9D-E797-A51821133CC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69893" y="1163388"/>
            <a:ext cx="5504887" cy="36720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1B0646E-C23E-58E4-A9FA-6C389A1A4ECA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open `week_01_home.ipynb`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you’ll be working through a Python notebook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have a choice of one of three options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1: Beginner - Basic Data Types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2: Intermediate - Collections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3: Advanced - Copying and References</a:t>
            </a: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200;p20">
            <a:extLst>
              <a:ext uri="{FF2B5EF4-FFF2-40B4-BE49-F238E27FC236}">
                <a16:creationId xmlns:a16="http://schemas.microsoft.com/office/drawing/2014/main" id="{95118622-14AE-C1B5-56DD-A2B40BBFF5CF}"/>
              </a:ext>
            </a:extLst>
          </p:cNvPr>
          <p:cNvSpPr/>
          <p:nvPr/>
        </p:nvSpPr>
        <p:spPr>
          <a:xfrm>
            <a:off x="1519644" y="4761966"/>
            <a:ext cx="3476899" cy="31925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" name="Google Shape;137;p17">
            <a:extLst>
              <a:ext uri="{FF2B5EF4-FFF2-40B4-BE49-F238E27FC236}">
                <a16:creationId xmlns:a16="http://schemas.microsoft.com/office/drawing/2014/main" id="{0E87E7B9-53D9-05C8-3090-625ED19540BD}"/>
              </a:ext>
            </a:extLst>
          </p:cNvPr>
          <p:cNvCxnSpPr>
            <a:cxnSpLocks/>
          </p:cNvCxnSpPr>
          <p:nvPr/>
        </p:nvCxnSpPr>
        <p:spPr>
          <a:xfrm flipH="1" flipV="1">
            <a:off x="5206651" y="4884309"/>
            <a:ext cx="889349" cy="36658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8674E84C-8BD5-0156-DFAF-2788CAD97F5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18/19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6" name="Google Shape;198;p20">
            <a:extLst>
              <a:ext uri="{FF2B5EF4-FFF2-40B4-BE49-F238E27FC236}">
                <a16:creationId xmlns:a16="http://schemas.microsoft.com/office/drawing/2014/main" id="{06FCE55F-6D91-086F-D2A4-B2489753CC51}"/>
              </a:ext>
            </a:extLst>
          </p:cNvPr>
          <p:cNvSpPr txBox="1"/>
          <p:nvPr/>
        </p:nvSpPr>
        <p:spPr>
          <a:xfrm>
            <a:off x="6141720" y="5173211"/>
            <a:ext cx="4613366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Choose this if you have some experience with Python and are reasonably confident in your programming abilities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7143583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B03E750-5130-5E9A-2D3C-E30E83E7D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5E53F43-BB5E-8D5E-BAED-80C9936B5C50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6054D24-D09D-3C48-E4FC-F8A8CC8C25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96594C-E144-3304-BCB6-6E994396B1D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69893" y="1163388"/>
            <a:ext cx="5504887" cy="36720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D328188-BEC2-63F5-4C4F-F024646F7FAA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open `week_01_home.ipynb`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you’ll be working through a Python notebook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have a choice of one of three options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1: Beginner - Basic Data Types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2: Intermediate - Collections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3: Advanced - Copying and References</a:t>
            </a: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72653EF9-BE87-F81B-4B5A-3EBEECC081C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18/19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263229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EE60EE4-3FCD-A5F3-A0E3-AC73C0154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17AC50-A100-886B-5E7E-D80720609C32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6097754-DB84-1944-AF66-2AF7244157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6794E6-729A-B41A-825F-D5D0257A1CB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69893" y="1163388"/>
            <a:ext cx="5504887" cy="36720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17FE41C-2251-CB76-BD44-64948AB02E7C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open `week_01_home.ipynb`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you’ll be working through a Python notebook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have a choice of one of three options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1: Beginner - Basic Data Types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2: Intermediate - Collections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3: Advanced - Copying and References</a:t>
            </a: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200;p20">
            <a:extLst>
              <a:ext uri="{FF2B5EF4-FFF2-40B4-BE49-F238E27FC236}">
                <a16:creationId xmlns:a16="http://schemas.microsoft.com/office/drawing/2014/main" id="{A5E33FA4-D046-FEC3-8F84-C6183A289603}"/>
              </a:ext>
            </a:extLst>
          </p:cNvPr>
          <p:cNvSpPr/>
          <p:nvPr/>
        </p:nvSpPr>
        <p:spPr>
          <a:xfrm>
            <a:off x="1547409" y="5250889"/>
            <a:ext cx="4243791" cy="31925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98;p20">
            <a:extLst>
              <a:ext uri="{FF2B5EF4-FFF2-40B4-BE49-F238E27FC236}">
                <a16:creationId xmlns:a16="http://schemas.microsoft.com/office/drawing/2014/main" id="{2067D367-A6C4-7669-80CA-445E9AB9D192}"/>
              </a:ext>
            </a:extLst>
          </p:cNvPr>
          <p:cNvSpPr txBox="1"/>
          <p:nvPr/>
        </p:nvSpPr>
        <p:spPr>
          <a:xfrm>
            <a:off x="6400802" y="5525602"/>
            <a:ext cx="5173978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Choose this if you are a very strong Python programmer with a lot of experience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" name="Google Shape;137;p17">
            <a:extLst>
              <a:ext uri="{FF2B5EF4-FFF2-40B4-BE49-F238E27FC236}">
                <a16:creationId xmlns:a16="http://schemas.microsoft.com/office/drawing/2014/main" id="{B912511C-C381-BC1D-DC69-9A7EB31B8427}"/>
              </a:ext>
            </a:extLst>
          </p:cNvPr>
          <p:cNvCxnSpPr>
            <a:cxnSpLocks/>
          </p:cNvCxnSpPr>
          <p:nvPr/>
        </p:nvCxnSpPr>
        <p:spPr>
          <a:xfrm flipH="1" flipV="1">
            <a:off x="5907135" y="5397836"/>
            <a:ext cx="719544" cy="395262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79F9F866-1054-076A-D81A-9EB12A3624E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18/19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538491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3EABACA-C0BD-7F4A-8994-D8654A685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E182264-F66C-3CA2-45AB-E0F07396D2DE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CA78B2E-9AFD-A079-0997-CC6AA876A5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23A194-8263-FF00-6B9A-13209270E0F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69893" y="1163388"/>
            <a:ext cx="5504887" cy="36720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E37FD78-E1E4-5F68-1148-7A86C374A8A7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open `week_01_home.ipynb`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you’ll be working through a Python notebook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have a choice of one of three options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1: Beginner - Basic Data Types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2: Intermediate - Collections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3: Advanced - Copying and References</a:t>
            </a: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F927796F-4D70-F1A7-C24B-F304D09DADD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18/19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928359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B677D4A-4BED-A151-7425-5F12E8BFA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EDCEF5D-370F-23DD-ECB8-40F27547BAA7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980AEFE-E2CE-728E-B386-A3F11F54F1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5A544B-22A2-3F1E-4368-B0F32C03BB9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69893" y="1163388"/>
            <a:ext cx="5504887" cy="36720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2D262D5-D863-CE69-4FE7-48F1B63826AC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open `week_01_home.ipynb`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you’ll be working through a Python notebook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have a choice of one of three options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1: Beginner - Basic Data Types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2: Intermediate - Collections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3: Advanced - Copying and References</a:t>
            </a: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200;p20">
            <a:extLst>
              <a:ext uri="{FF2B5EF4-FFF2-40B4-BE49-F238E27FC236}">
                <a16:creationId xmlns:a16="http://schemas.microsoft.com/office/drawing/2014/main" id="{C0B7C1F0-52D4-9A92-8177-343EA2EF901E}"/>
              </a:ext>
            </a:extLst>
          </p:cNvPr>
          <p:cNvSpPr/>
          <p:nvPr/>
        </p:nvSpPr>
        <p:spPr>
          <a:xfrm>
            <a:off x="1519644" y="4761966"/>
            <a:ext cx="4271556" cy="844175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8;p20">
            <a:extLst>
              <a:ext uri="{FF2B5EF4-FFF2-40B4-BE49-F238E27FC236}">
                <a16:creationId xmlns:a16="http://schemas.microsoft.com/office/drawing/2014/main" id="{E6720AF7-0BEB-C367-67C0-4B8C296F4F6E}"/>
              </a:ext>
            </a:extLst>
          </p:cNvPr>
          <p:cNvSpPr txBox="1"/>
          <p:nvPr/>
        </p:nvSpPr>
        <p:spPr>
          <a:xfrm>
            <a:off x="1749353" y="5606141"/>
            <a:ext cx="864108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Important: If you choose the intermediate or advanced options, make sure you are comfortable with the material in Beginner first!!</a:t>
            </a:r>
            <a:endParaRPr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728FFFBA-3FF0-CDE8-2449-AD6EE2E3979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18/19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866827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C6EE85F-FF0A-76B3-5C84-53149C271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4CAF053-9A3A-6AE6-1624-F46041D833FA}"/>
              </a:ext>
            </a:extLst>
          </p:cNvPr>
          <p:cNvSpPr/>
          <p:nvPr/>
        </p:nvSpPr>
        <p:spPr>
          <a:xfrm>
            <a:off x="489858" y="1273629"/>
            <a:ext cx="11332028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6C69AF6-F0C6-FBC8-7C3C-52F5D238EC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1099" y="1580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Accessing </a:t>
            </a:r>
            <a:r>
              <a:rPr lang="en-GB" dirty="0" err="1"/>
              <a:t>Noteable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FC58872C-D828-6562-7269-C9BFD0BF5C0F}"/>
              </a:ext>
            </a:extLst>
          </p:cNvPr>
          <p:cNvSpPr txBox="1"/>
          <p:nvPr/>
        </p:nvSpPr>
        <p:spPr>
          <a:xfrm>
            <a:off x="489858" y="1803052"/>
            <a:ext cx="67089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Blackboard</a:t>
            </a:r>
            <a:br>
              <a:rPr lang="en-GB" sz="20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 to “Introduction to Coding and Data Analysis for Scientists 2025”</a:t>
            </a:r>
            <a:endParaRPr lang="en-GB" sz="2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Click “Unit Information and Resources”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Open </a:t>
            </a:r>
            <a:r>
              <a:rPr lang="en-GB" sz="16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Make sure “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Classic (Legacy)” is selected.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Click Start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Click “+</a:t>
            </a:r>
            <a:r>
              <a:rPr lang="en-GB" sz="16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GitRepo</a:t>
            </a: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Paste into Git Repository URL: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strike="sngStrike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git@github.com:jsmartinstats</a:t>
            </a:r>
            <a:r>
              <a:rPr lang="en-GB" sz="1600" strike="sngStrike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/SCIF10002-2026.git</a:t>
            </a:r>
            <a:endParaRPr lang="en-GB" sz="1600" strike="sngStrike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buClr>
                <a:srgbClr val="1CADE4"/>
              </a:buClr>
              <a:buSzPts val="1600"/>
            </a:pPr>
            <a:r>
              <a:rPr lang="en-GB" sz="1600" dirty="0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	https://github.com/jsmartinstats/SCIF10002-2026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Press clone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41400" lvl="2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GB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endParaRPr sz="12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918F44-7A57-9BFD-D43B-92D4475B4B7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53339" y="4013199"/>
            <a:ext cx="3149686" cy="19272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205D117-89C8-1A30-3FD9-2119162C1B90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98783" y="5615262"/>
            <a:ext cx="970907" cy="3251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4150C4C-F573-CE09-2BB1-7E381BE713F4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47126" y="1151474"/>
            <a:ext cx="4073775" cy="23256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Google Shape;136;p17">
            <a:extLst>
              <a:ext uri="{FF2B5EF4-FFF2-40B4-BE49-F238E27FC236}">
                <a16:creationId xmlns:a16="http://schemas.microsoft.com/office/drawing/2014/main" id="{D21516FD-7587-F0D7-97F4-6B6A3C4A33C2}"/>
              </a:ext>
            </a:extLst>
          </p:cNvPr>
          <p:cNvSpPr/>
          <p:nvPr/>
        </p:nvSpPr>
        <p:spPr>
          <a:xfrm>
            <a:off x="10367433" y="5584372"/>
            <a:ext cx="474134" cy="274562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A61BD381-DA6F-4212-B29E-9EE1EEA084C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204782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Next Time</a:t>
            </a:r>
            <a:endParaRPr/>
          </a:p>
        </p:txBody>
      </p:sp>
      <p:sp>
        <p:nvSpPr>
          <p:cNvPr id="3213" name="Google Shape;3213;p184"/>
          <p:cNvSpPr txBox="1"/>
          <p:nvPr/>
        </p:nvSpPr>
        <p:spPr>
          <a:xfrm>
            <a:off x="1211100" y="1800300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●"/>
            </a:pPr>
            <a: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Lecture 1: Introduction and Data Types</a:t>
            </a:r>
            <a:b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Course Structure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Setting up </a:t>
            </a:r>
            <a:r>
              <a:rPr lang="en-GB" sz="1600" dirty="0" err="1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Introduction to Coding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Data Types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2: Booleans and Conditionals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Recap: Accessing </a:t>
            </a: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Recap: Booleans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If statements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186F060B-22CF-5D76-9B92-2F8E9A616F7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19/19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11079</TotalTime>
  <Words>7413</Words>
  <Application>Microsoft Office PowerPoint</Application>
  <PresentationFormat>Widescreen</PresentationFormat>
  <Paragraphs>1267</Paragraphs>
  <Slides>105</Slides>
  <Notes>105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105</vt:i4>
      </vt:variant>
    </vt:vector>
  </HeadingPairs>
  <TitlesOfParts>
    <vt:vector size="110" baseType="lpstr">
      <vt:lpstr>Aptos Mono</vt:lpstr>
      <vt:lpstr>Wingdings</vt:lpstr>
      <vt:lpstr>Arial</vt:lpstr>
      <vt:lpstr>Calibri</vt:lpstr>
      <vt:lpstr>Retrospect</vt:lpstr>
      <vt:lpstr>Lecture 1:   Introduction &amp; Data Types </vt:lpstr>
      <vt:lpstr>Today’s Lecture</vt:lpstr>
      <vt:lpstr>Course Structure</vt:lpstr>
      <vt:lpstr>Course Structure</vt:lpstr>
      <vt:lpstr>Course Structure</vt:lpstr>
      <vt:lpstr>Course Structure</vt:lpstr>
      <vt:lpstr>Course Structure</vt:lpstr>
      <vt:lpstr>Lectures</vt:lpstr>
      <vt:lpstr>Lectures</vt:lpstr>
      <vt:lpstr>Lectures</vt:lpstr>
      <vt:lpstr>Lectures</vt:lpstr>
      <vt:lpstr>Lectures</vt:lpstr>
      <vt:lpstr>Lectures</vt:lpstr>
      <vt:lpstr>Lectures</vt:lpstr>
      <vt:lpstr>Assignments</vt:lpstr>
      <vt:lpstr>Assignments</vt:lpstr>
      <vt:lpstr>Assignments</vt:lpstr>
      <vt:lpstr>Assignments</vt:lpstr>
      <vt:lpstr>Assignments</vt:lpstr>
      <vt:lpstr>Assignments</vt:lpstr>
      <vt:lpstr>Online Material</vt:lpstr>
      <vt:lpstr>Online Material</vt:lpstr>
      <vt:lpstr>Online Material</vt:lpstr>
      <vt:lpstr>Accessing Noteable</vt:lpstr>
      <vt:lpstr>Accessing Noteable</vt:lpstr>
      <vt:lpstr>Accessing Noteable</vt:lpstr>
      <vt:lpstr>Accessing Noteable</vt:lpstr>
      <vt:lpstr>Accessing Noteable</vt:lpstr>
      <vt:lpstr>Accessing Noteable</vt:lpstr>
      <vt:lpstr>Accessing Noteable</vt:lpstr>
      <vt:lpstr>Introduction to Coding</vt:lpstr>
      <vt:lpstr>Introduction to Coding</vt:lpstr>
      <vt:lpstr>Introduction to Coding</vt:lpstr>
      <vt:lpstr>Introduction to Coding</vt:lpstr>
      <vt:lpstr>Learning to Code</vt:lpstr>
      <vt:lpstr>Learning to Code</vt:lpstr>
      <vt:lpstr>Learning to Code</vt:lpstr>
      <vt:lpstr>Learning to Code</vt:lpstr>
      <vt:lpstr>Learning to Code</vt:lpstr>
      <vt:lpstr>Getting Started</vt:lpstr>
      <vt:lpstr>Getting Started</vt:lpstr>
      <vt:lpstr>Getting Started</vt:lpstr>
      <vt:lpstr>Getting Started</vt:lpstr>
      <vt:lpstr>Getting Started</vt:lpstr>
      <vt:lpstr>Getting Started</vt:lpstr>
      <vt:lpstr>Getting Started</vt:lpstr>
      <vt:lpstr>Getting Started</vt:lpstr>
      <vt:lpstr>Getting Started</vt:lpstr>
      <vt:lpstr>Getting Started</vt:lpstr>
      <vt:lpstr>Getting Started</vt:lpstr>
      <vt:lpstr>Getting Started</vt:lpstr>
      <vt:lpstr>Getting Started</vt:lpstr>
      <vt:lpstr>Assigning Variables</vt:lpstr>
      <vt:lpstr>Assigning Variables</vt:lpstr>
      <vt:lpstr>Assigning Variables</vt:lpstr>
      <vt:lpstr>Assigning Variables</vt:lpstr>
      <vt:lpstr>Assigning Variables</vt:lpstr>
      <vt:lpstr>Assigning Variables</vt:lpstr>
      <vt:lpstr>Assigning Variables</vt:lpstr>
      <vt:lpstr>Assigning Variables</vt:lpstr>
      <vt:lpstr>Data Types</vt:lpstr>
      <vt:lpstr>Data Types</vt:lpstr>
      <vt:lpstr>Numeric Data Types</vt:lpstr>
      <vt:lpstr>Numeric Data Types</vt:lpstr>
      <vt:lpstr>Numeric Data Types</vt:lpstr>
      <vt:lpstr>Numeric Data Types</vt:lpstr>
      <vt:lpstr>Strings</vt:lpstr>
      <vt:lpstr>Strings</vt:lpstr>
      <vt:lpstr>Strings</vt:lpstr>
      <vt:lpstr>Strings</vt:lpstr>
      <vt:lpstr>Strings</vt:lpstr>
      <vt:lpstr>Strings</vt:lpstr>
      <vt:lpstr>Strings</vt:lpstr>
      <vt:lpstr>Strings</vt:lpstr>
      <vt:lpstr>Strings</vt:lpstr>
      <vt:lpstr>Booleans</vt:lpstr>
      <vt:lpstr>Booleans</vt:lpstr>
      <vt:lpstr>Booleans</vt:lpstr>
      <vt:lpstr>Booleans</vt:lpstr>
      <vt:lpstr>Booleans</vt:lpstr>
      <vt:lpstr>Booleans</vt:lpstr>
      <vt:lpstr>Booleans</vt:lpstr>
      <vt:lpstr>Booleans</vt:lpstr>
      <vt:lpstr>Booleans</vt:lpstr>
      <vt:lpstr>Booleans</vt:lpstr>
      <vt:lpstr>Booleans</vt:lpstr>
      <vt:lpstr>Collections</vt:lpstr>
      <vt:lpstr>Collections</vt:lpstr>
      <vt:lpstr>Collections</vt:lpstr>
      <vt:lpstr>Collections</vt:lpstr>
      <vt:lpstr>Collections</vt:lpstr>
      <vt:lpstr>Collections</vt:lpstr>
      <vt:lpstr>Collections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Accessing Noteable</vt:lpstr>
      <vt:lpstr>Next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Tom Maullin-Sapey</dc:creator>
  <cp:lastModifiedBy>James Martin</cp:lastModifiedBy>
  <cp:revision>18</cp:revision>
  <dcterms:modified xsi:type="dcterms:W3CDTF">2026-09-24T16:20:59Z</dcterms:modified>
</cp:coreProperties>
</file>