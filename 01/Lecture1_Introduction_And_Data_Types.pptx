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9"/>
  </p:notesMasterIdLst>
  <p:sldIdLst>
    <p:sldId id="256" r:id="rId2"/>
    <p:sldId id="688" r:id="rId3"/>
    <p:sldId id="701" r:id="rId4"/>
    <p:sldId id="955" r:id="rId5"/>
    <p:sldId id="704" r:id="rId6"/>
    <p:sldId id="705" r:id="rId7"/>
    <p:sldId id="707" r:id="rId8"/>
    <p:sldId id="713" r:id="rId9"/>
    <p:sldId id="717" r:id="rId10"/>
    <p:sldId id="725" r:id="rId11"/>
    <p:sldId id="724" r:id="rId12"/>
    <p:sldId id="956" r:id="rId13"/>
    <p:sldId id="957" r:id="rId14"/>
    <p:sldId id="729" r:id="rId15"/>
    <p:sldId id="484" r:id="rId16"/>
    <p:sldId id="736" r:id="rId17"/>
    <p:sldId id="958" r:id="rId18"/>
    <p:sldId id="744" r:id="rId19"/>
    <p:sldId id="739" r:id="rId20"/>
    <p:sldId id="733" r:id="rId21"/>
    <p:sldId id="745" r:id="rId22"/>
    <p:sldId id="749" r:id="rId23"/>
    <p:sldId id="747" r:id="rId24"/>
    <p:sldId id="750" r:id="rId25"/>
    <p:sldId id="959" r:id="rId26"/>
    <p:sldId id="759" r:id="rId27"/>
    <p:sldId id="762" r:id="rId28"/>
    <p:sldId id="752" r:id="rId29"/>
    <p:sldId id="764" r:id="rId30"/>
    <p:sldId id="769" r:id="rId31"/>
    <p:sldId id="776" r:id="rId32"/>
    <p:sldId id="777" r:id="rId33"/>
    <p:sldId id="772" r:id="rId34"/>
    <p:sldId id="780" r:id="rId35"/>
    <p:sldId id="671" r:id="rId36"/>
    <p:sldId id="781" r:id="rId37"/>
    <p:sldId id="787" r:id="rId38"/>
    <p:sldId id="782" r:id="rId39"/>
    <p:sldId id="788" r:id="rId40"/>
    <p:sldId id="783" r:id="rId41"/>
    <p:sldId id="789" r:id="rId42"/>
    <p:sldId id="793" r:id="rId43"/>
    <p:sldId id="794" r:id="rId44"/>
    <p:sldId id="790" r:id="rId45"/>
    <p:sldId id="792" r:id="rId46"/>
    <p:sldId id="960" r:id="rId47"/>
    <p:sldId id="961" r:id="rId48"/>
    <p:sldId id="962" r:id="rId49"/>
    <p:sldId id="805" r:id="rId50"/>
    <p:sldId id="806" r:id="rId51"/>
    <p:sldId id="672" r:id="rId52"/>
    <p:sldId id="809" r:id="rId53"/>
    <p:sldId id="812" r:id="rId54"/>
    <p:sldId id="816" r:id="rId55"/>
    <p:sldId id="814" r:id="rId56"/>
    <p:sldId id="673" r:id="rId57"/>
    <p:sldId id="963" r:id="rId58"/>
    <p:sldId id="820" r:id="rId59"/>
    <p:sldId id="824" r:id="rId60"/>
    <p:sldId id="825" r:id="rId61"/>
    <p:sldId id="821" r:id="rId62"/>
    <p:sldId id="822" r:id="rId63"/>
    <p:sldId id="827" r:id="rId64"/>
    <p:sldId id="964" r:id="rId65"/>
    <p:sldId id="965" r:id="rId66"/>
    <p:sldId id="966" r:id="rId67"/>
    <p:sldId id="967" r:id="rId68"/>
    <p:sldId id="968" r:id="rId69"/>
    <p:sldId id="969" r:id="rId70"/>
    <p:sldId id="856" r:id="rId71"/>
    <p:sldId id="862" r:id="rId72"/>
    <p:sldId id="864" r:id="rId73"/>
    <p:sldId id="868" r:id="rId74"/>
    <p:sldId id="870" r:id="rId75"/>
    <p:sldId id="871" r:id="rId76"/>
    <p:sldId id="872" r:id="rId77"/>
    <p:sldId id="880" r:id="rId78"/>
    <p:sldId id="853" r:id="rId79"/>
    <p:sldId id="888" r:id="rId80"/>
    <p:sldId id="892" r:id="rId81"/>
    <p:sldId id="894" r:id="rId82"/>
    <p:sldId id="896" r:id="rId83"/>
    <p:sldId id="898" r:id="rId84"/>
    <p:sldId id="897" r:id="rId85"/>
    <p:sldId id="903" r:id="rId86"/>
    <p:sldId id="906" r:id="rId87"/>
    <p:sldId id="905" r:id="rId88"/>
    <p:sldId id="887" r:id="rId89"/>
    <p:sldId id="970" r:id="rId90"/>
    <p:sldId id="921" r:id="rId91"/>
    <p:sldId id="924" r:id="rId92"/>
    <p:sldId id="918" r:id="rId93"/>
    <p:sldId id="926" r:id="rId94"/>
    <p:sldId id="927" r:id="rId95"/>
    <p:sldId id="925" r:id="rId96"/>
    <p:sldId id="919" r:id="rId97"/>
    <p:sldId id="681" r:id="rId98"/>
    <p:sldId id="937" r:id="rId99"/>
    <p:sldId id="947" r:id="rId100"/>
    <p:sldId id="949" r:id="rId101"/>
    <p:sldId id="950" r:id="rId102"/>
    <p:sldId id="944" r:id="rId103"/>
    <p:sldId id="951" r:id="rId104"/>
    <p:sldId id="939" r:id="rId105"/>
    <p:sldId id="952" r:id="rId106"/>
    <p:sldId id="953" r:id="rId107"/>
    <p:sldId id="427" r:id="rId108"/>
  </p:sldIdLst>
  <p:sldSz cx="12192000" cy="6858000"/>
  <p:notesSz cx="6858000" cy="9144000"/>
  <p:embeddedFontLst>
    <p:embeddedFont>
      <p:font typeface="Aptos Mono" panose="020B0009020202020204" pitchFamily="49" charset="0"/>
      <p:regular r:id="rId110"/>
      <p:bold r:id="rId111"/>
      <p:italic r:id="rId112"/>
      <p:boldItalic r:id="rId1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3C5F9-4E7F-46D4-857A-9DDEE9DB5A3A}" v="58" dt="2026-09-21T12:14:35.1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43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font" Target="fonts/font3.fntdata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4.fntdata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font" Target="fonts/font1.fntdata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2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Martin" userId="5c604502-4ee2-4081-9f0b-59e4decb0522" providerId="ADAL" clId="{CD9F9381-1667-4751-A642-EBC8FFBDE105}"/>
    <pc:docChg chg="undo redo custSel addSld delSld modSld sldOrd">
      <pc:chgData name="James Martin" userId="5c604502-4ee2-4081-9f0b-59e4decb0522" providerId="ADAL" clId="{CD9F9381-1667-4751-A642-EBC8FFBDE105}" dt="2026-09-21T12:14:35.124" v="335"/>
      <pc:docMkLst>
        <pc:docMk/>
      </pc:docMkLst>
      <pc:sldChg chg="del">
        <pc:chgData name="James Martin" userId="5c604502-4ee2-4081-9f0b-59e4decb0522" providerId="ADAL" clId="{CD9F9381-1667-4751-A642-EBC8FFBDE105}" dt="2026-09-21T10:47:21.030" v="0" actId="47"/>
        <pc:sldMkLst>
          <pc:docMk/>
          <pc:sldMk cId="0" sldId="274"/>
        </pc:sldMkLst>
      </pc:sldChg>
      <pc:sldChg chg="del">
        <pc:chgData name="James Martin" userId="5c604502-4ee2-4081-9f0b-59e4decb0522" providerId="ADAL" clId="{CD9F9381-1667-4751-A642-EBC8FFBDE105}" dt="2026-09-21T12:01:23.519" v="325" actId="47"/>
        <pc:sldMkLst>
          <pc:docMk/>
          <pc:sldMk cId="1724981662" sldId="458"/>
        </pc:sldMkLst>
      </pc:sldChg>
      <pc:sldChg chg="modTransition">
        <pc:chgData name="James Martin" userId="5c604502-4ee2-4081-9f0b-59e4decb0522" providerId="ADAL" clId="{CD9F9381-1667-4751-A642-EBC8FFBDE105}" dt="2026-09-21T10:52:57.131" v="28"/>
        <pc:sldMkLst>
          <pc:docMk/>
          <pc:sldMk cId="2540596352" sldId="673"/>
        </pc:sldMkLst>
      </pc:sldChg>
      <pc:sldChg chg="delSp del mod modTransition">
        <pc:chgData name="James Martin" userId="5c604502-4ee2-4081-9f0b-59e4decb0522" providerId="ADAL" clId="{CD9F9381-1667-4751-A642-EBC8FFBDE105}" dt="2026-09-21T10:53:21.295" v="31" actId="47"/>
        <pc:sldMkLst>
          <pc:docMk/>
          <pc:sldMk cId="2287511297" sldId="674"/>
        </pc:sldMkLst>
        <pc:picChg chg="del">
          <ac:chgData name="James Martin" userId="5c604502-4ee2-4081-9f0b-59e4decb0522" providerId="ADAL" clId="{CD9F9381-1667-4751-A642-EBC8FFBDE105}" dt="2026-09-21T10:53:08.593" v="30" actId="478"/>
          <ac:picMkLst>
            <pc:docMk/>
            <pc:sldMk cId="2287511297" sldId="674"/>
            <ac:picMk id="8" creationId="{DD90924A-A2FD-3D4A-3A91-D9CD8A893347}"/>
          </ac:picMkLst>
        </pc:picChg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3559302203" sldId="675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887743816" sldId="676"/>
        </pc:sldMkLst>
      </pc:sldChg>
      <pc:sldChg chg="add del">
        <pc:chgData name="James Martin" userId="5c604502-4ee2-4081-9f0b-59e4decb0522" providerId="ADAL" clId="{CD9F9381-1667-4751-A642-EBC8FFBDE105}" dt="2026-09-21T11:12:28.133" v="104" actId="47"/>
        <pc:sldMkLst>
          <pc:docMk/>
          <pc:sldMk cId="2012274514" sldId="678"/>
        </pc:sldMkLst>
      </pc:sldChg>
      <pc:sldChg chg="del">
        <pc:chgData name="James Martin" userId="5c604502-4ee2-4081-9f0b-59e4decb0522" providerId="ADAL" clId="{CD9F9381-1667-4751-A642-EBC8FFBDE105}" dt="2026-09-21T11:22:29.188" v="129" actId="47"/>
        <pc:sldMkLst>
          <pc:docMk/>
          <pc:sldMk cId="3992141052" sldId="679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297818768" sldId="680"/>
        </pc:sldMkLst>
      </pc:sldChg>
      <pc:sldChg chg="addSp mod">
        <pc:chgData name="James Martin" userId="5c604502-4ee2-4081-9f0b-59e4decb0522" providerId="ADAL" clId="{CD9F9381-1667-4751-A642-EBC8FFBDE105}" dt="2026-09-21T11:27:24.323" v="203" actId="22"/>
        <pc:sldMkLst>
          <pc:docMk/>
          <pc:sldMk cId="1682503710" sldId="681"/>
        </pc:sldMkLst>
        <pc:spChg chg="add">
          <ac:chgData name="James Martin" userId="5c604502-4ee2-4081-9f0b-59e4decb0522" providerId="ADAL" clId="{CD9F9381-1667-4751-A642-EBC8FFBDE105}" dt="2026-09-21T11:26:44.063" v="201" actId="22"/>
          <ac:spMkLst>
            <pc:docMk/>
            <pc:sldMk cId="1682503710" sldId="681"/>
            <ac:spMk id="4" creationId="{A58A8522-3E4A-32C9-0CDB-8CF87DC3FA56}"/>
          </ac:spMkLst>
        </pc:sp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6" creationId="{B4BF10FD-508C-4212-FA29-56A944EA3C7E}"/>
          </ac:picMkLst>
        </pc:pic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8" creationId="{B72A6F42-CEFE-E5B5-A996-5AE22D343FD5}"/>
          </ac:picMkLst>
        </pc:picChg>
        <pc:picChg chg="add">
          <ac:chgData name="James Martin" userId="5c604502-4ee2-4081-9f0b-59e4decb0522" providerId="ADAL" clId="{CD9F9381-1667-4751-A642-EBC8FFBDE105}" dt="2026-09-21T11:27:24.323" v="203" actId="22"/>
          <ac:picMkLst>
            <pc:docMk/>
            <pc:sldMk cId="1682503710" sldId="681"/>
            <ac:picMk id="11" creationId="{42955BDB-38F1-40F6-DA16-2E1832918042}"/>
          </ac:picMkLst>
        </pc:picChg>
      </pc:sldChg>
      <pc:sldChg chg="del">
        <pc:chgData name="James Martin" userId="5c604502-4ee2-4081-9f0b-59e4decb0522" providerId="ADAL" clId="{CD9F9381-1667-4751-A642-EBC8FFBDE105}" dt="2026-09-21T12:01:11.958" v="324" actId="47"/>
        <pc:sldMkLst>
          <pc:docMk/>
          <pc:sldMk cId="4101145118" sldId="682"/>
        </pc:sldMkLst>
      </pc:sldChg>
      <pc:sldChg chg="del">
        <pc:chgData name="James Martin" userId="5c604502-4ee2-4081-9f0b-59e4decb0522" providerId="ADAL" clId="{CD9F9381-1667-4751-A642-EBC8FFBDE105}" dt="2026-09-21T12:01:58.729" v="326" actId="47"/>
        <pc:sldMkLst>
          <pc:docMk/>
          <pc:sldMk cId="3785269310" sldId="687"/>
        </pc:sldMkLst>
      </pc:sldChg>
      <pc:sldChg chg="addSp delSp modSp mod">
        <pc:chgData name="James Martin" userId="5c604502-4ee2-4081-9f0b-59e4decb0522" providerId="ADAL" clId="{CD9F9381-1667-4751-A642-EBC8FFBDE105}" dt="2026-09-21T12:14:35.124" v="335"/>
        <pc:sldMkLst>
          <pc:docMk/>
          <pc:sldMk cId="1058866307" sldId="704"/>
        </pc:sldMkLst>
        <pc:spChg chg="del">
          <ac:chgData name="James Martin" userId="5c604502-4ee2-4081-9f0b-59e4decb0522" providerId="ADAL" clId="{CD9F9381-1667-4751-A642-EBC8FFBDE105}" dt="2026-09-21T11:57:05.114" v="288" actId="478"/>
          <ac:spMkLst>
            <pc:docMk/>
            <pc:sldMk cId="1058866307" sldId="704"/>
            <ac:spMk id="3" creationId="{545B1612-4772-D860-4806-4862B5758E4C}"/>
          </ac:spMkLst>
        </pc:spChg>
        <pc:spChg chg="del mod">
          <ac:chgData name="James Martin" userId="5c604502-4ee2-4081-9f0b-59e4decb0522" providerId="ADAL" clId="{CD9F9381-1667-4751-A642-EBC8FFBDE105}" dt="2026-09-21T11:57:28.197" v="290" actId="478"/>
          <ac:spMkLst>
            <pc:docMk/>
            <pc:sldMk cId="1058866307" sldId="704"/>
            <ac:spMk id="5" creationId="{6E1BDC68-1676-664F-5C27-56D81CA7B497}"/>
          </ac:spMkLst>
        </pc:spChg>
        <pc:spChg chg="mod">
          <ac:chgData name="James Martin" userId="5c604502-4ee2-4081-9f0b-59e4decb0522" providerId="ADAL" clId="{CD9F9381-1667-4751-A642-EBC8FFBDE105}" dt="2026-09-21T12:14:35.124" v="335"/>
          <ac:spMkLst>
            <pc:docMk/>
            <pc:sldMk cId="1058866307" sldId="704"/>
            <ac:spMk id="9" creationId="{D4CD8A76-665C-8FF6-1D68-EA4E95245343}"/>
          </ac:spMkLst>
        </pc:spChg>
        <pc:grpChg chg="add del mod">
          <ac:chgData name="James Martin" userId="5c604502-4ee2-4081-9f0b-59e4decb0522" providerId="ADAL" clId="{CD9F9381-1667-4751-A642-EBC8FFBDE105}" dt="2026-09-21T11:57:28.197" v="290" actId="478"/>
          <ac:grpSpMkLst>
            <pc:docMk/>
            <pc:sldMk cId="1058866307" sldId="704"/>
            <ac:grpSpMk id="2" creationId="{22683A85-08E7-F48F-705C-2A589B3D94E0}"/>
          </ac:grpSpMkLst>
        </pc:grpChg>
        <pc:grpChg chg="add mod">
          <ac:chgData name="James Martin" userId="5c604502-4ee2-4081-9f0b-59e4decb0522" providerId="ADAL" clId="{CD9F9381-1667-4751-A642-EBC8FFBDE105}" dt="2026-09-21T11:57:05.524" v="289"/>
          <ac:grpSpMkLst>
            <pc:docMk/>
            <pc:sldMk cId="1058866307" sldId="704"/>
            <ac:grpSpMk id="7" creationId="{2F7A04A5-EAD9-BB90-2802-9F57B0D3BCE8}"/>
          </ac:grpSpMkLst>
        </pc:grpChg>
        <pc:picChg chg="del mod">
          <ac:chgData name="James Martin" userId="5c604502-4ee2-4081-9f0b-59e4decb0522" providerId="ADAL" clId="{CD9F9381-1667-4751-A642-EBC8FFBDE105}" dt="2026-09-21T11:57:28.197" v="290" actId="478"/>
          <ac:picMkLst>
            <pc:docMk/>
            <pc:sldMk cId="1058866307" sldId="704"/>
            <ac:picMk id="6" creationId="{BFAE4E59-F2D6-13E5-28F7-0EEB5F787E86}"/>
          </ac:picMkLst>
        </pc:picChg>
        <pc:picChg chg="mod">
          <ac:chgData name="James Martin" userId="5c604502-4ee2-4081-9f0b-59e4decb0522" providerId="ADAL" clId="{CD9F9381-1667-4751-A642-EBC8FFBDE105}" dt="2026-09-21T11:57:05.524" v="289"/>
          <ac:picMkLst>
            <pc:docMk/>
            <pc:sldMk cId="1058866307" sldId="704"/>
            <ac:picMk id="8" creationId="{A012C884-7586-FB53-7C6A-240076E4C62F}"/>
          </ac:picMkLst>
        </pc:picChg>
        <pc:picChg chg="del">
          <ac:chgData name="James Martin" userId="5c604502-4ee2-4081-9f0b-59e4decb0522" providerId="ADAL" clId="{CD9F9381-1667-4751-A642-EBC8FFBDE105}" dt="2026-09-21T11:57:02.165" v="287" actId="478"/>
          <ac:picMkLst>
            <pc:docMk/>
            <pc:sldMk cId="1058866307" sldId="704"/>
            <ac:picMk id="125" creationId="{9728C462-4AB2-F134-1996-0ABC093D24E9}"/>
          </ac:picMkLst>
        </pc:picChg>
      </pc:sldChg>
      <pc:sldChg chg="addSp modSp mod">
        <pc:chgData name="James Martin" userId="5c604502-4ee2-4081-9f0b-59e4decb0522" providerId="ADAL" clId="{CD9F9381-1667-4751-A642-EBC8FFBDE105}" dt="2026-09-21T12:14:31.342" v="334"/>
        <pc:sldMkLst>
          <pc:docMk/>
          <pc:sldMk cId="3114102204" sldId="705"/>
        </pc:sldMkLst>
        <pc:spChg chg="mod">
          <ac:chgData name="James Martin" userId="5c604502-4ee2-4081-9f0b-59e4decb0522" providerId="ADAL" clId="{CD9F9381-1667-4751-A642-EBC8FFBDE105}" dt="2026-09-21T11:56:29.766" v="284" actId="164"/>
          <ac:spMkLst>
            <pc:docMk/>
            <pc:sldMk cId="3114102204" sldId="705"/>
            <ac:spMk id="2" creationId="{F3A4B785-D70D-8DE2-87A7-2796E9349E36}"/>
          </ac:spMkLst>
        </pc:spChg>
        <pc:spChg chg="mod">
          <ac:chgData name="James Martin" userId="5c604502-4ee2-4081-9f0b-59e4decb0522" providerId="ADAL" clId="{CD9F9381-1667-4751-A642-EBC8FFBDE105}" dt="2026-09-21T12:14:31.342" v="334"/>
          <ac:spMkLst>
            <pc:docMk/>
            <pc:sldMk cId="3114102204" sldId="705"/>
            <ac:spMk id="3" creationId="{313D6C6A-3C93-D8A7-35CC-0DC4163BFA07}"/>
          </ac:spMkLst>
        </pc:spChg>
        <pc:spChg chg="mod">
          <ac:chgData name="James Martin" userId="5c604502-4ee2-4081-9f0b-59e4decb0522" providerId="ADAL" clId="{CD9F9381-1667-4751-A642-EBC8FFBDE105}" dt="2026-09-21T11:58:51.433" v="316"/>
          <ac:spMkLst>
            <pc:docMk/>
            <pc:sldMk cId="3114102204" sldId="705"/>
            <ac:spMk id="9" creationId="{4E22EDBD-5630-5A28-C6D2-76C03A8AEB50}"/>
          </ac:spMkLst>
        </pc:spChg>
        <pc:grpChg chg="add mod">
          <ac:chgData name="James Martin" userId="5c604502-4ee2-4081-9f0b-59e4decb0522" providerId="ADAL" clId="{CD9F9381-1667-4751-A642-EBC8FFBDE105}" dt="2026-09-21T11:56:25.177" v="283" actId="164"/>
          <ac:grpSpMkLst>
            <pc:docMk/>
            <pc:sldMk cId="3114102204" sldId="705"/>
            <ac:grpSpMk id="5" creationId="{55A03529-FCEE-9D53-CCCB-4373EE6F8E2E}"/>
          </ac:grpSpMkLst>
        </pc:grpChg>
        <pc:grpChg chg="add mod">
          <ac:chgData name="James Martin" userId="5c604502-4ee2-4081-9f0b-59e4decb0522" providerId="ADAL" clId="{CD9F9381-1667-4751-A642-EBC8FFBDE105}" dt="2026-09-21T11:56:29.766" v="284" actId="164"/>
          <ac:grpSpMkLst>
            <pc:docMk/>
            <pc:sldMk cId="3114102204" sldId="705"/>
            <ac:grpSpMk id="6" creationId="{0020E43B-A2BA-D226-BF16-97AD9EB5892D}"/>
          </ac:grpSpMkLst>
        </pc:grpChg>
        <pc:grpChg chg="add mod">
          <ac:chgData name="James Martin" userId="5c604502-4ee2-4081-9f0b-59e4decb0522" providerId="ADAL" clId="{CD9F9381-1667-4751-A642-EBC8FFBDE105}" dt="2026-09-21T11:58:51.433" v="316"/>
          <ac:grpSpMkLst>
            <pc:docMk/>
            <pc:sldMk cId="3114102204" sldId="705"/>
            <ac:grpSpMk id="7" creationId="{866E84D2-32F9-B447-BC1F-F21A9E5FD7B8}"/>
          </ac:grpSpMkLst>
        </pc:grpChg>
        <pc:picChg chg="mod">
          <ac:chgData name="James Martin" userId="5c604502-4ee2-4081-9f0b-59e4decb0522" providerId="ADAL" clId="{CD9F9381-1667-4751-A642-EBC8FFBDE105}" dt="2026-09-21T11:58:51.433" v="316"/>
          <ac:picMkLst>
            <pc:docMk/>
            <pc:sldMk cId="3114102204" sldId="705"/>
            <ac:picMk id="8" creationId="{690F3556-F923-3D1A-3E01-852A088D4A63}"/>
          </ac:picMkLst>
        </pc:picChg>
        <pc:picChg chg="mod">
          <ac:chgData name="James Martin" userId="5c604502-4ee2-4081-9f0b-59e4decb0522" providerId="ADAL" clId="{CD9F9381-1667-4751-A642-EBC8FFBDE105}" dt="2026-09-21T11:56:25.177" v="283" actId="164"/>
          <ac:picMkLst>
            <pc:docMk/>
            <pc:sldMk cId="3114102204" sldId="705"/>
            <ac:picMk id="125" creationId="{A214F940-1804-6423-6539-36959C638E51}"/>
          </ac:picMkLst>
        </pc:picChg>
        <pc:picChg chg="mod">
          <ac:chgData name="James Martin" userId="5c604502-4ee2-4081-9f0b-59e4decb0522" providerId="ADAL" clId="{CD9F9381-1667-4751-A642-EBC8FFBDE105}" dt="2026-09-21T11:56:29.766" v="284" actId="164"/>
          <ac:picMkLst>
            <pc:docMk/>
            <pc:sldMk cId="3114102204" sldId="705"/>
            <ac:picMk id="1026" creationId="{D501F409-0002-0A19-E448-93E6950FA908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2:14:26.175" v="333" actId="20577"/>
        <pc:sldMkLst>
          <pc:docMk/>
          <pc:sldMk cId="1249835871" sldId="707"/>
        </pc:sldMkLst>
        <pc:spChg chg="del">
          <ac:chgData name="James Martin" userId="5c604502-4ee2-4081-9f0b-59e4decb0522" providerId="ADAL" clId="{CD9F9381-1667-4751-A642-EBC8FFBDE105}" dt="2026-09-21T11:56:53.179" v="285" actId="478"/>
          <ac:spMkLst>
            <pc:docMk/>
            <pc:sldMk cId="1249835871" sldId="707"/>
            <ac:spMk id="2" creationId="{C5C907DD-3F1F-2643-81DF-49DDBEB8AD4D}"/>
          </ac:spMkLst>
        </pc:spChg>
        <pc:spChg chg="del">
          <ac:chgData name="James Martin" userId="5c604502-4ee2-4081-9f0b-59e4decb0522" providerId="ADAL" clId="{CD9F9381-1667-4751-A642-EBC8FFBDE105}" dt="2026-09-21T11:56:53.179" v="285" actId="478"/>
          <ac:spMkLst>
            <pc:docMk/>
            <pc:sldMk cId="1249835871" sldId="707"/>
            <ac:spMk id="3" creationId="{242D1195-1414-3D0F-B9A0-2509223BA86D}"/>
          </ac:spMkLst>
        </pc:spChg>
        <pc:spChg chg="mod">
          <ac:chgData name="James Martin" userId="5c604502-4ee2-4081-9f0b-59e4decb0522" providerId="ADAL" clId="{CD9F9381-1667-4751-A642-EBC8FFBDE105}" dt="2026-09-21T11:56:53.848" v="286"/>
          <ac:spMkLst>
            <pc:docMk/>
            <pc:sldMk cId="1249835871" sldId="707"/>
            <ac:spMk id="6" creationId="{697D62DC-63C0-7C5E-BE7A-8958B8F5D486}"/>
          </ac:spMkLst>
        </pc:spChg>
        <pc:spChg chg="mod">
          <ac:chgData name="James Martin" userId="5c604502-4ee2-4081-9f0b-59e4decb0522" providerId="ADAL" clId="{CD9F9381-1667-4751-A642-EBC8FFBDE105}" dt="2026-09-21T12:14:26.175" v="333" actId="20577"/>
          <ac:spMkLst>
            <pc:docMk/>
            <pc:sldMk cId="1249835871" sldId="707"/>
            <ac:spMk id="10" creationId="{A6810EFE-5B6B-3D9F-D0DD-7FD8655A727C}"/>
          </ac:spMkLst>
        </pc:spChg>
        <pc:grpChg chg="add mod">
          <ac:chgData name="James Martin" userId="5c604502-4ee2-4081-9f0b-59e4decb0522" providerId="ADAL" clId="{CD9F9381-1667-4751-A642-EBC8FFBDE105}" dt="2026-09-21T11:56:53.848" v="286"/>
          <ac:grpSpMkLst>
            <pc:docMk/>
            <pc:sldMk cId="1249835871" sldId="707"/>
            <ac:grpSpMk id="5" creationId="{80DAF55D-A03A-04CB-18F5-FD5A984EB547}"/>
          </ac:grpSpMkLst>
        </pc:grpChg>
        <pc:grpChg chg="add mod">
          <ac:chgData name="James Martin" userId="5c604502-4ee2-4081-9f0b-59e4decb0522" providerId="ADAL" clId="{CD9F9381-1667-4751-A642-EBC8FFBDE105}" dt="2026-09-21T11:56:53.848" v="286"/>
          <ac:grpSpMkLst>
            <pc:docMk/>
            <pc:sldMk cId="1249835871" sldId="707"/>
            <ac:grpSpMk id="8" creationId="{95F01665-4BFC-A08F-A324-7C1D7204D6F0}"/>
          </ac:grpSpMkLst>
        </pc:grpChg>
        <pc:picChg chg="mod">
          <ac:chgData name="James Martin" userId="5c604502-4ee2-4081-9f0b-59e4decb0522" providerId="ADAL" clId="{CD9F9381-1667-4751-A642-EBC8FFBDE105}" dt="2026-09-21T11:56:53.848" v="286"/>
          <ac:picMkLst>
            <pc:docMk/>
            <pc:sldMk cId="1249835871" sldId="707"/>
            <ac:picMk id="7" creationId="{FA4C30B5-C2C5-35DA-0BEC-F19C3667E08B}"/>
          </ac:picMkLst>
        </pc:picChg>
        <pc:picChg chg="mod">
          <ac:chgData name="James Martin" userId="5c604502-4ee2-4081-9f0b-59e4decb0522" providerId="ADAL" clId="{CD9F9381-1667-4751-A642-EBC8FFBDE105}" dt="2026-09-21T11:56:53.848" v="286"/>
          <ac:picMkLst>
            <pc:docMk/>
            <pc:sldMk cId="1249835871" sldId="707"/>
            <ac:picMk id="9" creationId="{F4BF6113-C90E-8CD8-BCA4-6320D4257373}"/>
          </ac:picMkLst>
        </pc:picChg>
        <pc:picChg chg="del">
          <ac:chgData name="James Martin" userId="5c604502-4ee2-4081-9f0b-59e4decb0522" providerId="ADAL" clId="{CD9F9381-1667-4751-A642-EBC8FFBDE105}" dt="2026-09-21T11:56:53.179" v="285" actId="478"/>
          <ac:picMkLst>
            <pc:docMk/>
            <pc:sldMk cId="1249835871" sldId="707"/>
            <ac:picMk id="125" creationId="{1840BD17-F852-64CF-ED8B-54CEAEF8AC70}"/>
          </ac:picMkLst>
        </pc:picChg>
        <pc:picChg chg="del">
          <ac:chgData name="James Martin" userId="5c604502-4ee2-4081-9f0b-59e4decb0522" providerId="ADAL" clId="{CD9F9381-1667-4751-A642-EBC8FFBDE105}" dt="2026-09-21T11:56:53.179" v="285" actId="478"/>
          <ac:picMkLst>
            <pc:docMk/>
            <pc:sldMk cId="1249835871" sldId="707"/>
            <ac:picMk id="1026" creationId="{D6931135-1154-42D3-8B65-F1C3569E0BFA}"/>
          </ac:picMkLst>
        </pc:picChg>
      </pc:sldChg>
      <pc:sldChg chg="del">
        <pc:chgData name="James Martin" userId="5c604502-4ee2-4081-9f0b-59e4decb0522" providerId="ADAL" clId="{CD9F9381-1667-4751-A642-EBC8FFBDE105}" dt="2026-09-21T12:02:17.767" v="327" actId="47"/>
        <pc:sldMkLst>
          <pc:docMk/>
          <pc:sldMk cId="488605020" sldId="712"/>
        </pc:sldMkLst>
      </pc:sldChg>
      <pc:sldChg chg="modSp mod">
        <pc:chgData name="James Martin" userId="5c604502-4ee2-4081-9f0b-59e4decb0522" providerId="ADAL" clId="{CD9F9381-1667-4751-A642-EBC8FFBDE105}" dt="2026-09-21T12:02:50.225" v="328" actId="6549"/>
        <pc:sldMkLst>
          <pc:docMk/>
          <pc:sldMk cId="1845548128" sldId="713"/>
        </pc:sldMkLst>
        <pc:spChg chg="mod">
          <ac:chgData name="James Martin" userId="5c604502-4ee2-4081-9f0b-59e4decb0522" providerId="ADAL" clId="{CD9F9381-1667-4751-A642-EBC8FFBDE105}" dt="2026-09-21T12:02:50.225" v="328" actId="6549"/>
          <ac:spMkLst>
            <pc:docMk/>
            <pc:sldMk cId="1845548128" sldId="713"/>
            <ac:spMk id="131" creationId="{E6FD2860-75C1-CE14-6255-18F928C7C6AD}"/>
          </ac:spMkLst>
        </pc:spChg>
      </pc:sldChg>
      <pc:sldChg chg="modSp">
        <pc:chgData name="James Martin" userId="5c604502-4ee2-4081-9f0b-59e4decb0522" providerId="ADAL" clId="{CD9F9381-1667-4751-A642-EBC8FFBDE105}" dt="2026-09-21T12:00:17.799" v="322"/>
        <pc:sldMkLst>
          <pc:docMk/>
          <pc:sldMk cId="3847037556" sldId="764"/>
        </pc:sldMkLst>
        <pc:spChg chg="mod">
          <ac:chgData name="James Martin" userId="5c604502-4ee2-4081-9f0b-59e4decb0522" providerId="ADAL" clId="{CD9F9381-1667-4751-A642-EBC8FFBDE105}" dt="2026-09-21T12:00:17.799" v="322"/>
          <ac:spMkLst>
            <pc:docMk/>
            <pc:sldMk cId="3847037556" sldId="764"/>
            <ac:spMk id="150" creationId="{1A052393-82D6-EE81-9872-14CB8FBAFDA2}"/>
          </ac:spMkLst>
        </pc:spChg>
      </pc:sldChg>
      <pc:sldChg chg="modSp">
        <pc:chgData name="James Martin" userId="5c604502-4ee2-4081-9f0b-59e4decb0522" providerId="ADAL" clId="{CD9F9381-1667-4751-A642-EBC8FFBDE105}" dt="2026-09-21T12:00:25.090" v="323"/>
        <pc:sldMkLst>
          <pc:docMk/>
          <pc:sldMk cId="1214991566" sldId="769"/>
        </pc:sldMkLst>
        <pc:spChg chg="mod">
          <ac:chgData name="James Martin" userId="5c604502-4ee2-4081-9f0b-59e4decb0522" providerId="ADAL" clId="{CD9F9381-1667-4751-A642-EBC8FFBDE105}" dt="2026-09-21T12:00:25.090" v="323"/>
          <ac:spMkLst>
            <pc:docMk/>
            <pc:sldMk cId="1214991566" sldId="769"/>
            <ac:spMk id="150" creationId="{5AD3E5A5-4F1D-E90D-DAD4-E116400766B1}"/>
          </ac:spMkLst>
        </pc:spChg>
      </pc:sldChg>
      <pc:sldChg chg="del ord">
        <pc:chgData name="James Martin" userId="5c604502-4ee2-4081-9f0b-59e4decb0522" providerId="ADAL" clId="{CD9F9381-1667-4751-A642-EBC8FFBDE105}" dt="2026-09-21T10:48:45.921" v="13" actId="47"/>
        <pc:sldMkLst>
          <pc:docMk/>
          <pc:sldMk cId="3302568016" sldId="791"/>
        </pc:sldMkLst>
      </pc:sldChg>
      <pc:sldChg chg="del">
        <pc:chgData name="James Martin" userId="5c604502-4ee2-4081-9f0b-59e4decb0522" providerId="ADAL" clId="{CD9F9381-1667-4751-A642-EBC8FFBDE105}" dt="2026-09-21T10:47:45.736" v="1" actId="47"/>
        <pc:sldMkLst>
          <pc:docMk/>
          <pc:sldMk cId="4293069540" sldId="795"/>
        </pc:sldMkLst>
      </pc:sldChg>
      <pc:sldChg chg="del">
        <pc:chgData name="James Martin" userId="5c604502-4ee2-4081-9f0b-59e4decb0522" providerId="ADAL" clId="{CD9F9381-1667-4751-A642-EBC8FFBDE105}" dt="2026-09-21T10:47:45.736" v="1" actId="47"/>
        <pc:sldMkLst>
          <pc:docMk/>
          <pc:sldMk cId="2321795652" sldId="796"/>
        </pc:sldMkLst>
      </pc:sldChg>
      <pc:sldChg chg="del ord">
        <pc:chgData name="James Martin" userId="5c604502-4ee2-4081-9f0b-59e4decb0522" providerId="ADAL" clId="{CD9F9381-1667-4751-A642-EBC8FFBDE105}" dt="2026-09-21T10:48:19.078" v="10" actId="47"/>
        <pc:sldMkLst>
          <pc:docMk/>
          <pc:sldMk cId="802766438" sldId="797"/>
        </pc:sldMkLst>
      </pc:sldChg>
      <pc:sldChg chg="del">
        <pc:chgData name="James Martin" userId="5c604502-4ee2-4081-9f0b-59e4decb0522" providerId="ADAL" clId="{CD9F9381-1667-4751-A642-EBC8FFBDE105}" dt="2026-09-21T10:47:45.736" v="1" actId="47"/>
        <pc:sldMkLst>
          <pc:docMk/>
          <pc:sldMk cId="1398922780" sldId="798"/>
        </pc:sldMkLst>
      </pc:sldChg>
      <pc:sldChg chg="del">
        <pc:chgData name="James Martin" userId="5c604502-4ee2-4081-9f0b-59e4decb0522" providerId="ADAL" clId="{CD9F9381-1667-4751-A642-EBC8FFBDE105}" dt="2026-09-21T10:47:45.736" v="1" actId="47"/>
        <pc:sldMkLst>
          <pc:docMk/>
          <pc:sldMk cId="664349630" sldId="800"/>
        </pc:sldMkLst>
      </pc:sldChg>
      <pc:sldChg chg="del">
        <pc:chgData name="James Martin" userId="5c604502-4ee2-4081-9f0b-59e4decb0522" providerId="ADAL" clId="{CD9F9381-1667-4751-A642-EBC8FFBDE105}" dt="2026-09-21T10:50:53.006" v="24" actId="47"/>
        <pc:sldMkLst>
          <pc:docMk/>
          <pc:sldMk cId="2188875954" sldId="802"/>
        </pc:sldMkLst>
      </pc:sldChg>
      <pc:sldChg chg="del">
        <pc:chgData name="James Martin" userId="5c604502-4ee2-4081-9f0b-59e4decb0522" providerId="ADAL" clId="{CD9F9381-1667-4751-A642-EBC8FFBDE105}" dt="2026-09-21T10:48:47.608" v="14" actId="47"/>
        <pc:sldMkLst>
          <pc:docMk/>
          <pc:sldMk cId="1767920225" sldId="803"/>
        </pc:sldMkLst>
      </pc:sldChg>
      <pc:sldChg chg="del">
        <pc:chgData name="James Martin" userId="5c604502-4ee2-4081-9f0b-59e4decb0522" providerId="ADAL" clId="{CD9F9381-1667-4751-A642-EBC8FFBDE105}" dt="2026-09-21T10:48:51.047" v="15" actId="47"/>
        <pc:sldMkLst>
          <pc:docMk/>
          <pc:sldMk cId="743370564" sldId="804"/>
        </pc:sldMkLst>
      </pc:sldChg>
      <pc:sldChg chg="add del">
        <pc:chgData name="James Martin" userId="5c604502-4ee2-4081-9f0b-59e4decb0522" providerId="ADAL" clId="{CD9F9381-1667-4751-A642-EBC8FFBDE105}" dt="2026-09-21T10:50:42.237" v="23" actId="47"/>
        <pc:sldMkLst>
          <pc:docMk/>
          <pc:sldMk cId="1161244314" sldId="805"/>
        </pc:sldMkLst>
      </pc:sldChg>
      <pc:sldChg chg="add del">
        <pc:chgData name="James Martin" userId="5c604502-4ee2-4081-9f0b-59e4decb0522" providerId="ADAL" clId="{CD9F9381-1667-4751-A642-EBC8FFBDE105}" dt="2026-09-21T10:50:30.031" v="21" actId="47"/>
        <pc:sldMkLst>
          <pc:docMk/>
          <pc:sldMk cId="1617237180" sldId="806"/>
        </pc:sldMkLst>
      </pc:sldChg>
      <pc:sldChg chg="del">
        <pc:chgData name="James Martin" userId="5c604502-4ee2-4081-9f0b-59e4decb0522" providerId="ADAL" clId="{CD9F9381-1667-4751-A642-EBC8FFBDE105}" dt="2026-09-21T10:50:01.521" v="16" actId="47"/>
        <pc:sldMkLst>
          <pc:docMk/>
          <pc:sldMk cId="3583835108" sldId="807"/>
        </pc:sldMkLst>
      </pc:sldChg>
      <pc:sldChg chg="del">
        <pc:chgData name="James Martin" userId="5c604502-4ee2-4081-9f0b-59e4decb0522" providerId="ADAL" clId="{CD9F9381-1667-4751-A642-EBC8FFBDE105}" dt="2026-09-21T10:50:17.360" v="19" actId="47"/>
        <pc:sldMkLst>
          <pc:docMk/>
          <pc:sldMk cId="3530574499" sldId="810"/>
        </pc:sldMkLst>
      </pc:sldChg>
      <pc:sldChg chg="del">
        <pc:chgData name="James Martin" userId="5c604502-4ee2-4081-9f0b-59e4decb0522" providerId="ADAL" clId="{CD9F9381-1667-4751-A642-EBC8FFBDE105}" dt="2026-09-21T10:50:13.605" v="18" actId="47"/>
        <pc:sldMkLst>
          <pc:docMk/>
          <pc:sldMk cId="1584651599" sldId="811"/>
        </pc:sldMkLst>
      </pc:sldChg>
      <pc:sldChg chg="del">
        <pc:chgData name="James Martin" userId="5c604502-4ee2-4081-9f0b-59e4decb0522" providerId="ADAL" clId="{CD9F9381-1667-4751-A642-EBC8FFBDE105}" dt="2026-09-21T10:50:09.710" v="17" actId="47"/>
        <pc:sldMkLst>
          <pc:docMk/>
          <pc:sldMk cId="2118075946" sldId="813"/>
        </pc:sldMkLst>
      </pc:sldChg>
      <pc:sldChg chg="del">
        <pc:chgData name="James Martin" userId="5c604502-4ee2-4081-9f0b-59e4decb0522" providerId="ADAL" clId="{CD9F9381-1667-4751-A642-EBC8FFBDE105}" dt="2026-09-21T10:51:27.154" v="25" actId="47"/>
        <pc:sldMkLst>
          <pc:docMk/>
          <pc:sldMk cId="3009408138" sldId="817"/>
        </pc:sldMkLst>
      </pc:sldChg>
      <pc:sldChg chg="del">
        <pc:chgData name="James Martin" userId="5c604502-4ee2-4081-9f0b-59e4decb0522" providerId="ADAL" clId="{CD9F9381-1667-4751-A642-EBC8FFBDE105}" dt="2026-09-21T10:51:37.234" v="26" actId="47"/>
        <pc:sldMkLst>
          <pc:docMk/>
          <pc:sldMk cId="2608840336" sldId="818"/>
        </pc:sldMkLst>
      </pc:sldChg>
      <pc:sldChg chg="del modTransition">
        <pc:chgData name="James Martin" userId="5c604502-4ee2-4081-9f0b-59e4decb0522" providerId="ADAL" clId="{CD9F9381-1667-4751-A642-EBC8FFBDE105}" dt="2026-09-21T10:53:04.441" v="29" actId="47"/>
        <pc:sldMkLst>
          <pc:docMk/>
          <pc:sldMk cId="3426352975" sldId="819"/>
        </pc:sldMkLst>
      </pc:sldChg>
      <pc:sldChg chg="addSp delSp mod">
        <pc:chgData name="James Martin" userId="5c604502-4ee2-4081-9f0b-59e4decb0522" providerId="ADAL" clId="{CD9F9381-1667-4751-A642-EBC8FFBDE105}" dt="2026-09-21T10:56:47.460" v="51" actId="22"/>
        <pc:sldMkLst>
          <pc:docMk/>
          <pc:sldMk cId="527397583" sldId="820"/>
        </pc:sldMkLst>
        <pc:picChg chg="add">
          <ac:chgData name="James Martin" userId="5c604502-4ee2-4081-9f0b-59e4decb0522" providerId="ADAL" clId="{CD9F9381-1667-4751-A642-EBC8FFBDE105}" dt="2026-09-21T10:56:47.460" v="51" actId="22"/>
          <ac:picMkLst>
            <pc:docMk/>
            <pc:sldMk cId="527397583" sldId="820"/>
            <ac:picMk id="3" creationId="{5B288D42-4D7B-D4DE-F78B-01992340B79E}"/>
          </ac:picMkLst>
        </pc:picChg>
        <pc:picChg chg="del">
          <ac:chgData name="James Martin" userId="5c604502-4ee2-4081-9f0b-59e4decb0522" providerId="ADAL" clId="{CD9F9381-1667-4751-A642-EBC8FFBDE105}" dt="2026-09-21T10:56:47.177" v="50" actId="478"/>
          <ac:picMkLst>
            <pc:docMk/>
            <pc:sldMk cId="527397583" sldId="820"/>
            <ac:picMk id="8" creationId="{CC8757D9-E6E8-73B9-DDC0-B1FD24FE2EE6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0:59:48.983" v="69" actId="164"/>
        <pc:sldMkLst>
          <pc:docMk/>
          <pc:sldMk cId="1706922585" sldId="821"/>
        </pc:sldMkLst>
        <pc:spChg chg="mod">
          <ac:chgData name="James Martin" userId="5c604502-4ee2-4081-9f0b-59e4decb0522" providerId="ADAL" clId="{CD9F9381-1667-4751-A642-EBC8FFBDE105}" dt="2026-09-21T10:59:48.983" v="69" actId="164"/>
          <ac:spMkLst>
            <pc:docMk/>
            <pc:sldMk cId="1706922585" sldId="821"/>
            <ac:spMk id="2" creationId="{58F471E9-B9C7-BD18-2DCA-52F40B9A9D85}"/>
          </ac:spMkLst>
        </pc:spChg>
        <pc:spChg chg="mod">
          <ac:chgData name="James Martin" userId="5c604502-4ee2-4081-9f0b-59e4decb0522" providerId="ADAL" clId="{CD9F9381-1667-4751-A642-EBC8FFBDE105}" dt="2026-09-21T10:59:48.983" v="69" actId="164"/>
          <ac:spMkLst>
            <pc:docMk/>
            <pc:sldMk cId="1706922585" sldId="821"/>
            <ac:spMk id="3" creationId="{C1E00D5C-EF4A-C25C-DFC9-E7777E1F57E3}"/>
          </ac:spMkLst>
        </pc:spChg>
        <pc:grpChg chg="add mod">
          <ac:chgData name="James Martin" userId="5c604502-4ee2-4081-9f0b-59e4decb0522" providerId="ADAL" clId="{CD9F9381-1667-4751-A642-EBC8FFBDE105}" dt="2026-09-21T10:59:48.983" v="69" actId="164"/>
          <ac:grpSpMkLst>
            <pc:docMk/>
            <pc:sldMk cId="1706922585" sldId="821"/>
            <ac:grpSpMk id="9" creationId="{0CFF3DFB-DCE0-36D9-2B8A-5359EE9235BB}"/>
          </ac:grpSpMkLst>
        </pc:grpChg>
        <pc:picChg chg="add mod ord">
          <ac:chgData name="James Martin" userId="5c604502-4ee2-4081-9f0b-59e4decb0522" providerId="ADAL" clId="{CD9F9381-1667-4751-A642-EBC8FFBDE105}" dt="2026-09-21T10:57:05.416" v="61" actId="167"/>
          <ac:picMkLst>
            <pc:docMk/>
            <pc:sldMk cId="1706922585" sldId="821"/>
            <ac:picMk id="7" creationId="{B14619DF-FF67-F5E5-AEED-0511317DA7AD}"/>
          </ac:picMkLst>
        </pc:picChg>
        <pc:picChg chg="del">
          <ac:chgData name="James Martin" userId="5c604502-4ee2-4081-9f0b-59e4decb0522" providerId="ADAL" clId="{CD9F9381-1667-4751-A642-EBC8FFBDE105}" dt="2026-09-21T10:56:59.575" v="58" actId="478"/>
          <ac:picMkLst>
            <pc:docMk/>
            <pc:sldMk cId="1706922585" sldId="821"/>
            <ac:picMk id="8" creationId="{DA487700-776C-C547-4AD0-10CD7937C12B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00:06.942" v="77"/>
        <pc:sldMkLst>
          <pc:docMk/>
          <pc:sldMk cId="1106906555" sldId="822"/>
        </pc:sldMkLst>
        <pc:spChg chg="mod">
          <ac:chgData name="James Martin" userId="5c604502-4ee2-4081-9f0b-59e4decb0522" providerId="ADAL" clId="{CD9F9381-1667-4751-A642-EBC8FFBDE105}" dt="2026-09-21T11:00:03.500" v="72"/>
          <ac:spMkLst>
            <pc:docMk/>
            <pc:sldMk cId="1106906555" sldId="822"/>
            <ac:spMk id="7" creationId="{2FB38EE8-B19A-0EB0-E60D-59857BF15436}"/>
          </ac:spMkLst>
        </pc:spChg>
        <pc:spChg chg="mod">
          <ac:chgData name="James Martin" userId="5c604502-4ee2-4081-9f0b-59e4decb0522" providerId="ADAL" clId="{CD9F9381-1667-4751-A642-EBC8FFBDE105}" dt="2026-09-21T11:00:03.500" v="72"/>
          <ac:spMkLst>
            <pc:docMk/>
            <pc:sldMk cId="1106906555" sldId="822"/>
            <ac:spMk id="9" creationId="{0157BD6C-4DCC-ADE9-F3B2-D6079E52BCF5}"/>
          </ac:spMkLst>
        </pc:spChg>
        <pc:spChg chg="mod">
          <ac:chgData name="James Martin" userId="5c604502-4ee2-4081-9f0b-59e4decb0522" providerId="ADAL" clId="{CD9F9381-1667-4751-A642-EBC8FFBDE105}" dt="2026-09-21T11:00:06.942" v="77"/>
          <ac:spMkLst>
            <pc:docMk/>
            <pc:sldMk cId="1106906555" sldId="822"/>
            <ac:spMk id="11" creationId="{ADD86877-3AD8-E9C9-04AF-087BBC1A2F23}"/>
          </ac:spMkLst>
        </pc:spChg>
        <pc:spChg chg="mod">
          <ac:chgData name="James Martin" userId="5c604502-4ee2-4081-9f0b-59e4decb0522" providerId="ADAL" clId="{CD9F9381-1667-4751-A642-EBC8FFBDE105}" dt="2026-09-21T11:00:06.942" v="77"/>
          <ac:spMkLst>
            <pc:docMk/>
            <pc:sldMk cId="1106906555" sldId="822"/>
            <ac:spMk id="12" creationId="{4AA1A19F-8F13-DEE1-0DA1-AAC5AA5F2DA9}"/>
          </ac:spMkLst>
        </pc:spChg>
        <pc:grpChg chg="add mod">
          <ac:chgData name="James Martin" userId="5c604502-4ee2-4081-9f0b-59e4decb0522" providerId="ADAL" clId="{CD9F9381-1667-4751-A642-EBC8FFBDE105}" dt="2026-09-21T11:00:05.676" v="76" actId="1036"/>
          <ac:grpSpMkLst>
            <pc:docMk/>
            <pc:sldMk cId="1106906555" sldId="822"/>
            <ac:grpSpMk id="6" creationId="{050A4390-A2E4-4208-A277-F4428C18CE50}"/>
          </ac:grpSpMkLst>
        </pc:grpChg>
        <pc:grpChg chg="add mod">
          <ac:chgData name="James Martin" userId="5c604502-4ee2-4081-9f0b-59e4decb0522" providerId="ADAL" clId="{CD9F9381-1667-4751-A642-EBC8FFBDE105}" dt="2026-09-21T11:00:06.942" v="77"/>
          <ac:grpSpMkLst>
            <pc:docMk/>
            <pc:sldMk cId="1106906555" sldId="822"/>
            <ac:grpSpMk id="10" creationId="{B9E2B6CF-7D84-FFAB-CD70-56A3AC34904A}"/>
          </ac:grpSpMkLst>
        </pc:grpChg>
        <pc:picChg chg="add">
          <ac:chgData name="James Martin" userId="5c604502-4ee2-4081-9f0b-59e4decb0522" providerId="ADAL" clId="{CD9F9381-1667-4751-A642-EBC8FFBDE105}" dt="2026-09-21T10:57:19.836" v="66" actId="22"/>
          <ac:picMkLst>
            <pc:docMk/>
            <pc:sldMk cId="1106906555" sldId="822"/>
            <ac:picMk id="3" creationId="{18209B98-1522-9DE4-DF8C-DF8AA4FFA2CF}"/>
          </ac:picMkLst>
        </pc:picChg>
        <pc:picChg chg="del">
          <ac:chgData name="James Martin" userId="5c604502-4ee2-4081-9f0b-59e4decb0522" providerId="ADAL" clId="{CD9F9381-1667-4751-A642-EBC8FFBDE105}" dt="2026-09-21T10:57:19.556" v="65" actId="478"/>
          <ac:picMkLst>
            <pc:docMk/>
            <pc:sldMk cId="1106906555" sldId="822"/>
            <ac:picMk id="8" creationId="{DBCA08E9-319C-C8EE-32CB-9993C6E5823C}"/>
          </ac:picMkLst>
        </pc:picChg>
      </pc:sldChg>
      <pc:sldChg chg="addSp delSp mod">
        <pc:chgData name="James Martin" userId="5c604502-4ee2-4081-9f0b-59e4decb0522" providerId="ADAL" clId="{CD9F9381-1667-4751-A642-EBC8FFBDE105}" dt="2026-09-21T10:56:51.238" v="53" actId="22"/>
        <pc:sldMkLst>
          <pc:docMk/>
          <pc:sldMk cId="3246070522" sldId="824"/>
        </pc:sldMkLst>
        <pc:picChg chg="add">
          <ac:chgData name="James Martin" userId="5c604502-4ee2-4081-9f0b-59e4decb0522" providerId="ADAL" clId="{CD9F9381-1667-4751-A642-EBC8FFBDE105}" dt="2026-09-21T10:56:51.238" v="53" actId="22"/>
          <ac:picMkLst>
            <pc:docMk/>
            <pc:sldMk cId="3246070522" sldId="824"/>
            <ac:picMk id="3" creationId="{0ED501AF-6086-9FAF-6407-67B559CCD8BF}"/>
          </ac:picMkLst>
        </pc:picChg>
        <pc:picChg chg="del">
          <ac:chgData name="James Martin" userId="5c604502-4ee2-4081-9f0b-59e4decb0522" providerId="ADAL" clId="{CD9F9381-1667-4751-A642-EBC8FFBDE105}" dt="2026-09-21T10:56:50.870" v="52" actId="478"/>
          <ac:picMkLst>
            <pc:docMk/>
            <pc:sldMk cId="3246070522" sldId="824"/>
            <ac:picMk id="8" creationId="{159E27D6-F7FC-DEDB-A463-9EC7B90C4F56}"/>
          </ac:picMkLst>
        </pc:picChg>
      </pc:sldChg>
      <pc:sldChg chg="addSp delSp mod">
        <pc:chgData name="James Martin" userId="5c604502-4ee2-4081-9f0b-59e4decb0522" providerId="ADAL" clId="{CD9F9381-1667-4751-A642-EBC8FFBDE105}" dt="2026-09-21T10:56:56.323" v="57" actId="22"/>
        <pc:sldMkLst>
          <pc:docMk/>
          <pc:sldMk cId="2319373080" sldId="825"/>
        </pc:sldMkLst>
        <pc:picChg chg="add del">
          <ac:chgData name="James Martin" userId="5c604502-4ee2-4081-9f0b-59e4decb0522" providerId="ADAL" clId="{CD9F9381-1667-4751-A642-EBC8FFBDE105}" dt="2026-09-21T10:56:54.604" v="55" actId="22"/>
          <ac:picMkLst>
            <pc:docMk/>
            <pc:sldMk cId="2319373080" sldId="825"/>
            <ac:picMk id="3" creationId="{79752FF2-6C81-29AA-1E06-A179D695063A}"/>
          </ac:picMkLst>
        </pc:picChg>
        <pc:picChg chg="add">
          <ac:chgData name="James Martin" userId="5c604502-4ee2-4081-9f0b-59e4decb0522" providerId="ADAL" clId="{CD9F9381-1667-4751-A642-EBC8FFBDE105}" dt="2026-09-21T10:56:56.323" v="57" actId="22"/>
          <ac:picMkLst>
            <pc:docMk/>
            <pc:sldMk cId="2319373080" sldId="825"/>
            <ac:picMk id="7" creationId="{75D79FB8-CE85-CE3E-5915-F492D75806AD}"/>
          </ac:picMkLst>
        </pc:picChg>
        <pc:picChg chg="del">
          <ac:chgData name="James Martin" userId="5c604502-4ee2-4081-9f0b-59e4decb0522" providerId="ADAL" clId="{CD9F9381-1667-4751-A642-EBC8FFBDE105}" dt="2026-09-21T10:56:55.999" v="56" actId="478"/>
          <ac:picMkLst>
            <pc:docMk/>
            <pc:sldMk cId="2319373080" sldId="825"/>
            <ac:picMk id="8" creationId="{61512348-D3B4-9C19-E866-72F969EEB266}"/>
          </ac:picMkLst>
        </pc:picChg>
      </pc:sldChg>
      <pc:sldChg chg="addSp delSp modSp del mod">
        <pc:chgData name="James Martin" userId="5c604502-4ee2-4081-9f0b-59e4decb0522" providerId="ADAL" clId="{CD9F9381-1667-4751-A642-EBC8FFBDE105}" dt="2026-09-21T10:59:59.803" v="71" actId="47"/>
        <pc:sldMkLst>
          <pc:docMk/>
          <pc:sldMk cId="2113198246" sldId="826"/>
        </pc:sldMkLst>
        <pc:spChg chg="mod">
          <ac:chgData name="James Martin" userId="5c604502-4ee2-4081-9f0b-59e4decb0522" providerId="ADAL" clId="{CD9F9381-1667-4751-A642-EBC8FFBDE105}" dt="2026-09-21T10:59:52.549" v="70"/>
          <ac:spMkLst>
            <pc:docMk/>
            <pc:sldMk cId="2113198246" sldId="826"/>
            <ac:spMk id="7" creationId="{A5C29308-7FB6-357E-492C-C9690E198963}"/>
          </ac:spMkLst>
        </pc:spChg>
        <pc:spChg chg="mod">
          <ac:chgData name="James Martin" userId="5c604502-4ee2-4081-9f0b-59e4decb0522" providerId="ADAL" clId="{CD9F9381-1667-4751-A642-EBC8FFBDE105}" dt="2026-09-21T10:59:52.549" v="70"/>
          <ac:spMkLst>
            <pc:docMk/>
            <pc:sldMk cId="2113198246" sldId="826"/>
            <ac:spMk id="9" creationId="{340A7501-9B7D-C4FD-CCC2-7FD06314619D}"/>
          </ac:spMkLst>
        </pc:spChg>
        <pc:grpChg chg="add mod">
          <ac:chgData name="James Martin" userId="5c604502-4ee2-4081-9f0b-59e4decb0522" providerId="ADAL" clId="{CD9F9381-1667-4751-A642-EBC8FFBDE105}" dt="2026-09-21T10:59:52.549" v="70"/>
          <ac:grpSpMkLst>
            <pc:docMk/>
            <pc:sldMk cId="2113198246" sldId="826"/>
            <ac:grpSpMk id="6" creationId="{96918C5E-87A7-B521-2881-4CACE1F77763}"/>
          </ac:grpSpMkLst>
        </pc:grpChg>
        <pc:picChg chg="add">
          <ac:chgData name="James Martin" userId="5c604502-4ee2-4081-9f0b-59e4decb0522" providerId="ADAL" clId="{CD9F9381-1667-4751-A642-EBC8FFBDE105}" dt="2026-09-21T10:57:14.572" v="64" actId="22"/>
          <ac:picMkLst>
            <pc:docMk/>
            <pc:sldMk cId="2113198246" sldId="826"/>
            <ac:picMk id="3" creationId="{D1221CFE-9360-F2D0-5619-8AA2CCBA553C}"/>
          </ac:picMkLst>
        </pc:picChg>
        <pc:picChg chg="del">
          <ac:chgData name="James Martin" userId="5c604502-4ee2-4081-9f0b-59e4decb0522" providerId="ADAL" clId="{CD9F9381-1667-4751-A642-EBC8FFBDE105}" dt="2026-09-21T10:57:14.313" v="63" actId="478"/>
          <ac:picMkLst>
            <pc:docMk/>
            <pc:sldMk cId="2113198246" sldId="826"/>
            <ac:picMk id="8" creationId="{3087BEE6-D2FF-B6F6-7538-F6972E97C61F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00:09.372" v="78"/>
        <pc:sldMkLst>
          <pc:docMk/>
          <pc:sldMk cId="1227069732" sldId="827"/>
        </pc:sldMkLst>
        <pc:spChg chg="mod">
          <ac:chgData name="James Martin" userId="5c604502-4ee2-4081-9f0b-59e4decb0522" providerId="ADAL" clId="{CD9F9381-1667-4751-A642-EBC8FFBDE105}" dt="2026-09-21T11:00:09.372" v="78"/>
          <ac:spMkLst>
            <pc:docMk/>
            <pc:sldMk cId="1227069732" sldId="827"/>
            <ac:spMk id="7" creationId="{8B79F6FF-3FF2-8AFB-7503-FE7698B380A6}"/>
          </ac:spMkLst>
        </pc:spChg>
        <pc:spChg chg="mod">
          <ac:chgData name="James Martin" userId="5c604502-4ee2-4081-9f0b-59e4decb0522" providerId="ADAL" clId="{CD9F9381-1667-4751-A642-EBC8FFBDE105}" dt="2026-09-21T11:00:09.372" v="78"/>
          <ac:spMkLst>
            <pc:docMk/>
            <pc:sldMk cId="1227069732" sldId="827"/>
            <ac:spMk id="9" creationId="{23D44F27-C64C-FA4F-9082-0DDD58A8841B}"/>
          </ac:spMkLst>
        </pc:spChg>
        <pc:grpChg chg="add mod">
          <ac:chgData name="James Martin" userId="5c604502-4ee2-4081-9f0b-59e4decb0522" providerId="ADAL" clId="{CD9F9381-1667-4751-A642-EBC8FFBDE105}" dt="2026-09-21T11:00:09.372" v="78"/>
          <ac:grpSpMkLst>
            <pc:docMk/>
            <pc:sldMk cId="1227069732" sldId="827"/>
            <ac:grpSpMk id="6" creationId="{01E4CF24-74EB-870D-330A-1A180BFE0D05}"/>
          </ac:grpSpMkLst>
        </pc:grpChg>
        <pc:picChg chg="add">
          <ac:chgData name="James Martin" userId="5c604502-4ee2-4081-9f0b-59e4decb0522" providerId="ADAL" clId="{CD9F9381-1667-4751-A642-EBC8FFBDE105}" dt="2026-09-21T10:57:22.804" v="68" actId="22"/>
          <ac:picMkLst>
            <pc:docMk/>
            <pc:sldMk cId="1227069732" sldId="827"/>
            <ac:picMk id="3" creationId="{FF84E18D-6C8A-94A4-6394-00A8326E2DDB}"/>
          </ac:picMkLst>
        </pc:picChg>
        <pc:picChg chg="del">
          <ac:chgData name="James Martin" userId="5c604502-4ee2-4081-9f0b-59e4decb0522" providerId="ADAL" clId="{CD9F9381-1667-4751-A642-EBC8FFBDE105}" dt="2026-09-21T10:57:22.503" v="67" actId="478"/>
          <ac:picMkLst>
            <pc:docMk/>
            <pc:sldMk cId="1227069732" sldId="827"/>
            <ac:picMk id="8" creationId="{B1636A68-B6A8-F2D0-C3CB-25D1E538A046}"/>
          </ac:picMkLst>
        </pc:picChg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1604869539" sldId="828"/>
        </pc:sldMkLst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2895104099" sldId="829"/>
        </pc:sldMkLst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767897649" sldId="830"/>
        </pc:sldMkLst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2549933981" sldId="831"/>
        </pc:sldMkLst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176664552" sldId="832"/>
        </pc:sldMkLst>
      </pc:sldChg>
      <pc:sldChg chg="del">
        <pc:chgData name="James Martin" userId="5c604502-4ee2-4081-9f0b-59e4decb0522" providerId="ADAL" clId="{CD9F9381-1667-4751-A642-EBC8FFBDE105}" dt="2026-09-21T11:01:53.476" v="80" actId="47"/>
        <pc:sldMkLst>
          <pc:docMk/>
          <pc:sldMk cId="3238736339" sldId="833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1696044108" sldId="834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2129288558" sldId="835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2931235049" sldId="838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628112804" sldId="839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054749450" sldId="841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834879767" sldId="842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292199120" sldId="843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172501310" sldId="844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1713809106" sldId="845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466055249" sldId="846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945948096" sldId="847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69752672" sldId="848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3735767772" sldId="849"/>
        </pc:sldMkLst>
      </pc:sldChg>
      <pc:sldChg chg="del">
        <pc:chgData name="James Martin" userId="5c604502-4ee2-4081-9f0b-59e4decb0522" providerId="ADAL" clId="{CD9F9381-1667-4751-A642-EBC8FFBDE105}" dt="2026-09-21T11:02:46.172" v="82" actId="47"/>
        <pc:sldMkLst>
          <pc:docMk/>
          <pc:sldMk cId="1060416780" sldId="850"/>
        </pc:sldMkLst>
      </pc:sldChg>
      <pc:sldChg chg="del">
        <pc:chgData name="James Martin" userId="5c604502-4ee2-4081-9f0b-59e4decb0522" providerId="ADAL" clId="{CD9F9381-1667-4751-A642-EBC8FFBDE105}" dt="2026-09-21T11:02:52.982" v="83" actId="47"/>
        <pc:sldMkLst>
          <pc:docMk/>
          <pc:sldMk cId="1693398773" sldId="851"/>
        </pc:sldMkLst>
      </pc:sldChg>
      <pc:sldChg chg="del">
        <pc:chgData name="James Martin" userId="5c604502-4ee2-4081-9f0b-59e4decb0522" providerId="ADAL" clId="{CD9F9381-1667-4751-A642-EBC8FFBDE105}" dt="2026-09-21T11:09:59.130" v="87" actId="47"/>
        <pc:sldMkLst>
          <pc:docMk/>
          <pc:sldMk cId="1047566158" sldId="852"/>
        </pc:sldMkLst>
      </pc:sldChg>
      <pc:sldChg chg="del">
        <pc:chgData name="James Martin" userId="5c604502-4ee2-4081-9f0b-59e4decb0522" providerId="ADAL" clId="{CD9F9381-1667-4751-A642-EBC8FFBDE105}" dt="2026-09-21T11:10:16.487" v="93" actId="47"/>
        <pc:sldMkLst>
          <pc:docMk/>
          <pc:sldMk cId="3819295438" sldId="855"/>
        </pc:sldMkLst>
      </pc:sldChg>
      <pc:sldChg chg="del">
        <pc:chgData name="James Martin" userId="5c604502-4ee2-4081-9f0b-59e4decb0522" providerId="ADAL" clId="{CD9F9381-1667-4751-A642-EBC8FFBDE105}" dt="2026-09-21T11:10:14.237" v="91" actId="47"/>
        <pc:sldMkLst>
          <pc:docMk/>
          <pc:sldMk cId="3587369927" sldId="857"/>
        </pc:sldMkLst>
      </pc:sldChg>
      <pc:sldChg chg="del">
        <pc:chgData name="James Martin" userId="5c604502-4ee2-4081-9f0b-59e4decb0522" providerId="ADAL" clId="{CD9F9381-1667-4751-A642-EBC8FFBDE105}" dt="2026-09-21T11:10:20.829" v="94" actId="47"/>
        <pc:sldMkLst>
          <pc:docMk/>
          <pc:sldMk cId="321364552" sldId="858"/>
        </pc:sldMkLst>
      </pc:sldChg>
      <pc:sldChg chg="del">
        <pc:chgData name="James Martin" userId="5c604502-4ee2-4081-9f0b-59e4decb0522" providerId="ADAL" clId="{CD9F9381-1667-4751-A642-EBC8FFBDE105}" dt="2026-09-21T11:10:22.178" v="95" actId="47"/>
        <pc:sldMkLst>
          <pc:docMk/>
          <pc:sldMk cId="119680819" sldId="860"/>
        </pc:sldMkLst>
      </pc:sldChg>
      <pc:sldChg chg="del">
        <pc:chgData name="James Martin" userId="5c604502-4ee2-4081-9f0b-59e4decb0522" providerId="ADAL" clId="{CD9F9381-1667-4751-A642-EBC8FFBDE105}" dt="2026-09-21T11:10:29.087" v="96" actId="47"/>
        <pc:sldMkLst>
          <pc:docMk/>
          <pc:sldMk cId="1091186958" sldId="861"/>
        </pc:sldMkLst>
      </pc:sldChg>
      <pc:sldChg chg="del">
        <pc:chgData name="James Martin" userId="5c604502-4ee2-4081-9f0b-59e4decb0522" providerId="ADAL" clId="{CD9F9381-1667-4751-A642-EBC8FFBDE105}" dt="2026-09-21T11:10:15.070" v="92" actId="47"/>
        <pc:sldMkLst>
          <pc:docMk/>
          <pc:sldMk cId="4057775107" sldId="863"/>
        </pc:sldMkLst>
      </pc:sldChg>
      <pc:sldChg chg="del">
        <pc:chgData name="James Martin" userId="5c604502-4ee2-4081-9f0b-59e4decb0522" providerId="ADAL" clId="{CD9F9381-1667-4751-A642-EBC8FFBDE105}" dt="2026-09-21T11:10:13.317" v="90" actId="47"/>
        <pc:sldMkLst>
          <pc:docMk/>
          <pc:sldMk cId="983451725" sldId="865"/>
        </pc:sldMkLst>
      </pc:sldChg>
      <pc:sldChg chg="del">
        <pc:chgData name="James Martin" userId="5c604502-4ee2-4081-9f0b-59e4decb0522" providerId="ADAL" clId="{CD9F9381-1667-4751-A642-EBC8FFBDE105}" dt="2026-09-21T11:10:12.144" v="89" actId="47"/>
        <pc:sldMkLst>
          <pc:docMk/>
          <pc:sldMk cId="4119209112" sldId="867"/>
        </pc:sldMkLst>
      </pc:sldChg>
      <pc:sldChg chg="del">
        <pc:chgData name="James Martin" userId="5c604502-4ee2-4081-9f0b-59e4decb0522" providerId="ADAL" clId="{CD9F9381-1667-4751-A642-EBC8FFBDE105}" dt="2026-09-21T11:10:07.513" v="88" actId="47"/>
        <pc:sldMkLst>
          <pc:docMk/>
          <pc:sldMk cId="3842018911" sldId="869"/>
        </pc:sldMkLst>
      </pc:sldChg>
      <pc:sldChg chg="del">
        <pc:chgData name="James Martin" userId="5c604502-4ee2-4081-9f0b-59e4decb0522" providerId="ADAL" clId="{CD9F9381-1667-4751-A642-EBC8FFBDE105}" dt="2026-09-21T11:09:59.130" v="87" actId="47"/>
        <pc:sldMkLst>
          <pc:docMk/>
          <pc:sldMk cId="3369917161" sldId="873"/>
        </pc:sldMkLst>
      </pc:sldChg>
      <pc:sldChg chg="del">
        <pc:chgData name="James Martin" userId="5c604502-4ee2-4081-9f0b-59e4decb0522" providerId="ADAL" clId="{CD9F9381-1667-4751-A642-EBC8FFBDE105}" dt="2026-09-21T11:09:59.130" v="87" actId="47"/>
        <pc:sldMkLst>
          <pc:docMk/>
          <pc:sldMk cId="3310070787" sldId="874"/>
        </pc:sldMkLst>
      </pc:sldChg>
      <pc:sldChg chg="del">
        <pc:chgData name="James Martin" userId="5c604502-4ee2-4081-9f0b-59e4decb0522" providerId="ADAL" clId="{CD9F9381-1667-4751-A642-EBC8FFBDE105}" dt="2026-09-21T11:09:59.130" v="87" actId="47"/>
        <pc:sldMkLst>
          <pc:docMk/>
          <pc:sldMk cId="2089504715" sldId="875"/>
        </pc:sldMkLst>
      </pc:sldChg>
      <pc:sldChg chg="del">
        <pc:chgData name="James Martin" userId="5c604502-4ee2-4081-9f0b-59e4decb0522" providerId="ADAL" clId="{CD9F9381-1667-4751-A642-EBC8FFBDE105}" dt="2026-09-21T11:09:59.130" v="87" actId="47"/>
        <pc:sldMkLst>
          <pc:docMk/>
          <pc:sldMk cId="3491898156" sldId="876"/>
        </pc:sldMkLst>
      </pc:sldChg>
      <pc:sldChg chg="del">
        <pc:chgData name="James Martin" userId="5c604502-4ee2-4081-9f0b-59e4decb0522" providerId="ADAL" clId="{CD9F9381-1667-4751-A642-EBC8FFBDE105}" dt="2026-09-21T11:10:42.924" v="97" actId="47"/>
        <pc:sldMkLst>
          <pc:docMk/>
          <pc:sldMk cId="1009478889" sldId="877"/>
        </pc:sldMkLst>
      </pc:sldChg>
      <pc:sldChg chg="del">
        <pc:chgData name="James Martin" userId="5c604502-4ee2-4081-9f0b-59e4decb0522" providerId="ADAL" clId="{CD9F9381-1667-4751-A642-EBC8FFBDE105}" dt="2026-09-21T11:10:49.951" v="98" actId="47"/>
        <pc:sldMkLst>
          <pc:docMk/>
          <pc:sldMk cId="356190280" sldId="878"/>
        </pc:sldMkLst>
      </pc:sldChg>
      <pc:sldChg chg="del">
        <pc:chgData name="James Martin" userId="5c604502-4ee2-4081-9f0b-59e4decb0522" providerId="ADAL" clId="{CD9F9381-1667-4751-A642-EBC8FFBDE105}" dt="2026-09-21T11:10:49.951" v="98" actId="47"/>
        <pc:sldMkLst>
          <pc:docMk/>
          <pc:sldMk cId="3390566537" sldId="879"/>
        </pc:sldMkLst>
      </pc:sldChg>
      <pc:sldChg chg="del">
        <pc:chgData name="James Martin" userId="5c604502-4ee2-4081-9f0b-59e4decb0522" providerId="ADAL" clId="{CD9F9381-1667-4751-A642-EBC8FFBDE105}" dt="2026-09-21T11:10:49.951" v="98" actId="47"/>
        <pc:sldMkLst>
          <pc:docMk/>
          <pc:sldMk cId="643077175" sldId="881"/>
        </pc:sldMkLst>
      </pc:sldChg>
      <pc:sldChg chg="del">
        <pc:chgData name="James Martin" userId="5c604502-4ee2-4081-9f0b-59e4decb0522" providerId="ADAL" clId="{CD9F9381-1667-4751-A642-EBC8FFBDE105}" dt="2026-09-21T11:10:58.773" v="99" actId="47"/>
        <pc:sldMkLst>
          <pc:docMk/>
          <pc:sldMk cId="3710200321" sldId="882"/>
        </pc:sldMkLst>
      </pc:sldChg>
      <pc:sldChg chg="add del">
        <pc:chgData name="James Martin" userId="5c604502-4ee2-4081-9f0b-59e4decb0522" providerId="ADAL" clId="{CD9F9381-1667-4751-A642-EBC8FFBDE105}" dt="2026-09-21T11:14:17.559" v="118" actId="47"/>
        <pc:sldMkLst>
          <pc:docMk/>
          <pc:sldMk cId="978397834" sldId="883"/>
        </pc:sldMkLst>
      </pc:sldChg>
      <pc:sldChg chg="del">
        <pc:chgData name="James Martin" userId="5c604502-4ee2-4081-9f0b-59e4decb0522" providerId="ADAL" clId="{CD9F9381-1667-4751-A642-EBC8FFBDE105}" dt="2026-09-21T11:14:58.426" v="119" actId="47"/>
        <pc:sldMkLst>
          <pc:docMk/>
          <pc:sldMk cId="1159476455" sldId="884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3213671298" sldId="885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3196845957" sldId="886"/>
        </pc:sldMkLst>
      </pc:sldChg>
      <pc:sldChg chg="delSp mod">
        <pc:chgData name="James Martin" userId="5c604502-4ee2-4081-9f0b-59e4decb0522" providerId="ADAL" clId="{CD9F9381-1667-4751-A642-EBC8FFBDE105}" dt="2026-09-21T11:15:56.097" v="125" actId="478"/>
        <pc:sldMkLst>
          <pc:docMk/>
          <pc:sldMk cId="3926493083" sldId="887"/>
        </pc:sldMkLst>
        <pc:picChg chg="del">
          <ac:chgData name="James Martin" userId="5c604502-4ee2-4081-9f0b-59e4decb0522" providerId="ADAL" clId="{CD9F9381-1667-4751-A642-EBC8FFBDE105}" dt="2026-09-21T11:15:56.097" v="125" actId="478"/>
          <ac:picMkLst>
            <pc:docMk/>
            <pc:sldMk cId="3926493083" sldId="887"/>
            <ac:picMk id="43" creationId="{241D8ACB-B6C2-D7F2-3D45-D82BB29CA66C}"/>
          </ac:picMkLst>
        </pc:picChg>
        <pc:picChg chg="del">
          <ac:chgData name="James Martin" userId="5c604502-4ee2-4081-9f0b-59e4decb0522" providerId="ADAL" clId="{CD9F9381-1667-4751-A642-EBC8FFBDE105}" dt="2026-09-21T11:15:56.097" v="125" actId="478"/>
          <ac:picMkLst>
            <pc:docMk/>
            <pc:sldMk cId="3926493083" sldId="887"/>
            <ac:picMk id="48" creationId="{41FFF310-CA24-2DCC-1BD0-D7A45F9BBDE2}"/>
          </ac:picMkLst>
        </pc:picChg>
        <pc:picChg chg="del">
          <ac:chgData name="James Martin" userId="5c604502-4ee2-4081-9f0b-59e4decb0522" providerId="ADAL" clId="{CD9F9381-1667-4751-A642-EBC8FFBDE105}" dt="2026-09-21T11:15:56.097" v="125" actId="478"/>
          <ac:picMkLst>
            <pc:docMk/>
            <pc:sldMk cId="3926493083" sldId="887"/>
            <ac:picMk id="49" creationId="{9BFF41B6-BD6E-5BA5-3BC3-788C1FF0D79E}"/>
          </ac:picMkLst>
        </pc:picChg>
      </pc:sldChg>
      <pc:sldChg chg="del">
        <pc:chgData name="James Martin" userId="5c604502-4ee2-4081-9f0b-59e4decb0522" providerId="ADAL" clId="{CD9F9381-1667-4751-A642-EBC8FFBDE105}" dt="2026-09-21T11:12:42.832" v="106" actId="47"/>
        <pc:sldMkLst>
          <pc:docMk/>
          <pc:sldMk cId="1522441635" sldId="889"/>
        </pc:sldMkLst>
      </pc:sldChg>
      <pc:sldChg chg="del">
        <pc:chgData name="James Martin" userId="5c604502-4ee2-4081-9f0b-59e4decb0522" providerId="ADAL" clId="{CD9F9381-1667-4751-A642-EBC8FFBDE105}" dt="2026-09-21T11:12:31.149" v="105" actId="47"/>
        <pc:sldMkLst>
          <pc:docMk/>
          <pc:sldMk cId="1136021791" sldId="891"/>
        </pc:sldMkLst>
      </pc:sldChg>
      <pc:sldChg chg="add del">
        <pc:chgData name="James Martin" userId="5c604502-4ee2-4081-9f0b-59e4decb0522" providerId="ADAL" clId="{CD9F9381-1667-4751-A642-EBC8FFBDE105}" dt="2026-09-21T11:13:56.653" v="116" actId="47"/>
        <pc:sldMkLst>
          <pc:docMk/>
          <pc:sldMk cId="1613657139" sldId="892"/>
        </pc:sldMkLst>
      </pc:sldChg>
      <pc:sldChg chg="add del">
        <pc:chgData name="James Martin" userId="5c604502-4ee2-4081-9f0b-59e4decb0522" providerId="ADAL" clId="{CD9F9381-1667-4751-A642-EBC8FFBDE105}" dt="2026-09-21T11:14:16.594" v="117" actId="47"/>
        <pc:sldMkLst>
          <pc:docMk/>
          <pc:sldMk cId="1225523974" sldId="893"/>
        </pc:sldMkLst>
      </pc:sldChg>
      <pc:sldChg chg="add del">
        <pc:chgData name="James Martin" userId="5c604502-4ee2-4081-9f0b-59e4decb0522" providerId="ADAL" clId="{CD9F9381-1667-4751-A642-EBC8FFBDE105}" dt="2026-09-21T11:13:56.653" v="116" actId="47"/>
        <pc:sldMkLst>
          <pc:docMk/>
          <pc:sldMk cId="2428455126" sldId="894"/>
        </pc:sldMkLst>
      </pc:sldChg>
      <pc:sldChg chg="del">
        <pc:chgData name="James Martin" userId="5c604502-4ee2-4081-9f0b-59e4decb0522" providerId="ADAL" clId="{CD9F9381-1667-4751-A642-EBC8FFBDE105}" dt="2026-09-21T11:16:44.555" v="126" actId="47"/>
        <pc:sldMkLst>
          <pc:docMk/>
          <pc:sldMk cId="2187585415" sldId="895"/>
        </pc:sldMkLst>
      </pc:sldChg>
      <pc:sldChg chg="del">
        <pc:chgData name="James Martin" userId="5c604502-4ee2-4081-9f0b-59e4decb0522" providerId="ADAL" clId="{CD9F9381-1667-4751-A642-EBC8FFBDE105}" dt="2026-09-21T11:15:14.034" v="121" actId="47"/>
        <pc:sldMkLst>
          <pc:docMk/>
          <pc:sldMk cId="2889130226" sldId="899"/>
        </pc:sldMkLst>
      </pc:sldChg>
      <pc:sldChg chg="del">
        <pc:chgData name="James Martin" userId="5c604502-4ee2-4081-9f0b-59e4decb0522" providerId="ADAL" clId="{CD9F9381-1667-4751-A642-EBC8FFBDE105}" dt="2026-09-21T11:15:20.336" v="122" actId="47"/>
        <pc:sldMkLst>
          <pc:docMk/>
          <pc:sldMk cId="2911837137" sldId="900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5450502" sldId="901"/>
        </pc:sldMkLst>
      </pc:sldChg>
      <pc:sldChg chg="del">
        <pc:chgData name="James Martin" userId="5c604502-4ee2-4081-9f0b-59e4decb0522" providerId="ADAL" clId="{CD9F9381-1667-4751-A642-EBC8FFBDE105}" dt="2026-09-21T11:15:06.813" v="120" actId="47"/>
        <pc:sldMkLst>
          <pc:docMk/>
          <pc:sldMk cId="639319993" sldId="902"/>
        </pc:sldMkLst>
      </pc:sldChg>
      <pc:sldChg chg="del">
        <pc:chgData name="James Martin" userId="5c604502-4ee2-4081-9f0b-59e4decb0522" providerId="ADAL" clId="{CD9F9381-1667-4751-A642-EBC8FFBDE105}" dt="2026-09-21T11:14:58.426" v="119" actId="47"/>
        <pc:sldMkLst>
          <pc:docMk/>
          <pc:sldMk cId="2344134527" sldId="904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3812011694" sldId="907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2822617252" sldId="908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3820058428" sldId="909"/>
        </pc:sldMkLst>
      </pc:sldChg>
      <pc:sldChg chg="del">
        <pc:chgData name="James Martin" userId="5c604502-4ee2-4081-9f0b-59e4decb0522" providerId="ADAL" clId="{CD9F9381-1667-4751-A642-EBC8FFBDE105}" dt="2026-09-21T11:15:43.056" v="123" actId="47"/>
        <pc:sldMkLst>
          <pc:docMk/>
          <pc:sldMk cId="2577478369" sldId="910"/>
        </pc:sldMkLst>
      </pc:sldChg>
      <pc:sldChg chg="del">
        <pc:chgData name="James Martin" userId="5c604502-4ee2-4081-9f0b-59e4decb0522" providerId="ADAL" clId="{CD9F9381-1667-4751-A642-EBC8FFBDE105}" dt="2026-09-21T11:22:46.966" v="130" actId="47"/>
        <pc:sldMkLst>
          <pc:docMk/>
          <pc:sldMk cId="3902177981" sldId="916"/>
        </pc:sldMkLst>
      </pc:sldChg>
      <pc:sldChg chg="del">
        <pc:chgData name="James Martin" userId="5c604502-4ee2-4081-9f0b-59e4decb0522" providerId="ADAL" clId="{CD9F9381-1667-4751-A642-EBC8FFBDE105}" dt="2026-09-21T11:22:46.966" v="130" actId="47"/>
        <pc:sldMkLst>
          <pc:docMk/>
          <pc:sldMk cId="1477192392" sldId="917"/>
        </pc:sldMkLst>
      </pc:sldChg>
      <pc:sldChg chg="addSp delSp mod">
        <pc:chgData name="James Martin" userId="5c604502-4ee2-4081-9f0b-59e4decb0522" providerId="ADAL" clId="{CD9F9381-1667-4751-A642-EBC8FFBDE105}" dt="2026-09-21T11:25:09.026" v="195" actId="22"/>
        <pc:sldMkLst>
          <pc:docMk/>
          <pc:sldMk cId="1610285326" sldId="918"/>
        </pc:sldMkLst>
        <pc:spChg chg="add">
          <ac:chgData name="James Martin" userId="5c604502-4ee2-4081-9f0b-59e4decb0522" providerId="ADAL" clId="{CD9F9381-1667-4751-A642-EBC8FFBDE105}" dt="2026-09-21T11:25:09.026" v="195" actId="22"/>
          <ac:spMkLst>
            <pc:docMk/>
            <pc:sldMk cId="1610285326" sldId="918"/>
            <ac:spMk id="6" creationId="{81DBEF5B-569C-4550-D2B0-8ADCF1C259A5}"/>
          </ac:spMkLst>
        </pc:spChg>
        <pc:spChg chg="del">
          <ac:chgData name="James Martin" userId="5c604502-4ee2-4081-9f0b-59e4decb0522" providerId="ADAL" clId="{CD9F9381-1667-4751-A642-EBC8FFBDE105}" dt="2026-09-21T11:25:08.651" v="194" actId="478"/>
          <ac:spMkLst>
            <pc:docMk/>
            <pc:sldMk cId="1610285326" sldId="918"/>
            <ac:spMk id="247" creationId="{91D3BDF3-0BC3-1408-EA3D-4FF257871339}"/>
          </ac:spMkLst>
        </pc:spChg>
      </pc:sldChg>
      <pc:sldChg chg="modSp mod">
        <pc:chgData name="James Martin" userId="5c604502-4ee2-4081-9f0b-59e4decb0522" providerId="ADAL" clId="{CD9F9381-1667-4751-A642-EBC8FFBDE105}" dt="2026-09-21T11:23:44.141" v="182" actId="20577"/>
        <pc:sldMkLst>
          <pc:docMk/>
          <pc:sldMk cId="774489978" sldId="919"/>
        </pc:sldMkLst>
        <pc:spChg chg="mod">
          <ac:chgData name="James Martin" userId="5c604502-4ee2-4081-9f0b-59e4decb0522" providerId="ADAL" clId="{CD9F9381-1667-4751-A642-EBC8FFBDE105}" dt="2026-09-21T11:23:44.141" v="182" actId="20577"/>
          <ac:spMkLst>
            <pc:docMk/>
            <pc:sldMk cId="774489978" sldId="919"/>
            <ac:spMk id="247" creationId="{90F1957D-3AC0-7361-2E67-4710D5C9F97D}"/>
          </ac:spMkLst>
        </pc:spChg>
      </pc:sldChg>
      <pc:sldChg chg="del">
        <pc:chgData name="James Martin" userId="5c604502-4ee2-4081-9f0b-59e4decb0522" providerId="ADAL" clId="{CD9F9381-1667-4751-A642-EBC8FFBDE105}" dt="2026-09-21T11:22:29.188" v="129" actId="47"/>
        <pc:sldMkLst>
          <pc:docMk/>
          <pc:sldMk cId="4216373356" sldId="920"/>
        </pc:sldMkLst>
      </pc:sldChg>
      <pc:sldChg chg="del">
        <pc:chgData name="James Martin" userId="5c604502-4ee2-4081-9f0b-59e4decb0522" providerId="ADAL" clId="{CD9F9381-1667-4751-A642-EBC8FFBDE105}" dt="2026-09-21T11:22:29.188" v="129" actId="47"/>
        <pc:sldMkLst>
          <pc:docMk/>
          <pc:sldMk cId="518330311" sldId="922"/>
        </pc:sldMkLst>
      </pc:sldChg>
      <pc:sldChg chg="del">
        <pc:chgData name="James Martin" userId="5c604502-4ee2-4081-9f0b-59e4decb0522" providerId="ADAL" clId="{CD9F9381-1667-4751-A642-EBC8FFBDE105}" dt="2026-09-21T11:22:46.966" v="130" actId="47"/>
        <pc:sldMkLst>
          <pc:docMk/>
          <pc:sldMk cId="493189891" sldId="923"/>
        </pc:sldMkLst>
      </pc:sldChg>
      <pc:sldChg chg="addSp delSp modSp mod">
        <pc:chgData name="James Martin" userId="5c604502-4ee2-4081-9f0b-59e4decb0522" providerId="ADAL" clId="{CD9F9381-1667-4751-A642-EBC8FFBDE105}" dt="2026-09-21T11:25:32.480" v="199" actId="5793"/>
        <pc:sldMkLst>
          <pc:docMk/>
          <pc:sldMk cId="264820028" sldId="924"/>
        </pc:sldMkLst>
        <pc:spChg chg="add mod">
          <ac:chgData name="James Martin" userId="5c604502-4ee2-4081-9f0b-59e4decb0522" providerId="ADAL" clId="{CD9F9381-1667-4751-A642-EBC8FFBDE105}" dt="2026-09-21T11:25:32.480" v="199" actId="5793"/>
          <ac:spMkLst>
            <pc:docMk/>
            <pc:sldMk cId="264820028" sldId="924"/>
            <ac:spMk id="6" creationId="{FB74F890-20A2-C369-7C01-93D1A15C5130}"/>
          </ac:spMkLst>
        </pc:spChg>
        <pc:spChg chg="del">
          <ac:chgData name="James Martin" userId="5c604502-4ee2-4081-9f0b-59e4decb0522" providerId="ADAL" clId="{CD9F9381-1667-4751-A642-EBC8FFBDE105}" dt="2026-09-21T11:25:17.427" v="196" actId="478"/>
          <ac:spMkLst>
            <pc:docMk/>
            <pc:sldMk cId="264820028" sldId="924"/>
            <ac:spMk id="247" creationId="{DDE99C01-8757-3B74-F381-6F339CF76DA4}"/>
          </ac:spMkLst>
        </pc:spChg>
        <pc:picChg chg="add del">
          <ac:chgData name="James Martin" userId="5c604502-4ee2-4081-9f0b-59e4decb0522" providerId="ADAL" clId="{CD9F9381-1667-4751-A642-EBC8FFBDE105}" dt="2026-09-21T11:21:51.900" v="128" actId="478"/>
          <ac:picMkLst>
            <pc:docMk/>
            <pc:sldMk cId="264820028" sldId="924"/>
            <ac:picMk id="3" creationId="{4F4B246F-FD89-B006-A84E-FBC547691437}"/>
          </ac:picMkLst>
        </pc:picChg>
      </pc:sldChg>
      <pc:sldChg chg="addSp delSp modSp mod">
        <pc:chgData name="James Martin" userId="5c604502-4ee2-4081-9f0b-59e4decb0522" providerId="ADAL" clId="{CD9F9381-1667-4751-A642-EBC8FFBDE105}" dt="2026-09-21T11:24:39.761" v="189" actId="20577"/>
        <pc:sldMkLst>
          <pc:docMk/>
          <pc:sldMk cId="2136026041" sldId="925"/>
        </pc:sldMkLst>
        <pc:spChg chg="add del">
          <ac:chgData name="James Martin" userId="5c604502-4ee2-4081-9f0b-59e4decb0522" providerId="ADAL" clId="{CD9F9381-1667-4751-A642-EBC8FFBDE105}" dt="2026-09-21T11:24:25.858" v="184" actId="22"/>
          <ac:spMkLst>
            <pc:docMk/>
            <pc:sldMk cId="2136026041" sldId="925"/>
            <ac:spMk id="5" creationId="{934A68BF-14A5-4FC1-700F-E763FE7CC256}"/>
          </ac:spMkLst>
        </pc:spChg>
        <pc:spChg chg="add mod">
          <ac:chgData name="James Martin" userId="5c604502-4ee2-4081-9f0b-59e4decb0522" providerId="ADAL" clId="{CD9F9381-1667-4751-A642-EBC8FFBDE105}" dt="2026-09-21T11:24:39.761" v="189" actId="20577"/>
          <ac:spMkLst>
            <pc:docMk/>
            <pc:sldMk cId="2136026041" sldId="925"/>
            <ac:spMk id="7" creationId="{2288CB20-4625-4548-11DF-92EBEA3073B7}"/>
          </ac:spMkLst>
        </pc:spChg>
        <pc:spChg chg="del">
          <ac:chgData name="James Martin" userId="5c604502-4ee2-4081-9f0b-59e4decb0522" providerId="ADAL" clId="{CD9F9381-1667-4751-A642-EBC8FFBDE105}" dt="2026-09-21T11:24:27.476" v="185" actId="478"/>
          <ac:spMkLst>
            <pc:docMk/>
            <pc:sldMk cId="2136026041" sldId="925"/>
            <ac:spMk id="247" creationId="{49073028-681B-6892-3EE4-290FE8D7EF89}"/>
          </ac:spMkLst>
        </pc:spChg>
      </pc:sldChg>
      <pc:sldChg chg="addSp delSp mod">
        <pc:chgData name="James Martin" userId="5c604502-4ee2-4081-9f0b-59e4decb0522" providerId="ADAL" clId="{CD9F9381-1667-4751-A642-EBC8FFBDE105}" dt="2026-09-21T11:25:02.726" v="193" actId="22"/>
        <pc:sldMkLst>
          <pc:docMk/>
          <pc:sldMk cId="3260748106" sldId="926"/>
        </pc:sldMkLst>
        <pc:spChg chg="add">
          <ac:chgData name="James Martin" userId="5c604502-4ee2-4081-9f0b-59e4decb0522" providerId="ADAL" clId="{CD9F9381-1667-4751-A642-EBC8FFBDE105}" dt="2026-09-21T11:25:02.726" v="193" actId="22"/>
          <ac:spMkLst>
            <pc:docMk/>
            <pc:sldMk cId="3260748106" sldId="926"/>
            <ac:spMk id="6" creationId="{4DDF49CF-8A1F-A9D4-C3AF-E0797C08C81D}"/>
          </ac:spMkLst>
        </pc:spChg>
        <pc:spChg chg="del">
          <ac:chgData name="James Martin" userId="5c604502-4ee2-4081-9f0b-59e4decb0522" providerId="ADAL" clId="{CD9F9381-1667-4751-A642-EBC8FFBDE105}" dt="2026-09-21T11:25:02.396" v="192" actId="478"/>
          <ac:spMkLst>
            <pc:docMk/>
            <pc:sldMk cId="3260748106" sldId="926"/>
            <ac:spMk id="247" creationId="{D63FE526-D592-901B-70C4-ED9EE1AFC85A}"/>
          </ac:spMkLst>
        </pc:spChg>
      </pc:sldChg>
      <pc:sldChg chg="addSp delSp mod">
        <pc:chgData name="James Martin" userId="5c604502-4ee2-4081-9f0b-59e4decb0522" providerId="ADAL" clId="{CD9F9381-1667-4751-A642-EBC8FFBDE105}" dt="2026-09-21T11:24:53.746" v="191" actId="22"/>
        <pc:sldMkLst>
          <pc:docMk/>
          <pc:sldMk cId="2394293742" sldId="927"/>
        </pc:sldMkLst>
        <pc:spChg chg="add">
          <ac:chgData name="James Martin" userId="5c604502-4ee2-4081-9f0b-59e4decb0522" providerId="ADAL" clId="{CD9F9381-1667-4751-A642-EBC8FFBDE105}" dt="2026-09-21T11:24:53.746" v="191" actId="22"/>
          <ac:spMkLst>
            <pc:docMk/>
            <pc:sldMk cId="2394293742" sldId="927"/>
            <ac:spMk id="6" creationId="{2CDC54F7-60E2-26D0-632C-BFBFA27E7437}"/>
          </ac:spMkLst>
        </pc:spChg>
        <pc:spChg chg="del">
          <ac:chgData name="James Martin" userId="5c604502-4ee2-4081-9f0b-59e4decb0522" providerId="ADAL" clId="{CD9F9381-1667-4751-A642-EBC8FFBDE105}" dt="2026-09-21T11:24:53.108" v="190" actId="478"/>
          <ac:spMkLst>
            <pc:docMk/>
            <pc:sldMk cId="2394293742" sldId="927"/>
            <ac:spMk id="247" creationId="{EAEA2A84-DA4A-C67B-EC87-171BD4E8512F}"/>
          </ac:spMkLst>
        </pc:spChg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3661191192" sldId="928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4260610124" sldId="929"/>
        </pc:sldMkLst>
      </pc:sldChg>
      <pc:sldChg chg="del">
        <pc:chgData name="James Martin" userId="5c604502-4ee2-4081-9f0b-59e4decb0522" providerId="ADAL" clId="{CD9F9381-1667-4751-A642-EBC8FFBDE105}" dt="2026-09-21T11:27:35.076" v="204" actId="47"/>
        <pc:sldMkLst>
          <pc:docMk/>
          <pc:sldMk cId="635469928" sldId="930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1011549737" sldId="931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29863590" sldId="932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2928951651" sldId="933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2980477999" sldId="934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2151909523" sldId="935"/>
        </pc:sldMkLst>
      </pc:sldChg>
      <pc:sldChg chg="del">
        <pc:chgData name="James Martin" userId="5c604502-4ee2-4081-9f0b-59e4decb0522" providerId="ADAL" clId="{CD9F9381-1667-4751-A642-EBC8FFBDE105}" dt="2026-09-21T11:27:10.496" v="202" actId="47"/>
        <pc:sldMkLst>
          <pc:docMk/>
          <pc:sldMk cId="2716093505" sldId="936"/>
        </pc:sldMkLst>
      </pc:sldChg>
      <pc:sldChg chg="modSp mod">
        <pc:chgData name="James Martin" userId="5c604502-4ee2-4081-9f0b-59e4decb0522" providerId="ADAL" clId="{CD9F9381-1667-4751-A642-EBC8FFBDE105}" dt="2026-09-21T11:29:30.061" v="241" actId="20577"/>
        <pc:sldMkLst>
          <pc:docMk/>
          <pc:sldMk cId="3361641890" sldId="937"/>
        </pc:sldMkLst>
        <pc:spChg chg="mod">
          <ac:chgData name="James Martin" userId="5c604502-4ee2-4081-9f0b-59e4decb0522" providerId="ADAL" clId="{CD9F9381-1667-4751-A642-EBC8FFBDE105}" dt="2026-09-21T11:29:30.061" v="241" actId="20577"/>
          <ac:spMkLst>
            <pc:docMk/>
            <pc:sldMk cId="3361641890" sldId="937"/>
            <ac:spMk id="4" creationId="{BB0018B4-88D5-B8E3-57DB-E0931CF44A00}"/>
          </ac:spMkLst>
        </pc:spChg>
      </pc:sldChg>
      <pc:sldChg chg="modSp">
        <pc:chgData name="James Martin" userId="5c604502-4ee2-4081-9f0b-59e4decb0522" providerId="ADAL" clId="{CD9F9381-1667-4751-A642-EBC8FFBDE105}" dt="2026-09-21T11:29:52.192" v="246"/>
        <pc:sldMkLst>
          <pc:docMk/>
          <pc:sldMk cId="1335384914" sldId="939"/>
        </pc:sldMkLst>
        <pc:spChg chg="mod">
          <ac:chgData name="James Martin" userId="5c604502-4ee2-4081-9f0b-59e4decb0522" providerId="ADAL" clId="{CD9F9381-1667-4751-A642-EBC8FFBDE105}" dt="2026-09-21T11:29:52.192" v="246"/>
          <ac:spMkLst>
            <pc:docMk/>
            <pc:sldMk cId="1335384914" sldId="939"/>
            <ac:spMk id="4" creationId="{617FE41C-2251-CB76-BD44-64948AB02E7C}"/>
          </ac:spMkLst>
        </pc:spChg>
      </pc:sldChg>
      <pc:sldChg chg="del">
        <pc:chgData name="James Martin" userId="5c604502-4ee2-4081-9f0b-59e4decb0522" providerId="ADAL" clId="{CD9F9381-1667-4751-A642-EBC8FFBDE105}" dt="2026-09-21T11:30:24.035" v="248" actId="47"/>
        <pc:sldMkLst>
          <pc:docMk/>
          <pc:sldMk cId="2820760160" sldId="940"/>
        </pc:sldMkLst>
      </pc:sldChg>
      <pc:sldChg chg="del">
        <pc:chgData name="James Martin" userId="5c604502-4ee2-4081-9f0b-59e4decb0522" providerId="ADAL" clId="{CD9F9381-1667-4751-A642-EBC8FFBDE105}" dt="2026-09-21T11:28:48.608" v="207" actId="47"/>
        <pc:sldMkLst>
          <pc:docMk/>
          <pc:sldMk cId="3665804148" sldId="941"/>
        </pc:sldMkLst>
      </pc:sldChg>
      <pc:sldChg chg="del">
        <pc:chgData name="James Martin" userId="5c604502-4ee2-4081-9f0b-59e4decb0522" providerId="ADAL" clId="{CD9F9381-1667-4751-A642-EBC8FFBDE105}" dt="2026-09-21T11:28:48.608" v="207" actId="47"/>
        <pc:sldMkLst>
          <pc:docMk/>
          <pc:sldMk cId="2901974529" sldId="942"/>
        </pc:sldMkLst>
      </pc:sldChg>
      <pc:sldChg chg="del">
        <pc:chgData name="James Martin" userId="5c604502-4ee2-4081-9f0b-59e4decb0522" providerId="ADAL" clId="{CD9F9381-1667-4751-A642-EBC8FFBDE105}" dt="2026-09-21T11:29:07.642" v="209" actId="47"/>
        <pc:sldMkLst>
          <pc:docMk/>
          <pc:sldMk cId="4090272295" sldId="943"/>
        </pc:sldMkLst>
      </pc:sldChg>
      <pc:sldChg chg="modSp">
        <pc:chgData name="James Martin" userId="5c604502-4ee2-4081-9f0b-59e4decb0522" providerId="ADAL" clId="{CD9F9381-1667-4751-A642-EBC8FFBDE105}" dt="2026-09-21T11:29:46.320" v="244"/>
        <pc:sldMkLst>
          <pc:docMk/>
          <pc:sldMk cId="2971435830" sldId="944"/>
        </pc:sldMkLst>
        <pc:spChg chg="mod">
          <ac:chgData name="James Martin" userId="5c604502-4ee2-4081-9f0b-59e4decb0522" providerId="ADAL" clId="{CD9F9381-1667-4751-A642-EBC8FFBDE105}" dt="2026-09-21T11:29:46.320" v="244"/>
          <ac:spMkLst>
            <pc:docMk/>
            <pc:sldMk cId="2971435830" sldId="944"/>
            <ac:spMk id="4" creationId="{21B0646E-C23E-58E4-A9FA-6C389A1A4ECA}"/>
          </ac:spMkLst>
        </pc:spChg>
      </pc:sldChg>
      <pc:sldChg chg="del">
        <pc:chgData name="James Martin" userId="5c604502-4ee2-4081-9f0b-59e4decb0522" providerId="ADAL" clId="{CD9F9381-1667-4751-A642-EBC8FFBDE105}" dt="2026-09-21T11:29:00.738" v="208" actId="47"/>
        <pc:sldMkLst>
          <pc:docMk/>
          <pc:sldMk cId="3381038235" sldId="945"/>
        </pc:sldMkLst>
      </pc:sldChg>
      <pc:sldChg chg="del">
        <pc:chgData name="James Martin" userId="5c604502-4ee2-4081-9f0b-59e4decb0522" providerId="ADAL" clId="{CD9F9381-1667-4751-A642-EBC8FFBDE105}" dt="2026-09-21T11:29:00.738" v="208" actId="47"/>
        <pc:sldMkLst>
          <pc:docMk/>
          <pc:sldMk cId="95693016" sldId="946"/>
        </pc:sldMkLst>
      </pc:sldChg>
      <pc:sldChg chg="modSp">
        <pc:chgData name="James Martin" userId="5c604502-4ee2-4081-9f0b-59e4decb0522" providerId="ADAL" clId="{CD9F9381-1667-4751-A642-EBC8FFBDE105}" dt="2026-09-21T11:29:39.596" v="242"/>
        <pc:sldMkLst>
          <pc:docMk/>
          <pc:sldMk cId="75732939" sldId="947"/>
        </pc:sldMkLst>
        <pc:spChg chg="mod">
          <ac:chgData name="James Martin" userId="5c604502-4ee2-4081-9f0b-59e4decb0522" providerId="ADAL" clId="{CD9F9381-1667-4751-A642-EBC8FFBDE105}" dt="2026-09-21T11:29:39.596" v="242"/>
          <ac:spMkLst>
            <pc:docMk/>
            <pc:sldMk cId="75732939" sldId="947"/>
            <ac:spMk id="4" creationId="{9904B49E-9829-20AA-59C6-78815B949EEA}"/>
          </ac:spMkLst>
        </pc:spChg>
      </pc:sldChg>
      <pc:sldChg chg="del">
        <pc:chgData name="James Martin" userId="5c604502-4ee2-4081-9f0b-59e4decb0522" providerId="ADAL" clId="{CD9F9381-1667-4751-A642-EBC8FFBDE105}" dt="2026-09-21T11:29:00.738" v="208" actId="47"/>
        <pc:sldMkLst>
          <pc:docMk/>
          <pc:sldMk cId="3528624636" sldId="948"/>
        </pc:sldMkLst>
      </pc:sldChg>
      <pc:sldChg chg="modSp">
        <pc:chgData name="James Martin" userId="5c604502-4ee2-4081-9f0b-59e4decb0522" providerId="ADAL" clId="{CD9F9381-1667-4751-A642-EBC8FFBDE105}" dt="2026-09-21T11:29:42.023" v="243"/>
        <pc:sldMkLst>
          <pc:docMk/>
          <pc:sldMk cId="819073539" sldId="949"/>
        </pc:sldMkLst>
        <pc:spChg chg="mod">
          <ac:chgData name="James Martin" userId="5c604502-4ee2-4081-9f0b-59e4decb0522" providerId="ADAL" clId="{CD9F9381-1667-4751-A642-EBC8FFBDE105}" dt="2026-09-21T11:29:42.023" v="243"/>
          <ac:spMkLst>
            <pc:docMk/>
            <pc:sldMk cId="819073539" sldId="949"/>
            <ac:spMk id="4" creationId="{0A277741-A692-CE30-31FD-AA3587C1F9B9}"/>
          </ac:spMkLst>
        </pc:spChg>
      </pc:sldChg>
      <pc:sldChg chg="modSp">
        <pc:chgData name="James Martin" userId="5c604502-4ee2-4081-9f0b-59e4decb0522" providerId="ADAL" clId="{CD9F9381-1667-4751-A642-EBC8FFBDE105}" dt="2026-09-21T11:31:07.073" v="253"/>
        <pc:sldMkLst>
          <pc:docMk/>
          <pc:sldMk cId="276570278" sldId="950"/>
        </pc:sldMkLst>
        <pc:spChg chg="mod">
          <ac:chgData name="James Martin" userId="5c604502-4ee2-4081-9f0b-59e4decb0522" providerId="ADAL" clId="{CD9F9381-1667-4751-A642-EBC8FFBDE105}" dt="2026-09-21T11:31:07.073" v="253"/>
          <ac:spMkLst>
            <pc:docMk/>
            <pc:sldMk cId="276570278" sldId="950"/>
            <ac:spMk id="4" creationId="{DBA175F9-FF75-0DC0-733D-07550F9789BF}"/>
          </ac:spMkLst>
        </pc:spChg>
      </pc:sldChg>
      <pc:sldChg chg="modSp">
        <pc:chgData name="James Martin" userId="5c604502-4ee2-4081-9f0b-59e4decb0522" providerId="ADAL" clId="{CD9F9381-1667-4751-A642-EBC8FFBDE105}" dt="2026-09-21T11:29:49.516" v="245"/>
        <pc:sldMkLst>
          <pc:docMk/>
          <pc:sldMk cId="1432632292" sldId="951"/>
        </pc:sldMkLst>
        <pc:spChg chg="mod">
          <ac:chgData name="James Martin" userId="5c604502-4ee2-4081-9f0b-59e4decb0522" providerId="ADAL" clId="{CD9F9381-1667-4751-A642-EBC8FFBDE105}" dt="2026-09-21T11:29:49.516" v="245"/>
          <ac:spMkLst>
            <pc:docMk/>
            <pc:sldMk cId="1432632292" sldId="951"/>
            <ac:spMk id="4" creationId="{FD328188-BEC2-63F5-4C4F-F024646F7FAA}"/>
          </ac:spMkLst>
        </pc:spChg>
      </pc:sldChg>
      <pc:sldChg chg="modSp">
        <pc:chgData name="James Martin" userId="5c604502-4ee2-4081-9f0b-59e4decb0522" providerId="ADAL" clId="{CD9F9381-1667-4751-A642-EBC8FFBDE105}" dt="2026-09-21T11:29:59.528" v="247"/>
        <pc:sldMkLst>
          <pc:docMk/>
          <pc:sldMk cId="1069283595" sldId="952"/>
        </pc:sldMkLst>
        <pc:spChg chg="mod">
          <ac:chgData name="James Martin" userId="5c604502-4ee2-4081-9f0b-59e4decb0522" providerId="ADAL" clId="{CD9F9381-1667-4751-A642-EBC8FFBDE105}" dt="2026-09-21T11:29:59.528" v="247"/>
          <ac:spMkLst>
            <pc:docMk/>
            <pc:sldMk cId="1069283595" sldId="952"/>
            <ac:spMk id="4" creationId="{2E37FD78-E1E4-5F68-1148-7A86C374A8A7}"/>
          </ac:spMkLst>
        </pc:spChg>
      </pc:sldChg>
      <pc:sldChg chg="modSp">
        <pc:chgData name="James Martin" userId="5c604502-4ee2-4081-9f0b-59e4decb0522" providerId="ADAL" clId="{CD9F9381-1667-4751-A642-EBC8FFBDE105}" dt="2026-09-21T11:30:53.709" v="252"/>
        <pc:sldMkLst>
          <pc:docMk/>
          <pc:sldMk cId="858668271" sldId="953"/>
        </pc:sldMkLst>
        <pc:spChg chg="mod">
          <ac:chgData name="James Martin" userId="5c604502-4ee2-4081-9f0b-59e4decb0522" providerId="ADAL" clId="{CD9F9381-1667-4751-A642-EBC8FFBDE105}" dt="2026-09-21T11:30:53.709" v="252"/>
          <ac:spMkLst>
            <pc:docMk/>
            <pc:sldMk cId="858668271" sldId="953"/>
            <ac:spMk id="4" creationId="{92D262D5-D863-CE69-4FE7-48F1B63826AC}"/>
          </ac:spMkLst>
        </pc:spChg>
      </pc:sldChg>
      <pc:sldChg chg="add del">
        <pc:chgData name="James Martin" userId="5c604502-4ee2-4081-9f0b-59e4decb0522" providerId="ADAL" clId="{CD9F9381-1667-4751-A642-EBC8FFBDE105}" dt="2026-09-21T11:30:46.542" v="251" actId="47"/>
        <pc:sldMkLst>
          <pc:docMk/>
          <pc:sldMk cId="3525339169" sldId="954"/>
        </pc:sldMkLst>
      </pc:sldChg>
      <pc:sldChg chg="addSp add mod">
        <pc:chgData name="James Martin" userId="5c604502-4ee2-4081-9f0b-59e4decb0522" providerId="ADAL" clId="{CD9F9381-1667-4751-A642-EBC8FFBDE105}" dt="2026-09-21T10:48:16.641" v="9" actId="22"/>
        <pc:sldMkLst>
          <pc:docMk/>
          <pc:sldMk cId="1034399752" sldId="960"/>
        </pc:sldMkLst>
        <pc:spChg chg="add">
          <ac:chgData name="James Martin" userId="5c604502-4ee2-4081-9f0b-59e4decb0522" providerId="ADAL" clId="{CD9F9381-1667-4751-A642-EBC8FFBDE105}" dt="2026-09-21T10:48:16.641" v="9" actId="22"/>
          <ac:spMkLst>
            <pc:docMk/>
            <pc:sldMk cId="1034399752" sldId="960"/>
            <ac:spMk id="6" creationId="{E50F7D8A-67F6-48DF-125C-E6E53CA4503B}"/>
          </ac:spMkLst>
        </pc:spChg>
      </pc:sldChg>
      <pc:sldChg chg="addSp add mod">
        <pc:chgData name="James Martin" userId="5c604502-4ee2-4081-9f0b-59e4decb0522" providerId="ADAL" clId="{CD9F9381-1667-4751-A642-EBC8FFBDE105}" dt="2026-09-21T10:48:25.975" v="11" actId="22"/>
        <pc:sldMkLst>
          <pc:docMk/>
          <pc:sldMk cId="4282736606" sldId="961"/>
        </pc:sldMkLst>
        <pc:spChg chg="add">
          <ac:chgData name="James Martin" userId="5c604502-4ee2-4081-9f0b-59e4decb0522" providerId="ADAL" clId="{CD9F9381-1667-4751-A642-EBC8FFBDE105}" dt="2026-09-21T10:48:25.975" v="11" actId="22"/>
          <ac:spMkLst>
            <pc:docMk/>
            <pc:sldMk cId="4282736606" sldId="961"/>
            <ac:spMk id="6" creationId="{48593C46-275C-82A4-F63C-550D1A2B1B6C}"/>
          </ac:spMkLst>
        </pc:spChg>
      </pc:sldChg>
      <pc:sldChg chg="addSp add mod">
        <pc:chgData name="James Martin" userId="5c604502-4ee2-4081-9f0b-59e4decb0522" providerId="ADAL" clId="{CD9F9381-1667-4751-A642-EBC8FFBDE105}" dt="2026-09-21T10:48:31.555" v="12" actId="22"/>
        <pc:sldMkLst>
          <pc:docMk/>
          <pc:sldMk cId="179551486" sldId="962"/>
        </pc:sldMkLst>
        <pc:spChg chg="add">
          <ac:chgData name="James Martin" userId="5c604502-4ee2-4081-9f0b-59e4decb0522" providerId="ADAL" clId="{CD9F9381-1667-4751-A642-EBC8FFBDE105}" dt="2026-09-21T10:48:31.555" v="12" actId="22"/>
          <ac:spMkLst>
            <pc:docMk/>
            <pc:sldMk cId="179551486" sldId="962"/>
            <ac:spMk id="6" creationId="{4CA88644-5110-859F-8819-ADC57E3E279C}"/>
          </ac:spMkLst>
        </pc:spChg>
      </pc:sldChg>
      <pc:sldChg chg="modSp add mod modTransition">
        <pc:chgData name="James Martin" userId="5c604502-4ee2-4081-9f0b-59e4decb0522" providerId="ADAL" clId="{CD9F9381-1667-4751-A642-EBC8FFBDE105}" dt="2026-09-21T10:56:00.938" v="49" actId="1076"/>
        <pc:sldMkLst>
          <pc:docMk/>
          <pc:sldMk cId="3492057068" sldId="963"/>
        </pc:sldMkLst>
        <pc:picChg chg="mod modCrop">
          <ac:chgData name="James Martin" userId="5c604502-4ee2-4081-9f0b-59e4decb0522" providerId="ADAL" clId="{CD9F9381-1667-4751-A642-EBC8FFBDE105}" dt="2026-09-21T10:56:00.938" v="49" actId="1076"/>
          <ac:picMkLst>
            <pc:docMk/>
            <pc:sldMk cId="3492057068" sldId="963"/>
            <ac:picMk id="3" creationId="{B8F672C9-87A9-8A95-C45D-71031D214239}"/>
          </ac:picMkLst>
        </pc:picChg>
      </pc:sldChg>
      <pc:sldChg chg="modSp add del mod modTransition">
        <pc:chgData name="James Martin" userId="5c604502-4ee2-4081-9f0b-59e4decb0522" providerId="ADAL" clId="{CD9F9381-1667-4751-A642-EBC8FFBDE105}" dt="2026-09-21T10:54:36.154" v="41" actId="47"/>
        <pc:sldMkLst>
          <pc:docMk/>
          <pc:sldMk cId="3535411767" sldId="963"/>
        </pc:sldMkLst>
        <pc:picChg chg="mod modCrop">
          <ac:chgData name="James Martin" userId="5c604502-4ee2-4081-9f0b-59e4decb0522" providerId="ADAL" clId="{CD9F9381-1667-4751-A642-EBC8FFBDE105}" dt="2026-09-21T10:54:15.531" v="39" actId="14100"/>
          <ac:picMkLst>
            <pc:docMk/>
            <pc:sldMk cId="3535411767" sldId="963"/>
            <ac:picMk id="3" creationId="{31A8ABB8-DDC9-89E6-B7BD-F453F3B839F3}"/>
          </ac:picMkLst>
        </pc:picChg>
      </pc:sldChg>
      <pc:sldChg chg="add">
        <pc:chgData name="James Martin" userId="5c604502-4ee2-4081-9f0b-59e4decb0522" providerId="ADAL" clId="{CD9F9381-1667-4751-A642-EBC8FFBDE105}" dt="2026-09-21T11:01:35.220" v="79"/>
        <pc:sldMkLst>
          <pc:docMk/>
          <pc:sldMk cId="2379400592" sldId="964"/>
        </pc:sldMkLst>
      </pc:sldChg>
      <pc:sldChg chg="add">
        <pc:chgData name="James Martin" userId="5c604502-4ee2-4081-9f0b-59e4decb0522" providerId="ADAL" clId="{CD9F9381-1667-4751-A642-EBC8FFBDE105}" dt="2026-09-21T11:01:35.220" v="79"/>
        <pc:sldMkLst>
          <pc:docMk/>
          <pc:sldMk cId="19444563" sldId="965"/>
        </pc:sldMkLst>
      </pc:sldChg>
      <pc:sldChg chg="add">
        <pc:chgData name="James Martin" userId="5c604502-4ee2-4081-9f0b-59e4decb0522" providerId="ADAL" clId="{CD9F9381-1667-4751-A642-EBC8FFBDE105}" dt="2026-09-21T11:02:36.560" v="81"/>
        <pc:sldMkLst>
          <pc:docMk/>
          <pc:sldMk cId="3648924598" sldId="966"/>
        </pc:sldMkLst>
      </pc:sldChg>
      <pc:sldChg chg="add">
        <pc:chgData name="James Martin" userId="5c604502-4ee2-4081-9f0b-59e4decb0522" providerId="ADAL" clId="{CD9F9381-1667-4751-A642-EBC8FFBDE105}" dt="2026-09-21T11:02:36.560" v="81"/>
        <pc:sldMkLst>
          <pc:docMk/>
          <pc:sldMk cId="3565588283" sldId="967"/>
        </pc:sldMkLst>
      </pc:sldChg>
      <pc:sldChg chg="modSp add mod">
        <pc:chgData name="James Martin" userId="5c604502-4ee2-4081-9f0b-59e4decb0522" providerId="ADAL" clId="{CD9F9381-1667-4751-A642-EBC8FFBDE105}" dt="2026-09-21T11:03:03.838" v="84" actId="20577"/>
        <pc:sldMkLst>
          <pc:docMk/>
          <pc:sldMk cId="2060664831" sldId="968"/>
        </pc:sldMkLst>
        <pc:spChg chg="mod">
          <ac:chgData name="James Martin" userId="5c604502-4ee2-4081-9f0b-59e4decb0522" providerId="ADAL" clId="{CD9F9381-1667-4751-A642-EBC8FFBDE105}" dt="2026-09-21T11:03:03.838" v="84" actId="20577"/>
          <ac:spMkLst>
            <pc:docMk/>
            <pc:sldMk cId="2060664831" sldId="968"/>
            <ac:spMk id="247" creationId="{7BD34BB5-7C2A-F3FC-492A-A8AC5E80B1C1}"/>
          </ac:spMkLst>
        </pc:spChg>
      </pc:sldChg>
      <pc:sldChg chg="modSp add mod">
        <pc:chgData name="James Martin" userId="5c604502-4ee2-4081-9f0b-59e4decb0522" providerId="ADAL" clId="{CD9F9381-1667-4751-A642-EBC8FFBDE105}" dt="2026-09-21T11:03:15.578" v="85" actId="20577"/>
        <pc:sldMkLst>
          <pc:docMk/>
          <pc:sldMk cId="2650621149" sldId="969"/>
        </pc:sldMkLst>
        <pc:spChg chg="mod">
          <ac:chgData name="James Martin" userId="5c604502-4ee2-4081-9f0b-59e4decb0522" providerId="ADAL" clId="{CD9F9381-1667-4751-A642-EBC8FFBDE105}" dt="2026-09-21T11:03:15.578" v="85" actId="20577"/>
          <ac:spMkLst>
            <pc:docMk/>
            <pc:sldMk cId="2650621149" sldId="969"/>
            <ac:spMk id="247" creationId="{A0006F3E-8BDD-B536-5B89-143081209AFB}"/>
          </ac:spMkLst>
        </pc:spChg>
      </pc:sldChg>
      <pc:sldChg chg="add del">
        <pc:chgData name="James Martin" userId="5c604502-4ee2-4081-9f0b-59e4decb0522" providerId="ADAL" clId="{CD9F9381-1667-4751-A642-EBC8FFBDE105}" dt="2026-09-21T11:13:55.426" v="115"/>
        <pc:sldMkLst>
          <pc:docMk/>
          <pc:sldMk cId="1358272005" sldId="970"/>
        </pc:sldMkLst>
      </pc:sldChg>
      <pc:sldChg chg="add del">
        <pc:chgData name="James Martin" userId="5c604502-4ee2-4081-9f0b-59e4decb0522" providerId="ADAL" clId="{CD9F9381-1667-4751-A642-EBC8FFBDE105}" dt="2026-09-21T11:10:58.773" v="99" actId="47"/>
        <pc:sldMkLst>
          <pc:docMk/>
          <pc:sldMk cId="3142790627" sldId="970"/>
        </pc:sldMkLst>
      </pc:sldChg>
      <pc:sldChg chg="add">
        <pc:chgData name="James Martin" userId="5c604502-4ee2-4081-9f0b-59e4decb0522" providerId="ADAL" clId="{CD9F9381-1667-4751-A642-EBC8FFBDE105}" dt="2026-09-21T11:15:51.508" v="124"/>
        <pc:sldMkLst>
          <pc:docMk/>
          <pc:sldMk cId="3318126577" sldId="970"/>
        </pc:sldMkLst>
      </pc:sldChg>
      <pc:sldChg chg="add del">
        <pc:chgData name="James Martin" userId="5c604502-4ee2-4081-9f0b-59e4decb0522" providerId="ADAL" clId="{CD9F9381-1667-4751-A642-EBC8FFBDE105}" dt="2026-09-21T11:10:58.773" v="99" actId="47"/>
        <pc:sldMkLst>
          <pc:docMk/>
          <pc:sldMk cId="2113620378" sldId="971"/>
        </pc:sldMkLst>
      </pc:sldChg>
      <pc:sldChg chg="add del">
        <pc:chgData name="James Martin" userId="5c604502-4ee2-4081-9f0b-59e4decb0522" providerId="ADAL" clId="{CD9F9381-1667-4751-A642-EBC8FFBDE105}" dt="2026-09-21T11:27:10.496" v="202" actId="47"/>
        <pc:sldMkLst>
          <pc:docMk/>
          <pc:sldMk cId="2815983394" sldId="971"/>
        </pc:sldMkLst>
      </pc:sldChg>
      <pc:sldChg chg="add del">
        <pc:chgData name="James Martin" userId="5c604502-4ee2-4081-9f0b-59e4decb0522" providerId="ADAL" clId="{CD9F9381-1667-4751-A642-EBC8FFBDE105}" dt="2026-09-21T11:28:24.993" v="206"/>
        <pc:sldMkLst>
          <pc:docMk/>
          <pc:sldMk cId="3155078089" sldId="971"/>
        </pc:sldMkLst>
      </pc:sldChg>
      <pc:sldChg chg="add del">
        <pc:chgData name="James Martin" userId="5c604502-4ee2-4081-9f0b-59e4decb0522" providerId="ADAL" clId="{CD9F9381-1667-4751-A642-EBC8FFBDE105}" dt="2026-09-21T11:13:54.866" v="114"/>
        <pc:sldMkLst>
          <pc:docMk/>
          <pc:sldMk cId="4273213911" sldId="971"/>
        </pc:sldMkLst>
      </pc:sldChg>
      <pc:sldChg chg="add del">
        <pc:chgData name="James Martin" userId="5c604502-4ee2-4081-9f0b-59e4decb0522" providerId="ADAL" clId="{CD9F9381-1667-4751-A642-EBC8FFBDE105}" dt="2026-09-21T11:13:54.593" v="113"/>
        <pc:sldMkLst>
          <pc:docMk/>
          <pc:sldMk cId="1200414971" sldId="972"/>
        </pc:sldMkLst>
      </pc:sldChg>
      <pc:sldChg chg="add del">
        <pc:chgData name="James Martin" userId="5c604502-4ee2-4081-9f0b-59e4decb0522" providerId="ADAL" clId="{CD9F9381-1667-4751-A642-EBC8FFBDE105}" dt="2026-09-21T11:10:58.773" v="99" actId="47"/>
        <pc:sldMkLst>
          <pc:docMk/>
          <pc:sldMk cId="3713937676" sldId="972"/>
        </pc:sldMkLst>
      </pc:sldChg>
      <pc:sldChg chg="add del">
        <pc:chgData name="James Martin" userId="5c604502-4ee2-4081-9f0b-59e4decb0522" providerId="ADAL" clId="{CD9F9381-1667-4751-A642-EBC8FFBDE105}" dt="2026-09-21T11:13:54.317" v="112"/>
        <pc:sldMkLst>
          <pc:docMk/>
          <pc:sldMk cId="816864219" sldId="973"/>
        </pc:sldMkLst>
      </pc:sldChg>
    </pc:docChg>
  </pc:docChgLst>
  <pc:docChgLst>
    <pc:chgData name="James Martin" userId="5c604502-4ee2-4081-9f0b-59e4decb0522" providerId="ADAL" clId="{2ED9032E-5F0F-41B2-A494-7461C54B8C03}"/>
    <pc:docChg chg="undo redo custSel addSld delSld modSld sldOrd">
      <pc:chgData name="James Martin" userId="5c604502-4ee2-4081-9f0b-59e4decb0522" providerId="ADAL" clId="{2ED9032E-5F0F-41B2-A494-7461C54B8C03}" dt="2026-09-18T16:02:02.108" v="155" actId="47"/>
      <pc:docMkLst>
        <pc:docMk/>
      </pc:docMkLst>
      <pc:sldChg chg="modSp mod">
        <pc:chgData name="James Martin" userId="5c604502-4ee2-4081-9f0b-59e4decb0522" providerId="ADAL" clId="{2ED9032E-5F0F-41B2-A494-7461C54B8C03}" dt="2026-09-18T15:11:35.288" v="26" actId="20577"/>
        <pc:sldMkLst>
          <pc:docMk/>
          <pc:sldMk cId="0" sldId="256"/>
        </pc:sldMkLst>
        <pc:spChg chg="mod">
          <ac:chgData name="James Martin" userId="5c604502-4ee2-4081-9f0b-59e4decb0522" providerId="ADAL" clId="{2ED9032E-5F0F-41B2-A494-7461C54B8C03}" dt="2026-09-18T15:11:35.288" v="26" actId="20577"/>
          <ac:spMkLst>
            <pc:docMk/>
            <pc:sldMk cId="0" sldId="256"/>
            <ac:spMk id="102" creationId="{00000000-0000-0000-0000-000000000000}"/>
          </ac:spMkLst>
        </pc:spChg>
      </pc:sldChg>
      <pc:sldChg chg="modSp mod">
        <pc:chgData name="James Martin" userId="5c604502-4ee2-4081-9f0b-59e4decb0522" providerId="ADAL" clId="{2ED9032E-5F0F-41B2-A494-7461C54B8C03}" dt="2026-09-18T15:13:18.654" v="42" actId="6549"/>
        <pc:sldMkLst>
          <pc:docMk/>
          <pc:sldMk cId="6701860" sldId="701"/>
        </pc:sldMkLst>
        <pc:spChg chg="mod">
          <ac:chgData name="James Martin" userId="5c604502-4ee2-4081-9f0b-59e4decb0522" providerId="ADAL" clId="{2ED9032E-5F0F-41B2-A494-7461C54B8C03}" dt="2026-09-18T15:13:18.654" v="42" actId="6549"/>
          <ac:spMkLst>
            <pc:docMk/>
            <pc:sldMk cId="6701860" sldId="701"/>
            <ac:spMk id="122" creationId="{DBD98556-47CC-D10F-533C-2CA33D41C235}"/>
          </ac:spMkLst>
        </pc:spChg>
      </pc:sldChg>
      <pc:sldChg chg="addSp delSp modSp mod ord">
        <pc:chgData name="James Martin" userId="5c604502-4ee2-4081-9f0b-59e4decb0522" providerId="ADAL" clId="{2ED9032E-5F0F-41B2-A494-7461C54B8C03}" dt="2026-09-18T15:24:50.288" v="100"/>
        <pc:sldMkLst>
          <pc:docMk/>
          <pc:sldMk cId="208438506" sldId="724"/>
        </pc:sldMkLst>
        <pc:spChg chg="mod">
          <ac:chgData name="James Martin" userId="5c604502-4ee2-4081-9f0b-59e4decb0522" providerId="ADAL" clId="{2ED9032E-5F0F-41B2-A494-7461C54B8C03}" dt="2026-09-18T15:24:50.288" v="100"/>
          <ac:spMkLst>
            <pc:docMk/>
            <pc:sldMk cId="208438506" sldId="724"/>
            <ac:spMk id="8" creationId="{67129849-FF97-A3B2-9B81-851FC061A474}"/>
          </ac:spMkLst>
        </pc:spChg>
        <pc:spChg chg="mod">
          <ac:chgData name="James Martin" userId="5c604502-4ee2-4081-9f0b-59e4decb0522" providerId="ADAL" clId="{2ED9032E-5F0F-41B2-A494-7461C54B8C03}" dt="2026-09-18T15:24:50.288" v="100"/>
          <ac:spMkLst>
            <pc:docMk/>
            <pc:sldMk cId="208438506" sldId="724"/>
            <ac:spMk id="9" creationId="{D430506C-908A-B0A7-C200-A1AF0ECFF157}"/>
          </ac:spMkLst>
        </pc:spChg>
        <pc:grpChg chg="add mod">
          <ac:chgData name="James Martin" userId="5c604502-4ee2-4081-9f0b-59e4decb0522" providerId="ADAL" clId="{2ED9032E-5F0F-41B2-A494-7461C54B8C03}" dt="2026-09-18T15:24:50.288" v="100"/>
          <ac:grpSpMkLst>
            <pc:docMk/>
            <pc:sldMk cId="208438506" sldId="724"/>
            <ac:grpSpMk id="7" creationId="{B12B7DE7-E38A-E88D-013C-4367C600099A}"/>
          </ac:grpSpMkLst>
        </pc:grpChg>
        <pc:cxnChg chg="mod">
          <ac:chgData name="James Martin" userId="5c604502-4ee2-4081-9f0b-59e4decb0522" providerId="ADAL" clId="{2ED9032E-5F0F-41B2-A494-7461C54B8C03}" dt="2026-09-18T15:24:50.288" v="100"/>
          <ac:cxnSpMkLst>
            <pc:docMk/>
            <pc:sldMk cId="208438506" sldId="724"/>
            <ac:cxnSpMk id="10" creationId="{7D55CEDB-B566-280F-F42A-F3C761843698}"/>
          </ac:cxnSpMkLst>
        </pc:cxnChg>
      </pc:sldChg>
      <pc:sldChg chg="ord">
        <pc:chgData name="James Martin" userId="5c604502-4ee2-4081-9f0b-59e4decb0522" providerId="ADAL" clId="{2ED9032E-5F0F-41B2-A494-7461C54B8C03}" dt="2026-09-18T15:17:41.598" v="51"/>
        <pc:sldMkLst>
          <pc:docMk/>
          <pc:sldMk cId="1389696034" sldId="725"/>
        </pc:sldMkLst>
      </pc:sldChg>
      <pc:sldChg chg="addSp delSp modSp mod">
        <pc:chgData name="James Martin" userId="5c604502-4ee2-4081-9f0b-59e4decb0522" providerId="ADAL" clId="{2ED9032E-5F0F-41B2-A494-7461C54B8C03}" dt="2026-09-18T15:24:26.134" v="94" actId="1035"/>
        <pc:sldMkLst>
          <pc:docMk/>
          <pc:sldMk cId="2563049469" sldId="729"/>
        </pc:sldMkLst>
        <pc:spChg chg="add 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2" creationId="{0A781D09-ABA6-EA1B-53AD-2B58F3FE4627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4" creationId="{8490234C-D09B-FD4A-61D9-49B09BD79C42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5" creationId="{0DC94308-88CC-4554-FDF8-B162A63211F5}"/>
          </ac:spMkLst>
        </pc:spChg>
        <pc:spChg chg="mod">
          <ac:chgData name="James Martin" userId="5c604502-4ee2-4081-9f0b-59e4decb0522" providerId="ADAL" clId="{2ED9032E-5F0F-41B2-A494-7461C54B8C03}" dt="2026-09-18T15:19:45.888" v="65"/>
          <ac:spMkLst>
            <pc:docMk/>
            <pc:sldMk cId="2563049469" sldId="729"/>
            <ac:spMk id="7" creationId="{FF797D37-43B9-E0CC-9724-AEC99052F98E}"/>
          </ac:spMkLst>
        </pc:spChg>
        <pc:spChg chg="mod">
          <ac:chgData name="James Martin" userId="5c604502-4ee2-4081-9f0b-59e4decb0522" providerId="ADAL" clId="{2ED9032E-5F0F-41B2-A494-7461C54B8C03}" dt="2026-09-18T15:24:21.698" v="89"/>
          <ac:spMkLst>
            <pc:docMk/>
            <pc:sldMk cId="2563049469" sldId="729"/>
            <ac:spMk id="18" creationId="{2706A61F-0DD6-4C07-6373-297E05B19F6E}"/>
          </ac:spMkLst>
        </pc:spChg>
        <pc:spChg chg="mod">
          <ac:chgData name="James Martin" userId="5c604502-4ee2-4081-9f0b-59e4decb0522" providerId="ADAL" clId="{2ED9032E-5F0F-41B2-A494-7461C54B8C03}" dt="2026-09-18T15:24:21.698" v="89"/>
          <ac:spMkLst>
            <pc:docMk/>
            <pc:sldMk cId="2563049469" sldId="729"/>
            <ac:spMk id="19" creationId="{3F4F080F-7673-CE4D-3C95-78A4600E1D5E}"/>
          </ac:spMkLst>
        </pc:spChg>
        <pc:grpChg chg="add mod">
          <ac:chgData name="James Martin" userId="5c604502-4ee2-4081-9f0b-59e4decb0522" providerId="ADAL" clId="{2ED9032E-5F0F-41B2-A494-7461C54B8C03}" dt="2026-09-18T15:19:45.888" v="65"/>
          <ac:grpSpMkLst>
            <pc:docMk/>
            <pc:sldMk cId="2563049469" sldId="729"/>
            <ac:grpSpMk id="3" creationId="{24CB335D-A253-825F-9A1D-0E708262893C}"/>
          </ac:grpSpMkLst>
        </pc:grpChg>
        <pc:grpChg chg="add mod">
          <ac:chgData name="James Martin" userId="5c604502-4ee2-4081-9f0b-59e4decb0522" providerId="ADAL" clId="{2ED9032E-5F0F-41B2-A494-7461C54B8C03}" dt="2026-09-18T15:24:26.134" v="94" actId="1035"/>
          <ac:grpSpMkLst>
            <pc:docMk/>
            <pc:sldMk cId="2563049469" sldId="729"/>
            <ac:grpSpMk id="17" creationId="{BA5A87EE-AE62-4B8B-09C7-08775470DEB8}"/>
          </ac:grpSpMkLst>
        </pc:grpChg>
        <pc:cxnChg chg="mod">
          <ac:chgData name="James Martin" userId="5c604502-4ee2-4081-9f0b-59e4decb0522" providerId="ADAL" clId="{2ED9032E-5F0F-41B2-A494-7461C54B8C03}" dt="2026-09-18T15:19:45.888" v="65"/>
          <ac:cxnSpMkLst>
            <pc:docMk/>
            <pc:sldMk cId="2563049469" sldId="729"/>
            <ac:cxnSpMk id="8" creationId="{26355B9D-652A-9A3C-2F38-8001CE04AF2B}"/>
          </ac:cxnSpMkLst>
        </pc:cxnChg>
        <pc:cxnChg chg="mod">
          <ac:chgData name="James Martin" userId="5c604502-4ee2-4081-9f0b-59e4decb0522" providerId="ADAL" clId="{2ED9032E-5F0F-41B2-A494-7461C54B8C03}" dt="2026-09-18T15:24:21.698" v="89"/>
          <ac:cxnSpMkLst>
            <pc:docMk/>
            <pc:sldMk cId="2563049469" sldId="729"/>
            <ac:cxnSpMk id="20" creationId="{5BBB00E4-8B67-3BD4-2129-3A5A46C3B02F}"/>
          </ac:cxnSpMkLst>
        </pc:cxnChg>
      </pc:sldChg>
      <pc:sldChg chg="delSp modSp mod">
        <pc:chgData name="James Martin" userId="5c604502-4ee2-4081-9f0b-59e4decb0522" providerId="ADAL" clId="{2ED9032E-5F0F-41B2-A494-7461C54B8C03}" dt="2026-09-18T15:59:07.260" v="140" actId="5793"/>
        <pc:sldMkLst>
          <pc:docMk/>
          <pc:sldMk cId="1492959928" sldId="750"/>
        </pc:sldMkLst>
        <pc:spChg chg="mod">
          <ac:chgData name="James Martin" userId="5c604502-4ee2-4081-9f0b-59e4decb0522" providerId="ADAL" clId="{2ED9032E-5F0F-41B2-A494-7461C54B8C03}" dt="2026-09-18T15:59:07.260" v="140" actId="5793"/>
          <ac:spMkLst>
            <pc:docMk/>
            <pc:sldMk cId="1492959928" sldId="750"/>
            <ac:spMk id="150" creationId="{84DD88E0-7D7F-02C3-3F0E-C54DB1184B08}"/>
          </ac:spMkLst>
        </pc:spChg>
      </pc:sldChg>
      <pc:sldChg chg="add del">
        <pc:chgData name="James Martin" userId="5c604502-4ee2-4081-9f0b-59e4decb0522" providerId="ADAL" clId="{2ED9032E-5F0F-41B2-A494-7461C54B8C03}" dt="2026-09-18T16:00:32.842" v="148" actId="47"/>
        <pc:sldMkLst>
          <pc:docMk/>
          <pc:sldMk cId="3199494008" sldId="752"/>
        </pc:sldMkLst>
      </pc:sldChg>
      <pc:sldChg chg="add del">
        <pc:chgData name="James Martin" userId="5c604502-4ee2-4081-9f0b-59e4decb0522" providerId="ADAL" clId="{2ED9032E-5F0F-41B2-A494-7461C54B8C03}" dt="2026-09-18T16:00:21.543" v="146" actId="47"/>
        <pc:sldMkLst>
          <pc:docMk/>
          <pc:sldMk cId="3847037556" sldId="764"/>
        </pc:sldMkLst>
      </pc:sldChg>
      <pc:sldChg chg="add">
        <pc:chgData name="James Martin" userId="5c604502-4ee2-4081-9f0b-59e4decb0522" providerId="ADAL" clId="{2ED9032E-5F0F-41B2-A494-7461C54B8C03}" dt="2026-09-18T15:13:13.278" v="41"/>
        <pc:sldMkLst>
          <pc:docMk/>
          <pc:sldMk cId="1343185679" sldId="955"/>
        </pc:sldMkLst>
      </pc:sldChg>
      <pc:sldChg chg="addSp delSp modSp add mod">
        <pc:chgData name="James Martin" userId="5c604502-4ee2-4081-9f0b-59e4decb0522" providerId="ADAL" clId="{2ED9032E-5F0F-41B2-A494-7461C54B8C03}" dt="2026-09-18T15:24:42.333" v="98"/>
        <pc:sldMkLst>
          <pc:docMk/>
          <pc:sldMk cId="1749515256" sldId="956"/>
        </pc:sldMkLst>
        <pc:spChg chg="add">
          <ac:chgData name="James Martin" userId="5c604502-4ee2-4081-9f0b-59e4decb0522" providerId="ADAL" clId="{2ED9032E-5F0F-41B2-A494-7461C54B8C03}" dt="2026-09-18T15:18:17.371" v="53" actId="22"/>
          <ac:spMkLst>
            <pc:docMk/>
            <pc:sldMk cId="1749515256" sldId="956"/>
            <ac:spMk id="3" creationId="{FFB5C576-3C7A-252C-559A-698EDBD9205E}"/>
          </ac:spMkLst>
        </pc:spChg>
        <pc:spChg chg="mod">
          <ac:chgData name="James Martin" userId="5c604502-4ee2-4081-9f0b-59e4decb0522" providerId="ADAL" clId="{2ED9032E-5F0F-41B2-A494-7461C54B8C03}" dt="2026-09-18T15:24:42.333" v="98"/>
          <ac:spMkLst>
            <pc:docMk/>
            <pc:sldMk cId="1749515256" sldId="956"/>
            <ac:spMk id="10" creationId="{0F818EFD-4447-D488-E3D0-C2F15A040D12}"/>
          </ac:spMkLst>
        </pc:spChg>
        <pc:spChg chg="mod">
          <ac:chgData name="James Martin" userId="5c604502-4ee2-4081-9f0b-59e4decb0522" providerId="ADAL" clId="{2ED9032E-5F0F-41B2-A494-7461C54B8C03}" dt="2026-09-18T15:24:42.333" v="98"/>
          <ac:spMkLst>
            <pc:docMk/>
            <pc:sldMk cId="1749515256" sldId="956"/>
            <ac:spMk id="11" creationId="{E3F5713A-E7CC-D5C5-541A-ED6837E080C5}"/>
          </ac:spMkLst>
        </pc:spChg>
        <pc:grpChg chg="add mod">
          <ac:chgData name="James Martin" userId="5c604502-4ee2-4081-9f0b-59e4decb0522" providerId="ADAL" clId="{2ED9032E-5F0F-41B2-A494-7461C54B8C03}" dt="2026-09-18T15:24:42.333" v="98"/>
          <ac:grpSpMkLst>
            <pc:docMk/>
            <pc:sldMk cId="1749515256" sldId="956"/>
            <ac:grpSpMk id="9" creationId="{B0A45F1F-FA70-B957-E32D-09B8BB9A03C1}"/>
          </ac:grpSpMkLst>
        </pc:grpChg>
        <pc:cxnChg chg="mod">
          <ac:chgData name="James Martin" userId="5c604502-4ee2-4081-9f0b-59e4decb0522" providerId="ADAL" clId="{2ED9032E-5F0F-41B2-A494-7461C54B8C03}" dt="2026-09-18T15:24:42.333" v="98"/>
          <ac:cxnSpMkLst>
            <pc:docMk/>
            <pc:sldMk cId="1749515256" sldId="956"/>
            <ac:cxnSpMk id="12" creationId="{6A39C2C3-7BBA-0A0C-FCC3-516145F4075F}"/>
          </ac:cxnSpMkLst>
        </pc:cxnChg>
      </pc:sldChg>
      <pc:sldChg chg="addSp delSp modSp add mod">
        <pc:chgData name="James Martin" userId="5c604502-4ee2-4081-9f0b-59e4decb0522" providerId="ADAL" clId="{2ED9032E-5F0F-41B2-A494-7461C54B8C03}" dt="2026-09-18T15:24:32.655" v="96"/>
        <pc:sldMkLst>
          <pc:docMk/>
          <pc:sldMk cId="2187567680" sldId="957"/>
        </pc:sldMkLst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4" creationId="{AA1275A0-C68E-8709-D7C9-C1B3820CF090}"/>
          </ac:spMkLst>
        </pc:spChg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5" creationId="{396BB376-6791-FF47-F5E1-0E50F2B47B75}"/>
          </ac:spMkLst>
        </pc:spChg>
        <pc:spChg chg="mod">
          <ac:chgData name="James Martin" userId="5c604502-4ee2-4081-9f0b-59e4decb0522" providerId="ADAL" clId="{2ED9032E-5F0F-41B2-A494-7461C54B8C03}" dt="2026-09-18T15:18:51.637" v="58"/>
          <ac:spMkLst>
            <pc:docMk/>
            <pc:sldMk cId="2187567680" sldId="957"/>
            <ac:spMk id="7" creationId="{69B903E6-63C6-12CD-51B4-E096B5AE5E7A}"/>
          </ac:spMkLst>
        </pc:spChg>
        <pc:spChg chg="mod">
          <ac:chgData name="James Martin" userId="5c604502-4ee2-4081-9f0b-59e4decb0522" providerId="ADAL" clId="{2ED9032E-5F0F-41B2-A494-7461C54B8C03}" dt="2026-09-18T15:24:32.655" v="96"/>
          <ac:spMkLst>
            <pc:docMk/>
            <pc:sldMk cId="2187567680" sldId="957"/>
            <ac:spMk id="17" creationId="{66E74994-E2BA-EB6A-C7E0-8E40FE4DB509}"/>
          </ac:spMkLst>
        </pc:spChg>
        <pc:spChg chg="mod">
          <ac:chgData name="James Martin" userId="5c604502-4ee2-4081-9f0b-59e4decb0522" providerId="ADAL" clId="{2ED9032E-5F0F-41B2-A494-7461C54B8C03}" dt="2026-09-18T15:24:32.655" v="96"/>
          <ac:spMkLst>
            <pc:docMk/>
            <pc:sldMk cId="2187567680" sldId="957"/>
            <ac:spMk id="18" creationId="{8132DFDD-DC23-1710-5940-384343E2FFBC}"/>
          </ac:spMkLst>
        </pc:spChg>
        <pc:grpChg chg="add mod">
          <ac:chgData name="James Martin" userId="5c604502-4ee2-4081-9f0b-59e4decb0522" providerId="ADAL" clId="{2ED9032E-5F0F-41B2-A494-7461C54B8C03}" dt="2026-09-18T15:18:51.637" v="58"/>
          <ac:grpSpMkLst>
            <pc:docMk/>
            <pc:sldMk cId="2187567680" sldId="957"/>
            <ac:grpSpMk id="2" creationId="{C1AE759B-7CC7-5CE5-A2F4-830EBBBE0D60}"/>
          </ac:grpSpMkLst>
        </pc:grpChg>
        <pc:grpChg chg="add mod">
          <ac:chgData name="James Martin" userId="5c604502-4ee2-4081-9f0b-59e4decb0522" providerId="ADAL" clId="{2ED9032E-5F0F-41B2-A494-7461C54B8C03}" dt="2026-09-18T15:24:32.655" v="96"/>
          <ac:grpSpMkLst>
            <pc:docMk/>
            <pc:sldMk cId="2187567680" sldId="957"/>
            <ac:grpSpMk id="16" creationId="{04481BFE-79DF-1978-0BA5-14976001FE6E}"/>
          </ac:grpSpMkLst>
        </pc:grpChg>
        <pc:cxnChg chg="mod">
          <ac:chgData name="James Martin" userId="5c604502-4ee2-4081-9f0b-59e4decb0522" providerId="ADAL" clId="{2ED9032E-5F0F-41B2-A494-7461C54B8C03}" dt="2026-09-18T15:18:51.637" v="58"/>
          <ac:cxnSpMkLst>
            <pc:docMk/>
            <pc:sldMk cId="2187567680" sldId="957"/>
            <ac:cxnSpMk id="8" creationId="{154F30F1-2F87-653B-AE5E-12A24D152E62}"/>
          </ac:cxnSpMkLst>
        </pc:cxnChg>
        <pc:cxnChg chg="mod">
          <ac:chgData name="James Martin" userId="5c604502-4ee2-4081-9f0b-59e4decb0522" providerId="ADAL" clId="{2ED9032E-5F0F-41B2-A494-7461C54B8C03}" dt="2026-09-18T15:24:32.655" v="96"/>
          <ac:cxnSpMkLst>
            <pc:docMk/>
            <pc:sldMk cId="2187567680" sldId="957"/>
            <ac:cxnSpMk id="19" creationId="{C8AD15EE-C37E-69BD-C2B8-82E2B0C31514}"/>
          </ac:cxnSpMkLst>
        </pc:cxnChg>
      </pc:sldChg>
      <pc:sldChg chg="modSp add mod ord">
        <pc:chgData name="James Martin" userId="5c604502-4ee2-4081-9f0b-59e4decb0522" providerId="ADAL" clId="{2ED9032E-5F0F-41B2-A494-7461C54B8C03}" dt="2026-09-18T15:26:50.498" v="109"/>
        <pc:sldMkLst>
          <pc:docMk/>
          <pc:sldMk cId="89364880" sldId="958"/>
        </pc:sldMkLst>
        <pc:spChg chg="mod">
          <ac:chgData name="James Martin" userId="5c604502-4ee2-4081-9f0b-59e4decb0522" providerId="ADAL" clId="{2ED9032E-5F0F-41B2-A494-7461C54B8C03}" dt="2026-09-18T15:26:42.848" v="107" actId="6549"/>
          <ac:spMkLst>
            <pc:docMk/>
            <pc:sldMk cId="89364880" sldId="958"/>
            <ac:spMk id="143" creationId="{BDE93C3C-8CEF-06CB-31CA-C2C9468AD7B8}"/>
          </ac:spMkLst>
        </pc:spChg>
      </pc:sldChg>
      <pc:sldChg chg="add">
        <pc:chgData name="James Martin" userId="5c604502-4ee2-4081-9f0b-59e4decb0522" providerId="ADAL" clId="{2ED9032E-5F0F-41B2-A494-7461C54B8C03}" dt="2026-09-18T15:56:21.821" v="122"/>
        <pc:sldMkLst>
          <pc:docMk/>
          <pc:sldMk cId="589984254" sldId="9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C3292EE-3B7E-1E45-2A0A-5217D515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6D524A1D-8559-D007-CA2C-EE0DB573DB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3D3336A-478C-E049-037E-19DF2FF94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613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E8FD0-1CC8-4C80-3238-127629FC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E4900C0B-08FA-6A33-6AB1-F1D6F78BF8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D9C84606-5C2F-FA85-BA4C-795C5879D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9635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C07960B-36AA-4FB5-14B0-139BF56F1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FAB37319-E2FA-06BE-B2C4-0F7262E43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705FF7D-9AD3-CBC0-9D60-019EC415F1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64326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7A6F30D-6603-424B-13F7-9B3548DEA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88ABAC9-E670-A297-3A13-1BFE7AA268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965CA382-8DB1-5DB4-A2B7-C8E5D76AEF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0842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11B936A-727D-4CCD-ABA5-C163DA6B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C1B4848-327B-1209-CABD-AB05C11864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AADADF1-1D21-7104-01A1-099CB008B1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30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D368403-D186-7A77-180A-49E26166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AD4A758-F266-2774-EE69-0BE7999C1A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5DE8DF-9F8B-6F86-AE54-4066E2B78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07810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F250A5-B462-A003-44CE-4F7BBC13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620A868-388A-CB19-D13E-3964727FD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9A068D3-D38E-AA7B-5C22-F1B8D2000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761218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7803DB7-DFA9-63F1-9AED-A07B47C7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7919210-A624-1D3A-AB94-F9934728F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171870-9306-4D16-9DC3-F4BFFA936F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49712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A0A18D1-9183-BD08-5EF3-3F98BF74B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AD269CA-7B1D-AE84-56F8-076C91FF1B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23ED99-EDB0-6954-F236-6485C2CB7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81376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4F49A6-A6BB-D097-E58B-47CFF28F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D6F21F6-A9BC-BCB0-8638-71982B6C15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AE36C6C-ECFF-7158-AB12-940132D262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093112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A4D6598-E327-C731-94C6-281753CD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54DCE4-E222-1A4F-A61C-DA2941386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E97295-6C5C-16DD-60E3-2160BB0EB4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129020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Thomas.Maullin-Sapey@Bristol.ac.uk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1.jp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ft14968@bristol.ac.u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1.jp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 S. Martin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September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FB4C0DD6-CA7F-21B4-7062-B51FB081E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B939A963-DB23-F3D0-9A61-3FE2E40A8C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5F19CA12-A005-D56F-850D-55155BA9DA1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DE87A9-E2B6-BE8F-985E-1BE766ECBB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3185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023B165-330E-C646-C107-4DFB981C3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81F90A36-4E28-16F9-186D-03D4BCCB9C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5A990B5A-1609-DCCE-B80E-07FA688880C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8061AC0C-0F3A-01D8-6CE3-474F234726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F7A04A5-EAD9-BB90-2802-9F57B0D3BCE8}"/>
              </a:ext>
            </a:extLst>
          </p:cNvPr>
          <p:cNvGrpSpPr/>
          <p:nvPr/>
        </p:nvGrpSpPr>
        <p:grpSpPr>
          <a:xfrm>
            <a:off x="7098537" y="2015426"/>
            <a:ext cx="4057586" cy="2438772"/>
            <a:chOff x="7098537" y="2015426"/>
            <a:chExt cx="4057586" cy="2438772"/>
          </a:xfrm>
        </p:grpSpPr>
        <p:pic>
          <p:nvPicPr>
            <p:cNvPr id="8" name="Google Shape;125;p16">
              <a:extLst>
                <a:ext uri="{FF2B5EF4-FFF2-40B4-BE49-F238E27FC236}">
                  <a16:creationId xmlns:a16="http://schemas.microsoft.com/office/drawing/2014/main" id="{A012C884-7586-FB53-7C6A-240076E4C62F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CD8A76-665C-8FF6-1D68-EA4E95245343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954107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11am-12pm, Room X.XX Fry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8866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020E43B-A2BA-D226-BF16-97AD9EB5892D}"/>
              </a:ext>
            </a:extLst>
          </p:cNvPr>
          <p:cNvGrpSpPr/>
          <p:nvPr/>
        </p:nvGrpSpPr>
        <p:grpSpPr>
          <a:xfrm>
            <a:off x="7098537" y="2015362"/>
            <a:ext cx="4057586" cy="3382470"/>
            <a:chOff x="7098537" y="2015362"/>
            <a:chExt cx="4057586" cy="338247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3A4B785-D70D-8DE2-87A7-2796E9349E36}"/>
                </a:ext>
              </a:extLst>
            </p:cNvPr>
            <p:cNvSpPr txBox="1"/>
            <p:nvPr/>
          </p:nvSpPr>
          <p:spPr>
            <a:xfrm>
              <a:off x="7098537" y="4659168"/>
              <a:ext cx="4057586" cy="738664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r>
                <a:rPr lang="en-GB" u="sng" dirty="0"/>
                <a:t> </a:t>
              </a:r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ft14968@Bristol.ac.uk</a:t>
              </a:r>
              <a:endParaRPr lang="en-GB" dirty="0">
                <a:solidFill>
                  <a:schemeClr val="accent2"/>
                </a:solidFill>
              </a:endParaRPr>
            </a:p>
          </p:txBody>
        </p:sp>
        <p:pic>
          <p:nvPicPr>
            <p:cNvPr id="1026" name="Picture 2" descr="Dr Francesco Turci - Our People">
              <a:extLst>
                <a:ext uri="{FF2B5EF4-FFF2-40B4-BE49-F238E27FC236}">
                  <a16:creationId xmlns:a16="http://schemas.microsoft.com/office/drawing/2014/main" id="{D501F409-0002-0A19-E448-93E6950FA9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9000" y="2015362"/>
              <a:ext cx="962250" cy="962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5A03529-FCEE-9D53-CCCB-4373EE6F8E2E}"/>
              </a:ext>
            </a:extLst>
          </p:cNvPr>
          <p:cNvGrpSpPr/>
          <p:nvPr/>
        </p:nvGrpSpPr>
        <p:grpSpPr>
          <a:xfrm>
            <a:off x="7098537" y="2015426"/>
            <a:ext cx="4057586" cy="2438772"/>
            <a:chOff x="7098537" y="2015426"/>
            <a:chExt cx="4057586" cy="2438772"/>
          </a:xfrm>
        </p:grpSpPr>
        <p:pic>
          <p:nvPicPr>
            <p:cNvPr id="125" name="Google Shape;125;p16">
              <a:extLst>
                <a:ext uri="{FF2B5EF4-FFF2-40B4-BE49-F238E27FC236}">
                  <a16:creationId xmlns:a16="http://schemas.microsoft.com/office/drawing/2014/main" id="{A214F940-1804-6423-6539-36959C638E51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13D6C6A-3C93-D8A7-35CC-0DC4163BFA07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954107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11am-12pm, Room X.XX Fry</a:t>
              </a:r>
            </a:p>
          </p:txBody>
        </p:sp>
      </p:grp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(Thursday)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(date should be on calendar)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0DAF55D-A03A-04CB-18F5-FD5A984EB547}"/>
              </a:ext>
            </a:extLst>
          </p:cNvPr>
          <p:cNvGrpSpPr/>
          <p:nvPr/>
        </p:nvGrpSpPr>
        <p:grpSpPr>
          <a:xfrm>
            <a:off x="7098537" y="2015362"/>
            <a:ext cx="4057586" cy="3382470"/>
            <a:chOff x="7098537" y="2015362"/>
            <a:chExt cx="4057586" cy="338247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97D62DC-63C0-7C5E-BE7A-8958B8F5D486}"/>
                </a:ext>
              </a:extLst>
            </p:cNvPr>
            <p:cNvSpPr txBox="1"/>
            <p:nvPr/>
          </p:nvSpPr>
          <p:spPr>
            <a:xfrm>
              <a:off x="7098537" y="4659168"/>
              <a:ext cx="4057586" cy="738664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r>
                <a:rPr lang="en-GB" u="sng" dirty="0"/>
                <a:t> </a:t>
              </a:r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ft14968@Bristol.ac.uk</a:t>
              </a:r>
              <a:endParaRPr lang="en-GB" dirty="0">
                <a:solidFill>
                  <a:schemeClr val="accent2"/>
                </a:solidFill>
              </a:endParaRPr>
            </a:p>
          </p:txBody>
        </p:sp>
        <p:pic>
          <p:nvPicPr>
            <p:cNvPr id="7" name="Picture 2" descr="Dr Francesco Turci - Our People">
              <a:extLst>
                <a:ext uri="{FF2B5EF4-FFF2-40B4-BE49-F238E27FC236}">
                  <a16:creationId xmlns:a16="http://schemas.microsoft.com/office/drawing/2014/main" id="{FA4C30B5-C2C5-35DA-0BEC-F19C3667E0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9000" y="2015362"/>
              <a:ext cx="962250" cy="962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5F01665-4BFC-A08F-A324-7C1D7204D6F0}"/>
              </a:ext>
            </a:extLst>
          </p:cNvPr>
          <p:cNvGrpSpPr/>
          <p:nvPr/>
        </p:nvGrpSpPr>
        <p:grpSpPr>
          <a:xfrm>
            <a:off x="7098537" y="2015426"/>
            <a:ext cx="4057586" cy="2438772"/>
            <a:chOff x="7098537" y="2015426"/>
            <a:chExt cx="4057586" cy="2438772"/>
          </a:xfrm>
        </p:grpSpPr>
        <p:pic>
          <p:nvPicPr>
            <p:cNvPr id="9" name="Google Shape;125;p16">
              <a:extLst>
                <a:ext uri="{FF2B5EF4-FFF2-40B4-BE49-F238E27FC236}">
                  <a16:creationId xmlns:a16="http://schemas.microsoft.com/office/drawing/2014/main" id="{F4BF6113-C90E-8CD8-BCA4-6320D4257373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rcRect/>
            <a:stretch/>
          </p:blipFill>
          <p:spPr>
            <a:xfrm>
              <a:off x="8905491" y="2015426"/>
              <a:ext cx="952268" cy="962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810EFE-5B6B-3D9F-D0DD-7FD8655A727C}"/>
                </a:ext>
              </a:extLst>
            </p:cNvPr>
            <p:cNvSpPr txBox="1"/>
            <p:nvPr/>
          </p:nvSpPr>
          <p:spPr>
            <a:xfrm>
              <a:off x="7098537" y="3500091"/>
              <a:ext cx="4057586" cy="954107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u="sng" dirty="0"/>
                <a:t>Contact Details:</a:t>
              </a:r>
            </a:p>
            <a:p>
              <a:endParaRPr lang="en-GB" u="sng" dirty="0"/>
            </a:p>
            <a:p>
              <a:r>
                <a:rPr lang="en-GB" dirty="0"/>
                <a:t>Email: </a:t>
              </a:r>
              <a:r>
                <a:rPr lang="en-GB" dirty="0">
                  <a:solidFill>
                    <a:schemeClr val="accent2"/>
                  </a:solidFill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james.martin@bristol.ac.uk</a:t>
              </a:r>
              <a:endParaRPr lang="en-GB" dirty="0">
                <a:solidFill>
                  <a:schemeClr val="accent2"/>
                </a:solidFill>
              </a:endParaRPr>
            </a:p>
            <a:p>
              <a:r>
                <a:rPr lang="en-GB" dirty="0"/>
                <a:t>Office Hours: Thurs 11am-12pm, Room X.XX Fry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12B7DE7-E38A-E88D-013C-4367C600099A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8" name="Google Shape;135;p17">
              <a:extLst>
                <a:ext uri="{FF2B5EF4-FFF2-40B4-BE49-F238E27FC236}">
                  <a16:creationId xmlns:a16="http://schemas.microsoft.com/office/drawing/2014/main" id="{67129849-FF97-A3B2-9B81-851FC061A474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136;p17">
              <a:extLst>
                <a:ext uri="{FF2B5EF4-FFF2-40B4-BE49-F238E27FC236}">
                  <a16:creationId xmlns:a16="http://schemas.microsoft.com/office/drawing/2014/main" id="{D430506C-908A-B0A7-C200-A1AF0ECFF157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0" name="Google Shape;137;p17">
              <a:extLst>
                <a:ext uri="{FF2B5EF4-FFF2-40B4-BE49-F238E27FC236}">
                  <a16:creationId xmlns:a16="http://schemas.microsoft.com/office/drawing/2014/main" id="{7D55CEDB-B566-280F-F42A-F3C7618436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1D801C0-BBE9-30EB-744E-64A86E006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87CCB62-1525-5433-DFBA-95EA4067BD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C1F4A2D-AB15-D79F-A483-4F5077A35F2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0A4BE4-1AB6-CBC5-61DE-6C2034651F3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BA5AAA-29E4-7BC3-6442-3891FC56D8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133;p17">
            <a:extLst>
              <a:ext uri="{FF2B5EF4-FFF2-40B4-BE49-F238E27FC236}">
                <a16:creationId xmlns:a16="http://schemas.microsoft.com/office/drawing/2014/main" id="{FFB5C576-3C7A-252C-559A-698EDBD9205E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0A45F1F-FA70-B957-E32D-09B8BB9A03C1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0" name="Google Shape;135;p17">
              <a:extLst>
                <a:ext uri="{FF2B5EF4-FFF2-40B4-BE49-F238E27FC236}">
                  <a16:creationId xmlns:a16="http://schemas.microsoft.com/office/drawing/2014/main" id="{0F818EFD-4447-D488-E3D0-C2F15A040D12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136;p17">
              <a:extLst>
                <a:ext uri="{FF2B5EF4-FFF2-40B4-BE49-F238E27FC236}">
                  <a16:creationId xmlns:a16="http://schemas.microsoft.com/office/drawing/2014/main" id="{E3F5713A-E7CC-D5C5-541A-ED6837E080C5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" name="Google Shape;137;p17">
              <a:extLst>
                <a:ext uri="{FF2B5EF4-FFF2-40B4-BE49-F238E27FC236}">
                  <a16:creationId xmlns:a16="http://schemas.microsoft.com/office/drawing/2014/main" id="{6A39C2C3-7BBA-0A0C-FCC3-516145F407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1749515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27B5907-1EDB-B853-1824-2F25A1DE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6592F2B0-4BDC-B002-1671-C43F106FAA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E8E321A-1EF1-5D73-2C8E-6634D7F3E81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C60102CC-FA6F-2B51-593E-4DE4FA274B3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63C2672-FC99-CDDD-C559-59CE8AC441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" name="Google Shape;133;p17">
            <a:extLst>
              <a:ext uri="{FF2B5EF4-FFF2-40B4-BE49-F238E27FC236}">
                <a16:creationId xmlns:a16="http://schemas.microsoft.com/office/drawing/2014/main" id="{26DA7F40-5A97-C176-FF1C-352F65F65AFC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AE759B-7CC7-5CE5-A2F4-830EBBBE0D60}"/>
              </a:ext>
            </a:extLst>
          </p:cNvPr>
          <p:cNvGrpSpPr/>
          <p:nvPr/>
        </p:nvGrpSpPr>
        <p:grpSpPr>
          <a:xfrm>
            <a:off x="6535038" y="3483725"/>
            <a:ext cx="4774887" cy="2560172"/>
            <a:chOff x="6535038" y="3483725"/>
            <a:chExt cx="4774887" cy="2560172"/>
          </a:xfrm>
        </p:grpSpPr>
        <p:sp>
          <p:nvSpPr>
            <p:cNvPr id="4" name="Google Shape;133;p17">
              <a:extLst>
                <a:ext uri="{FF2B5EF4-FFF2-40B4-BE49-F238E27FC236}">
                  <a16:creationId xmlns:a16="http://schemas.microsoft.com/office/drawing/2014/main" id="{AA1275A0-C68E-8709-D7C9-C1B3820CF090}"/>
                </a:ext>
              </a:extLst>
            </p:cNvPr>
            <p:cNvSpPr txBox="1"/>
            <p:nvPr/>
          </p:nvSpPr>
          <p:spPr>
            <a:xfrm>
              <a:off x="6535038" y="5120598"/>
              <a:ext cx="3104461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Please bring a laptop/device – must be able to type code and access the internet!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135;p17">
              <a:extLst>
                <a:ext uri="{FF2B5EF4-FFF2-40B4-BE49-F238E27FC236}">
                  <a16:creationId xmlns:a16="http://schemas.microsoft.com/office/drawing/2014/main" id="{396BB376-6791-FF47-F5E1-0E50F2B47B75}"/>
                </a:ext>
              </a:extLst>
            </p:cNvPr>
            <p:cNvSpPr txBox="1"/>
            <p:nvPr/>
          </p:nvSpPr>
          <p:spPr>
            <a:xfrm>
              <a:off x="8984325" y="4557500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Don’t be this guy!</a:t>
              </a:r>
              <a:endParaRPr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36;p17">
              <a:extLst>
                <a:ext uri="{FF2B5EF4-FFF2-40B4-BE49-F238E27FC236}">
                  <a16:creationId xmlns:a16="http://schemas.microsoft.com/office/drawing/2014/main" id="{69B903E6-63C6-12CD-51B4-E096B5AE5E7A}"/>
                </a:ext>
              </a:extLst>
            </p:cNvPr>
            <p:cNvSpPr/>
            <p:nvPr/>
          </p:nvSpPr>
          <p:spPr>
            <a:xfrm>
              <a:off x="9639500" y="3483725"/>
              <a:ext cx="693000" cy="44700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Google Shape;137;p17">
              <a:extLst>
                <a:ext uri="{FF2B5EF4-FFF2-40B4-BE49-F238E27FC236}">
                  <a16:creationId xmlns:a16="http://schemas.microsoft.com/office/drawing/2014/main" id="{154F30F1-2F87-653B-AE5E-12A24D152E62}"/>
                </a:ext>
              </a:extLst>
            </p:cNvPr>
            <p:cNvCxnSpPr/>
            <p:nvPr/>
          </p:nvCxnSpPr>
          <p:spPr>
            <a:xfrm rot="10800000">
              <a:off x="9986000" y="4006925"/>
              <a:ext cx="161100" cy="626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481BFE-79DF-1978-0BA5-14976001FE6E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7" name="Google Shape;135;p17">
              <a:extLst>
                <a:ext uri="{FF2B5EF4-FFF2-40B4-BE49-F238E27FC236}">
                  <a16:creationId xmlns:a16="http://schemas.microsoft.com/office/drawing/2014/main" id="{66E74994-E2BA-EB6A-C7E0-8E40FE4DB509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36;p17">
              <a:extLst>
                <a:ext uri="{FF2B5EF4-FFF2-40B4-BE49-F238E27FC236}">
                  <a16:creationId xmlns:a16="http://schemas.microsoft.com/office/drawing/2014/main" id="{8132DFDD-DC23-1710-5940-384343E2FFBC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" name="Google Shape;137;p17">
              <a:extLst>
                <a:ext uri="{FF2B5EF4-FFF2-40B4-BE49-F238E27FC236}">
                  <a16:creationId xmlns:a16="http://schemas.microsoft.com/office/drawing/2014/main" id="{C8AD15EE-C37E-69BD-C2B8-82E2B0C315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187567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133;p17">
            <a:extLst>
              <a:ext uri="{FF2B5EF4-FFF2-40B4-BE49-F238E27FC236}">
                <a16:creationId xmlns:a16="http://schemas.microsoft.com/office/drawing/2014/main" id="{0A781D09-ABA6-EA1B-53AD-2B58F3FE4627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4CB335D-A253-825F-9A1D-0E708262893C}"/>
              </a:ext>
            </a:extLst>
          </p:cNvPr>
          <p:cNvGrpSpPr/>
          <p:nvPr/>
        </p:nvGrpSpPr>
        <p:grpSpPr>
          <a:xfrm>
            <a:off x="6535038" y="3483725"/>
            <a:ext cx="4774887" cy="2560172"/>
            <a:chOff x="6535038" y="3483725"/>
            <a:chExt cx="4774887" cy="2560172"/>
          </a:xfrm>
        </p:grpSpPr>
        <p:sp>
          <p:nvSpPr>
            <p:cNvPr id="4" name="Google Shape;133;p17">
              <a:extLst>
                <a:ext uri="{FF2B5EF4-FFF2-40B4-BE49-F238E27FC236}">
                  <a16:creationId xmlns:a16="http://schemas.microsoft.com/office/drawing/2014/main" id="{8490234C-D09B-FD4A-61D9-49B09BD79C42}"/>
                </a:ext>
              </a:extLst>
            </p:cNvPr>
            <p:cNvSpPr txBox="1"/>
            <p:nvPr/>
          </p:nvSpPr>
          <p:spPr>
            <a:xfrm>
              <a:off x="6535038" y="5120598"/>
              <a:ext cx="3104461" cy="923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Please bring a laptop/device – must be able to type code and access the internet!</a:t>
              </a:r>
              <a:endParaRPr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135;p17">
              <a:extLst>
                <a:ext uri="{FF2B5EF4-FFF2-40B4-BE49-F238E27FC236}">
                  <a16:creationId xmlns:a16="http://schemas.microsoft.com/office/drawing/2014/main" id="{0DC94308-88CC-4554-FDF8-B162A63211F5}"/>
                </a:ext>
              </a:extLst>
            </p:cNvPr>
            <p:cNvSpPr txBox="1"/>
            <p:nvPr/>
          </p:nvSpPr>
          <p:spPr>
            <a:xfrm>
              <a:off x="8984325" y="4557500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Don’t be this guy!</a:t>
              </a:r>
              <a:endParaRPr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36;p17">
              <a:extLst>
                <a:ext uri="{FF2B5EF4-FFF2-40B4-BE49-F238E27FC236}">
                  <a16:creationId xmlns:a16="http://schemas.microsoft.com/office/drawing/2014/main" id="{FF797D37-43B9-E0CC-9724-AEC99052F98E}"/>
                </a:ext>
              </a:extLst>
            </p:cNvPr>
            <p:cNvSpPr/>
            <p:nvPr/>
          </p:nvSpPr>
          <p:spPr>
            <a:xfrm>
              <a:off x="9639500" y="3483725"/>
              <a:ext cx="693000" cy="447000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" name="Google Shape;137;p17">
              <a:extLst>
                <a:ext uri="{FF2B5EF4-FFF2-40B4-BE49-F238E27FC236}">
                  <a16:creationId xmlns:a16="http://schemas.microsoft.com/office/drawing/2014/main" id="{26355B9D-652A-9A3C-2F38-8001CE04AF2B}"/>
                </a:ext>
              </a:extLst>
            </p:cNvPr>
            <p:cNvCxnSpPr/>
            <p:nvPr/>
          </p:nvCxnSpPr>
          <p:spPr>
            <a:xfrm rot="10800000">
              <a:off x="9986000" y="4006925"/>
              <a:ext cx="161100" cy="626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A5A87EE-AE62-4B8B-09C7-08775470DEB8}"/>
              </a:ext>
            </a:extLst>
          </p:cNvPr>
          <p:cNvGrpSpPr/>
          <p:nvPr/>
        </p:nvGrpSpPr>
        <p:grpSpPr>
          <a:xfrm>
            <a:off x="4247625" y="3933432"/>
            <a:ext cx="2728525" cy="875879"/>
            <a:chOff x="4247625" y="3965627"/>
            <a:chExt cx="2728525" cy="875879"/>
          </a:xfrm>
        </p:grpSpPr>
        <p:sp>
          <p:nvSpPr>
            <p:cNvPr id="18" name="Google Shape;135;p17">
              <a:extLst>
                <a:ext uri="{FF2B5EF4-FFF2-40B4-BE49-F238E27FC236}">
                  <a16:creationId xmlns:a16="http://schemas.microsoft.com/office/drawing/2014/main" id="{2706A61F-0DD6-4C07-6373-297E05B19F6E}"/>
                </a:ext>
              </a:extLst>
            </p:cNvPr>
            <p:cNvSpPr txBox="1"/>
            <p:nvPr/>
          </p:nvSpPr>
          <p:spPr>
            <a:xfrm>
              <a:off x="4650550" y="3965627"/>
              <a:ext cx="23256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CRUCIAL TO CODING!!</a:t>
              </a:r>
              <a:endParaRPr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36;p17">
              <a:extLst>
                <a:ext uri="{FF2B5EF4-FFF2-40B4-BE49-F238E27FC236}">
                  <a16:creationId xmlns:a16="http://schemas.microsoft.com/office/drawing/2014/main" id="{3F4F080F-7673-CE4D-3C95-78A4600E1D5E}"/>
                </a:ext>
              </a:extLst>
            </p:cNvPr>
            <p:cNvSpPr/>
            <p:nvPr/>
          </p:nvSpPr>
          <p:spPr>
            <a:xfrm>
              <a:off x="4247625" y="4597397"/>
              <a:ext cx="1848375" cy="244109"/>
            </a:xfrm>
            <a:prstGeom prst="rect">
              <a:avLst/>
            </a:prstGeom>
            <a:noFill/>
            <a:ln w="3810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" name="Google Shape;137;p17">
              <a:extLst>
                <a:ext uri="{FF2B5EF4-FFF2-40B4-BE49-F238E27FC236}">
                  <a16:creationId xmlns:a16="http://schemas.microsoft.com/office/drawing/2014/main" id="{5BBB00E4-8B67-3BD4-2129-3A5A46C3B0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9342" y="4287967"/>
              <a:ext cx="330241" cy="237225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lg" len="lg"/>
            </a:ln>
          </p:spPr>
        </p:cxnSp>
      </p:grp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783AB585-6F2C-2B3F-F226-5A3439FC8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3A1C5F1-67E6-6F33-2D37-0A77E2CFB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DE93C3C-8CEF-06CB-31CA-C2C9468AD7B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C2C8AE-8460-A642-24A7-20F3A95FF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3668E33-1C88-B2F2-C8DD-BB1B91F1C8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364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4EE7C4F-E9B8-8DBA-124C-29F42062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24D1CEA-84FA-E164-49D9-B96E26988DE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234BC7E-9A85-A28C-C83C-826AA89CD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FC58821-B8FF-62E1-C1C8-6A17230E949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E453CE-FB33-17FC-57DB-C2D6249EC00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0D72804-8036-5B28-C830-F172775F2A5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84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git@github.com:jsmartinstats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/SCIF10002-2026.git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9EB8DDC-C0F1-5D2B-A787-E0EDABC84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93E4D-D04C-9578-C84B-72803A0DFD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0AABF34-932C-393C-3C74-1F42ABBE4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3D3217F-C9DE-7CD8-4AFF-DC106F5B7929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0964F6-C058-8D2E-3C88-C19C05351B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E4770C-1F01-1CA3-B4F0-C3A99B7F11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E50F7D8A-67F6-48DF-125C-E6E53CA4503B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43997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16BD52-9BFC-E18F-C7F8-263597304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4BB960-863B-BFE2-26FB-60B758E2BA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B55913-96EA-9ADB-001B-B2D9E7BDA9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A31CFEF-ADE3-7C0B-7300-BDAB2E13545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B23BC3-194B-6954-9DCB-314CFA1769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7DD0E7-0C42-71F7-CECD-EEC00645B8C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8593C46-275C-82A4-F63C-550D1A2B1B6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27366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121791A-870B-ECA4-E5B5-1D16AA90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D4F4EE-70FC-8C3C-A2EE-09FD8AFACA7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318914-7090-6CA7-DA52-24E7D23443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33242D-F34A-1F40-84E0-97C5DC3AD8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F922A9-334B-5C12-3392-EA76DF9BAB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B91692B-956A-A2F2-6E1C-50EA17571A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A88644-5110-859F-8819-ADC57E3E279C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5514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BA3B8D1-A333-9BAD-1CCD-0BA5BA0D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96B17A-96A7-A3D0-871A-A910F007F0D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FBED30B-D454-E4F2-748A-C7DDC7897A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3C45C2-8D6E-8B00-B462-510258403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F672C9-87A9-8A95-C45D-71031D2142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2057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88D42-4D7B-D4DE-F78B-01992340B7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D501AF-6086-9FAF-6407-67B559CCD8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D79FB8-CE85-CE3E-5915-F492D75806A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14619DF-FF67-F5E5-AEED-0511317DA7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CFF3DFB-DCE0-36D9-2B8A-5359EE9235BB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2" name="Google Shape;200;p20">
              <a:extLst>
                <a:ext uri="{FF2B5EF4-FFF2-40B4-BE49-F238E27FC236}">
                  <a16:creationId xmlns:a16="http://schemas.microsoft.com/office/drawing/2014/main" id="{58F471E9-B9C7-BD18-2DCA-52F40B9A9D85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" name="Google Shape;198;p20">
              <a:extLst>
                <a:ext uri="{FF2B5EF4-FFF2-40B4-BE49-F238E27FC236}">
                  <a16:creationId xmlns:a16="http://schemas.microsoft.com/office/drawing/2014/main" id="{C1E00D5C-EF4A-C25C-DFC9-E7777E1F57E3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209B98-1522-9DE4-DF8C-DF8AA4FFA2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9E2B6CF-7D84-FFAB-CD70-56A3AC34904A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11" name="Google Shape;200;p20">
              <a:extLst>
                <a:ext uri="{FF2B5EF4-FFF2-40B4-BE49-F238E27FC236}">
                  <a16:creationId xmlns:a16="http://schemas.microsoft.com/office/drawing/2014/main" id="{ADD86877-3AD8-E9C9-04AF-087BBC1A2F23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98;p20">
              <a:extLst>
                <a:ext uri="{FF2B5EF4-FFF2-40B4-BE49-F238E27FC236}">
                  <a16:creationId xmlns:a16="http://schemas.microsoft.com/office/drawing/2014/main" id="{4AA1A19F-8F13-DEE1-0DA1-AAC5AA5F2DA9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84E18D-6C8A-94A4-6394-00A8326E2D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904" r="80391" b="77867"/>
          <a:stretch>
            <a:fillRect/>
          </a:stretch>
        </p:blipFill>
        <p:spPr>
          <a:xfrm>
            <a:off x="8538425" y="2377438"/>
            <a:ext cx="2617255" cy="231648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1E4CF24-74EB-870D-330A-1A180BFE0D05}"/>
              </a:ext>
            </a:extLst>
          </p:cNvPr>
          <p:cNvGrpSpPr/>
          <p:nvPr/>
        </p:nvGrpSpPr>
        <p:grpSpPr>
          <a:xfrm>
            <a:off x="8300359" y="1662898"/>
            <a:ext cx="3532412" cy="1463265"/>
            <a:chOff x="8300359" y="1662898"/>
            <a:chExt cx="3532412" cy="1463265"/>
          </a:xfrm>
        </p:grpSpPr>
        <p:sp>
          <p:nvSpPr>
            <p:cNvPr id="7" name="Google Shape;200;p20">
              <a:extLst>
                <a:ext uri="{FF2B5EF4-FFF2-40B4-BE49-F238E27FC236}">
                  <a16:creationId xmlns:a16="http://schemas.microsoft.com/office/drawing/2014/main" id="{8B79F6FF-3FF2-8AFB-7503-FE7698B380A6}"/>
                </a:ext>
              </a:extLst>
            </p:cNvPr>
            <p:cNvSpPr/>
            <p:nvPr/>
          </p:nvSpPr>
          <p:spPr>
            <a:xfrm>
              <a:off x="9451232" y="2640572"/>
              <a:ext cx="550758" cy="485591"/>
            </a:xfrm>
            <a:prstGeom prst="rect">
              <a:avLst/>
            </a:prstGeom>
            <a:noFill/>
            <a:ln w="57150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198;p20">
              <a:extLst>
                <a:ext uri="{FF2B5EF4-FFF2-40B4-BE49-F238E27FC236}">
                  <a16:creationId xmlns:a16="http://schemas.microsoft.com/office/drawing/2014/main" id="{23D44F27-C64C-FA4F-9082-0DDD58A8841B}"/>
                </a:ext>
              </a:extLst>
            </p:cNvPr>
            <p:cNvSpPr txBox="1"/>
            <p:nvPr/>
          </p:nvSpPr>
          <p:spPr>
            <a:xfrm>
              <a:off x="8300359" y="1662898"/>
              <a:ext cx="3532412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 dirty="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Assignment operator</a:t>
              </a:r>
              <a:endParaRPr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4005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45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89245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55882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6648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06211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AF67C5A-D998-3931-BA78-D3F36958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853992-B8DE-FF69-A1D8-E41114E9ECC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4E59-91CD-6E90-CC56-F1709B6B86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B390464-7806-6FC7-1F54-16CE7F06A50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09557C-6497-426E-49B8-98088BADCC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B38358B-9DC9-D3EA-6D47-CA48F452FBE3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2CABE9B-C183-B8FC-839F-7DB15BE6E3D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91F0A3-128C-DF34-FACE-C18A38C837D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00D24-582B-77DF-AF75-2F7AE390F9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5D6A0F-F523-E2EE-DD1D-C159CBC34084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3A6631-D334-18D7-B4F5-998B4E093A48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CE403B4-C73D-862F-8340-F647865815A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E8FB699-3525-A424-DB2D-AD7721735D9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A8E99CF-5AA9-1B31-FBEC-34270B18F35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7C62FE5-2FCE-B10F-4BA0-34D394D121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6CBD2E0-C195-7042-E486-3DC12578FE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3A106C7-C286-7AE6-3258-A12F81360F5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8183C4B-6DC7-CC4E-6D07-3ADA1517DA8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8FD6147-9620-B76A-4D87-E810E8660B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B08BF1E-86A4-8A64-4333-3DBFC8A556C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143A9B3-F1C8-D1C8-DBB6-1434E282F17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EDC0EC4-BAB2-F368-93BE-D7735C112F8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191DDCB-3EEA-06AF-016C-AB1B72385627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E25E319-C5C9-8EE0-2E7F-B87B6F246A8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ACF4B7E-72BC-B93F-A6A8-82C2046A563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3A34261-C013-156F-9A25-EFE068A766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5396310-A826-A98E-2E7D-B2C814A5A8A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4329BC-2C9B-E731-4221-251D34E9C92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81265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FB74F890-20A2-C369-7C01-93D1A15C513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81DBEF5B-569C-4550-D2B0-8ADCF1C259A5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4DDF49CF-8A1F-A9D4-C3AF-E0797C08C81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  <p:sp>
        <p:nvSpPr>
          <p:cNvPr id="6" name="Google Shape;247;p31">
            <a:extLst>
              <a:ext uri="{FF2B5EF4-FFF2-40B4-BE49-F238E27FC236}">
                <a16:creationId xmlns:a16="http://schemas.microsoft.com/office/drawing/2014/main" id="{2CDC54F7-60E2-26D0-632C-BFBFA27E7437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47;p31">
            <a:extLst>
              <a:ext uri="{FF2B5EF4-FFF2-40B4-BE49-F238E27FC236}">
                <a16:creationId xmlns:a16="http://schemas.microsoft.com/office/drawing/2014/main" id="{2288CB20-4625-4548-11DF-92EBEA3073B7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of collections throughout the course.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58A8522-3E4A-32C9-0CDB-8CF87DC3FA56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B4BF10FD-508C-4212-FA29-56A944EA3C7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B72A6F42-CEFE-E5B5-A996-5AE22D343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42955BDB-38F1-40F6-DA16-2E1832918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you’ll be working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10808</TotalTime>
  <Words>5508</Words>
  <Application>Microsoft Office PowerPoint</Application>
  <PresentationFormat>Widescreen</PresentationFormat>
  <Paragraphs>1081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1" baseType="lpstr">
      <vt:lpstr>Arial</vt:lpstr>
      <vt:lpstr>Aptos Mono</vt:lpstr>
      <vt:lpstr>Calibri</vt:lpstr>
      <vt:lpstr>Retrospect</vt:lpstr>
      <vt:lpstr>Lecture 1:   Introduction &amp; Data Types 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James Martin</cp:lastModifiedBy>
  <cp:revision>18</cp:revision>
  <dcterms:modified xsi:type="dcterms:W3CDTF">2026-09-21T12:14:42Z</dcterms:modified>
</cp:coreProperties>
</file>