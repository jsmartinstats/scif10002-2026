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8"/>
  </p:notesMasterIdLst>
  <p:sldIdLst>
    <p:sldId id="256" r:id="rId2"/>
    <p:sldId id="1442" r:id="rId3"/>
    <p:sldId id="1378" r:id="rId4"/>
    <p:sldId id="1381" r:id="rId5"/>
    <p:sldId id="1384" r:id="rId6"/>
    <p:sldId id="1625" r:id="rId7"/>
    <p:sldId id="1626" r:id="rId8"/>
    <p:sldId id="1369" r:id="rId9"/>
    <p:sldId id="1396" r:id="rId10"/>
    <p:sldId id="1398" r:id="rId11"/>
    <p:sldId id="1399" r:id="rId12"/>
    <p:sldId id="1408" r:id="rId13"/>
    <p:sldId id="1411" r:id="rId14"/>
    <p:sldId id="1413" r:id="rId15"/>
    <p:sldId id="1420" r:id="rId16"/>
    <p:sldId id="1421" r:id="rId17"/>
    <p:sldId id="1426" r:id="rId18"/>
    <p:sldId id="1189" r:id="rId19"/>
    <p:sldId id="1451" r:id="rId20"/>
    <p:sldId id="1443" r:id="rId21"/>
    <p:sldId id="1444" r:id="rId22"/>
    <p:sldId id="1461" r:id="rId23"/>
    <p:sldId id="1463" r:id="rId24"/>
    <p:sldId id="1628" r:id="rId25"/>
    <p:sldId id="1465" r:id="rId26"/>
    <p:sldId id="1466" r:id="rId27"/>
    <p:sldId id="1469" r:id="rId28"/>
    <p:sldId id="1470" r:id="rId29"/>
    <p:sldId id="1467" r:id="rId30"/>
    <p:sldId id="1471" r:id="rId31"/>
    <p:sldId id="1473" r:id="rId32"/>
    <p:sldId id="1472" r:id="rId33"/>
    <p:sldId id="1474" r:id="rId34"/>
    <p:sldId id="1475" r:id="rId35"/>
    <p:sldId id="1476" r:id="rId36"/>
    <p:sldId id="1480" r:id="rId37"/>
    <p:sldId id="1482" r:id="rId38"/>
    <p:sldId id="1483" r:id="rId39"/>
    <p:sldId id="1481" r:id="rId40"/>
    <p:sldId id="1484" r:id="rId41"/>
    <p:sldId id="1485" r:id="rId42"/>
    <p:sldId id="1370" r:id="rId43"/>
    <p:sldId id="1487" r:id="rId44"/>
    <p:sldId id="1488" r:id="rId45"/>
    <p:sldId id="1489" r:id="rId46"/>
    <p:sldId id="1486" r:id="rId47"/>
    <p:sldId id="1479" r:id="rId48"/>
    <p:sldId id="1492" r:id="rId49"/>
    <p:sldId id="1499" r:id="rId50"/>
    <p:sldId id="1491" r:id="rId51"/>
    <p:sldId id="1501" r:id="rId52"/>
    <p:sldId id="1500" r:id="rId53"/>
    <p:sldId id="1493" r:id="rId54"/>
    <p:sldId id="1495" r:id="rId55"/>
    <p:sldId id="1509" r:id="rId56"/>
    <p:sldId id="1497" r:id="rId57"/>
    <p:sldId id="1372" r:id="rId58"/>
    <p:sldId id="1513" r:id="rId59"/>
    <p:sldId id="1514" r:id="rId60"/>
    <p:sldId id="1510" r:id="rId61"/>
    <p:sldId id="1517" r:id="rId62"/>
    <p:sldId id="1515" r:id="rId63"/>
    <p:sldId id="1518" r:id="rId64"/>
    <p:sldId id="1519" r:id="rId65"/>
    <p:sldId id="1520" r:id="rId66"/>
    <p:sldId id="1373" r:id="rId67"/>
    <p:sldId id="1524" r:id="rId68"/>
    <p:sldId id="1525" r:id="rId69"/>
    <p:sldId id="1521" r:id="rId70"/>
    <p:sldId id="1527" r:id="rId71"/>
    <p:sldId id="1529" r:id="rId72"/>
    <p:sldId id="1531" r:id="rId73"/>
    <p:sldId id="1522" r:id="rId74"/>
    <p:sldId id="1532" r:id="rId75"/>
    <p:sldId id="1534" r:id="rId76"/>
    <p:sldId id="1535" r:id="rId77"/>
    <p:sldId id="1533" r:id="rId78"/>
    <p:sldId id="1536" r:id="rId79"/>
    <p:sldId id="1537" r:id="rId80"/>
    <p:sldId id="1530" r:id="rId81"/>
    <p:sldId id="1538" r:id="rId82"/>
    <p:sldId id="1539" r:id="rId83"/>
    <p:sldId id="1371" r:id="rId84"/>
    <p:sldId id="1541" r:id="rId85"/>
    <p:sldId id="1542" r:id="rId86"/>
    <p:sldId id="1546" r:id="rId87"/>
    <p:sldId id="1550" r:id="rId88"/>
    <p:sldId id="1552" r:id="rId89"/>
    <p:sldId id="1555" r:id="rId90"/>
    <p:sldId id="1556" r:id="rId91"/>
    <p:sldId id="1557" r:id="rId92"/>
    <p:sldId id="1375" r:id="rId93"/>
    <p:sldId id="1376" r:id="rId94"/>
    <p:sldId id="1562" r:id="rId95"/>
    <p:sldId id="1564" r:id="rId96"/>
    <p:sldId id="1560" r:id="rId97"/>
    <p:sldId id="1630" r:id="rId98"/>
    <p:sldId id="1572" r:id="rId99"/>
    <p:sldId id="1571" r:id="rId100"/>
    <p:sldId id="1568" r:id="rId101"/>
    <p:sldId id="1569" r:id="rId102"/>
    <p:sldId id="1631" r:id="rId103"/>
    <p:sldId id="1576" r:id="rId104"/>
    <p:sldId id="1577" r:id="rId105"/>
    <p:sldId id="1573" r:id="rId106"/>
    <p:sldId id="1581" r:id="rId107"/>
    <p:sldId id="1579" r:id="rId108"/>
    <p:sldId id="1567" r:id="rId109"/>
    <p:sldId id="1587" r:id="rId110"/>
    <p:sldId id="1585" r:id="rId111"/>
    <p:sldId id="1586" r:id="rId112"/>
    <p:sldId id="1590" r:id="rId113"/>
    <p:sldId id="1582" r:id="rId114"/>
    <p:sldId id="1598" r:id="rId115"/>
    <p:sldId id="1604" r:id="rId116"/>
    <p:sldId id="1599" r:id="rId117"/>
    <p:sldId id="1602" r:id="rId118"/>
    <p:sldId id="1606" r:id="rId119"/>
    <p:sldId id="1593" r:id="rId120"/>
    <p:sldId id="1609" r:id="rId121"/>
    <p:sldId id="1618" r:id="rId122"/>
    <p:sldId id="1619" r:id="rId123"/>
    <p:sldId id="1621" r:id="rId124"/>
    <p:sldId id="1623" r:id="rId125"/>
    <p:sldId id="1624" r:id="rId126"/>
    <p:sldId id="427" r:id="rId12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A900"/>
    <a:srgbClr val="976B1B"/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E411270-C5C1-4554-949F-9EF7BC4C97F6}" v="11" dt="2026-10-12T13:06:58.6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94660"/>
  </p:normalViewPr>
  <p:slideViewPr>
    <p:cSldViewPr snapToGrid="0">
      <p:cViewPr varScale="1">
        <p:scale>
          <a:sx n="97" d="100"/>
          <a:sy n="97" d="100"/>
        </p:scale>
        <p:origin x="58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microsoft.com/office/2015/10/relationships/revisionInfo" Target="revisionInfo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presProps" Target="pres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viewProps" Target="viewProp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tableStyles" Target="tableStyle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es Martin" userId="5c604502-4ee2-4081-9f0b-59e4decb0522" providerId="ADAL" clId="{CD9F9381-1667-4751-A642-EBC8FFBDE105}"/>
    <pc:docChg chg="undo custSel addSld delSld modSld sldOrd">
      <pc:chgData name="James Martin" userId="5c604502-4ee2-4081-9f0b-59e4decb0522" providerId="ADAL" clId="{CD9F9381-1667-4751-A642-EBC8FFBDE105}" dt="2026-10-12T13:08:43.744" v="398" actId="6549"/>
      <pc:docMkLst>
        <pc:docMk/>
      </pc:docMkLst>
      <pc:sldChg chg="modSp mod">
        <pc:chgData name="James Martin" userId="5c604502-4ee2-4081-9f0b-59e4decb0522" providerId="ADAL" clId="{CD9F9381-1667-4751-A642-EBC8FFBDE105}" dt="2026-10-05T11:24:40.575" v="16" actId="20577"/>
        <pc:sldMkLst>
          <pc:docMk/>
          <pc:sldMk cId="0" sldId="256"/>
        </pc:sldMkLst>
        <pc:spChg chg="mod">
          <ac:chgData name="James Martin" userId="5c604502-4ee2-4081-9f0b-59e4decb0522" providerId="ADAL" clId="{CD9F9381-1667-4751-A642-EBC8FFBDE105}" dt="2026-10-05T11:24:40.575" v="16" actId="20577"/>
          <ac:spMkLst>
            <pc:docMk/>
            <pc:sldMk cId="0" sldId="256"/>
            <ac:spMk id="102" creationId="{00000000-0000-0000-0000-000000000000}"/>
          </ac:spMkLst>
        </pc:spChg>
      </pc:sldChg>
      <pc:sldChg chg="add del">
        <pc:chgData name="James Martin" userId="5c604502-4ee2-4081-9f0b-59e4decb0522" providerId="ADAL" clId="{CD9F9381-1667-4751-A642-EBC8FFBDE105}" dt="2026-10-05T11:35:07.113" v="33" actId="47"/>
        <pc:sldMkLst>
          <pc:docMk/>
          <pc:sldMk cId="2246078484" sldId="1189"/>
        </pc:sldMkLst>
      </pc:sldChg>
      <pc:sldChg chg="modSp add del mod">
        <pc:chgData name="James Martin" userId="5c604502-4ee2-4081-9f0b-59e4decb0522" providerId="ADAL" clId="{CD9F9381-1667-4751-A642-EBC8FFBDE105}" dt="2026-10-12T13:06:50.577" v="380"/>
        <pc:sldMkLst>
          <pc:docMk/>
          <pc:sldMk cId="2232615700" sldId="1369"/>
        </pc:sldMkLst>
        <pc:spChg chg="mod">
          <ac:chgData name="James Martin" userId="5c604502-4ee2-4081-9f0b-59e4decb0522" providerId="ADAL" clId="{CD9F9381-1667-4751-A642-EBC8FFBDE105}" dt="2026-10-12T13:06:50.577" v="380"/>
          <ac:spMkLst>
            <pc:docMk/>
            <pc:sldMk cId="2232615700" sldId="1369"/>
            <ac:spMk id="2" creationId="{E9AB5D44-1CA2-AC54-D17B-D024F071F2D2}"/>
          </ac:spMkLst>
        </pc:spChg>
      </pc:sldChg>
      <pc:sldChg chg="add del">
        <pc:chgData name="James Martin" userId="5c604502-4ee2-4081-9f0b-59e4decb0522" providerId="ADAL" clId="{CD9F9381-1667-4751-A642-EBC8FFBDE105}" dt="2026-10-05T14:32:50.963" v="330" actId="47"/>
        <pc:sldMkLst>
          <pc:docMk/>
          <pc:sldMk cId="3251185550" sldId="1376"/>
        </pc:sldMkLst>
      </pc:sldChg>
      <pc:sldChg chg="modSp mod">
        <pc:chgData name="James Martin" userId="5c604502-4ee2-4081-9f0b-59e4decb0522" providerId="ADAL" clId="{CD9F9381-1667-4751-A642-EBC8FFBDE105}" dt="2026-10-12T13:08:27.950" v="388" actId="5793"/>
        <pc:sldMkLst>
          <pc:docMk/>
          <pc:sldMk cId="2863752952" sldId="1381"/>
        </pc:sldMkLst>
        <pc:spChg chg="mod">
          <ac:chgData name="James Martin" userId="5c604502-4ee2-4081-9f0b-59e4decb0522" providerId="ADAL" clId="{CD9F9381-1667-4751-A642-EBC8FFBDE105}" dt="2026-10-12T13:08:27.950" v="388" actId="5793"/>
          <ac:spMkLst>
            <pc:docMk/>
            <pc:sldMk cId="2863752952" sldId="1381"/>
            <ac:spMk id="247" creationId="{39F787BF-0AEF-A159-CD8F-584CEC720553}"/>
          </ac:spMkLst>
        </pc:spChg>
      </pc:sldChg>
      <pc:sldChg chg="add del">
        <pc:chgData name="James Martin" userId="5c604502-4ee2-4081-9f0b-59e4decb0522" providerId="ADAL" clId="{CD9F9381-1667-4751-A642-EBC8FFBDE105}" dt="2026-10-12T12:55:45.396" v="331" actId="47"/>
        <pc:sldMkLst>
          <pc:docMk/>
          <pc:sldMk cId="3143532563" sldId="1382"/>
        </pc:sldMkLst>
      </pc:sldChg>
      <pc:sldChg chg="modSp mod">
        <pc:chgData name="James Martin" userId="5c604502-4ee2-4081-9f0b-59e4decb0522" providerId="ADAL" clId="{CD9F9381-1667-4751-A642-EBC8FFBDE105}" dt="2026-10-12T13:08:43.744" v="398" actId="6549"/>
        <pc:sldMkLst>
          <pc:docMk/>
          <pc:sldMk cId="2279410344" sldId="1384"/>
        </pc:sldMkLst>
        <pc:spChg chg="mod">
          <ac:chgData name="James Martin" userId="5c604502-4ee2-4081-9f0b-59e4decb0522" providerId="ADAL" clId="{CD9F9381-1667-4751-A642-EBC8FFBDE105}" dt="2026-10-12T13:08:43.744" v="398" actId="6549"/>
          <ac:spMkLst>
            <pc:docMk/>
            <pc:sldMk cId="2279410344" sldId="1384"/>
            <ac:spMk id="247" creationId="{1AFC0F7E-D7CE-FC48-D138-09E201AC4715}"/>
          </ac:spMkLst>
        </pc:spChg>
      </pc:sldChg>
      <pc:sldChg chg="add del">
        <pc:chgData name="James Martin" userId="5c604502-4ee2-4081-9f0b-59e4decb0522" providerId="ADAL" clId="{CD9F9381-1667-4751-A642-EBC8FFBDE105}" dt="2026-10-12T12:56:12.459" v="335" actId="47"/>
        <pc:sldMkLst>
          <pc:docMk/>
          <pc:sldMk cId="1781044114" sldId="1386"/>
        </pc:sldMkLst>
      </pc:sldChg>
      <pc:sldChg chg="add del">
        <pc:chgData name="James Martin" userId="5c604502-4ee2-4081-9f0b-59e4decb0522" providerId="ADAL" clId="{CD9F9381-1667-4751-A642-EBC8FFBDE105}" dt="2026-10-12T12:55:57.739" v="333" actId="47"/>
        <pc:sldMkLst>
          <pc:docMk/>
          <pc:sldMk cId="425149259" sldId="1391"/>
        </pc:sldMkLst>
      </pc:sldChg>
      <pc:sldChg chg="add del">
        <pc:chgData name="James Martin" userId="5c604502-4ee2-4081-9f0b-59e4decb0522" providerId="ADAL" clId="{CD9F9381-1667-4751-A642-EBC8FFBDE105}" dt="2026-10-12T12:56:04.220" v="334" actId="47"/>
        <pc:sldMkLst>
          <pc:docMk/>
          <pc:sldMk cId="741903617" sldId="1392"/>
        </pc:sldMkLst>
      </pc:sldChg>
      <pc:sldChg chg="add del">
        <pc:chgData name="James Martin" userId="5c604502-4ee2-4081-9f0b-59e4decb0522" providerId="ADAL" clId="{CD9F9381-1667-4751-A642-EBC8FFBDE105}" dt="2026-10-12T12:58:39.625" v="345" actId="47"/>
        <pc:sldMkLst>
          <pc:docMk/>
          <pc:sldMk cId="3440237262" sldId="1395"/>
        </pc:sldMkLst>
      </pc:sldChg>
      <pc:sldChg chg="modSp add mod">
        <pc:chgData name="James Martin" userId="5c604502-4ee2-4081-9f0b-59e4decb0522" providerId="ADAL" clId="{CD9F9381-1667-4751-A642-EBC8FFBDE105}" dt="2026-10-12T13:06:47.700" v="379"/>
        <pc:sldMkLst>
          <pc:docMk/>
          <pc:sldMk cId="2750328272" sldId="1396"/>
        </pc:sldMkLst>
        <pc:spChg chg="mod">
          <ac:chgData name="James Martin" userId="5c604502-4ee2-4081-9f0b-59e4decb0522" providerId="ADAL" clId="{CD9F9381-1667-4751-A642-EBC8FFBDE105}" dt="2026-10-12T13:06:47.700" v="379"/>
          <ac:spMkLst>
            <pc:docMk/>
            <pc:sldMk cId="2750328272" sldId="1396"/>
            <ac:spMk id="2" creationId="{4A2B4776-D794-1682-1F6B-7E49637E79C6}"/>
          </ac:spMkLst>
        </pc:spChg>
      </pc:sldChg>
      <pc:sldChg chg="addSp modSp add mod">
        <pc:chgData name="James Martin" userId="5c604502-4ee2-4081-9f0b-59e4decb0522" providerId="ADAL" clId="{CD9F9381-1667-4751-A642-EBC8FFBDE105}" dt="2026-10-12T13:06:45.358" v="378"/>
        <pc:sldMkLst>
          <pc:docMk/>
          <pc:sldMk cId="2514741283" sldId="1398"/>
        </pc:sldMkLst>
        <pc:spChg chg="mod">
          <ac:chgData name="James Martin" userId="5c604502-4ee2-4081-9f0b-59e4decb0522" providerId="ADAL" clId="{CD9F9381-1667-4751-A642-EBC8FFBDE105}" dt="2026-10-12T13:06:45.358" v="378"/>
          <ac:spMkLst>
            <pc:docMk/>
            <pc:sldMk cId="2514741283" sldId="1398"/>
            <ac:spMk id="2" creationId="{44AEE153-2AEF-9898-76F3-49271291FF0B}"/>
          </ac:spMkLst>
        </pc:spChg>
        <pc:spChg chg="add">
          <ac:chgData name="James Martin" userId="5c604502-4ee2-4081-9f0b-59e4decb0522" providerId="ADAL" clId="{CD9F9381-1667-4751-A642-EBC8FFBDE105}" dt="2026-10-12T12:57:37.574" v="339" actId="22"/>
          <ac:spMkLst>
            <pc:docMk/>
            <pc:sldMk cId="2514741283" sldId="1398"/>
            <ac:spMk id="5" creationId="{56731B31-78B2-5DF1-FB9E-C7831DAC0127}"/>
          </ac:spMkLst>
        </pc:spChg>
      </pc:sldChg>
      <pc:sldChg chg="modSp add mod">
        <pc:chgData name="James Martin" userId="5c604502-4ee2-4081-9f0b-59e4decb0522" providerId="ADAL" clId="{CD9F9381-1667-4751-A642-EBC8FFBDE105}" dt="2026-10-12T13:06:42.139" v="377"/>
        <pc:sldMkLst>
          <pc:docMk/>
          <pc:sldMk cId="3555387838" sldId="1399"/>
        </pc:sldMkLst>
        <pc:spChg chg="mod">
          <ac:chgData name="James Martin" userId="5c604502-4ee2-4081-9f0b-59e4decb0522" providerId="ADAL" clId="{CD9F9381-1667-4751-A642-EBC8FFBDE105}" dt="2026-10-12T13:06:42.139" v="377"/>
          <ac:spMkLst>
            <pc:docMk/>
            <pc:sldMk cId="3555387838" sldId="1399"/>
            <ac:spMk id="2" creationId="{39118CD1-04CE-FF76-D9EB-A9765A99FDF5}"/>
          </ac:spMkLst>
        </pc:spChg>
      </pc:sldChg>
      <pc:sldChg chg="add del">
        <pc:chgData name="James Martin" userId="5c604502-4ee2-4081-9f0b-59e4decb0522" providerId="ADAL" clId="{CD9F9381-1667-4751-A642-EBC8FFBDE105}" dt="2026-10-12T12:57:08.777" v="336" actId="47"/>
        <pc:sldMkLst>
          <pc:docMk/>
          <pc:sldMk cId="2165407645" sldId="1400"/>
        </pc:sldMkLst>
      </pc:sldChg>
      <pc:sldChg chg="add del">
        <pc:chgData name="James Martin" userId="5c604502-4ee2-4081-9f0b-59e4decb0522" providerId="ADAL" clId="{CD9F9381-1667-4751-A642-EBC8FFBDE105}" dt="2026-10-12T12:57:17.504" v="337" actId="47"/>
        <pc:sldMkLst>
          <pc:docMk/>
          <pc:sldMk cId="1169107203" sldId="1401"/>
        </pc:sldMkLst>
      </pc:sldChg>
      <pc:sldChg chg="add del">
        <pc:chgData name="James Martin" userId="5c604502-4ee2-4081-9f0b-59e4decb0522" providerId="ADAL" clId="{CD9F9381-1667-4751-A642-EBC8FFBDE105}" dt="2026-10-12T12:57:08.777" v="336" actId="47"/>
        <pc:sldMkLst>
          <pc:docMk/>
          <pc:sldMk cId="3261915808" sldId="1402"/>
        </pc:sldMkLst>
      </pc:sldChg>
      <pc:sldChg chg="add del">
        <pc:chgData name="James Martin" userId="5c604502-4ee2-4081-9f0b-59e4decb0522" providerId="ADAL" clId="{CD9F9381-1667-4751-A642-EBC8FFBDE105}" dt="2026-10-12T12:57:34.222" v="338" actId="47"/>
        <pc:sldMkLst>
          <pc:docMk/>
          <pc:sldMk cId="3744642928" sldId="1403"/>
        </pc:sldMkLst>
      </pc:sldChg>
      <pc:sldChg chg="add del">
        <pc:chgData name="James Martin" userId="5c604502-4ee2-4081-9f0b-59e4decb0522" providerId="ADAL" clId="{CD9F9381-1667-4751-A642-EBC8FFBDE105}" dt="2026-10-12T12:58:07.901" v="342" actId="47"/>
        <pc:sldMkLst>
          <pc:docMk/>
          <pc:sldMk cId="3843865847" sldId="1404"/>
        </pc:sldMkLst>
      </pc:sldChg>
      <pc:sldChg chg="add del">
        <pc:chgData name="James Martin" userId="5c604502-4ee2-4081-9f0b-59e4decb0522" providerId="ADAL" clId="{CD9F9381-1667-4751-A642-EBC8FFBDE105}" dt="2026-10-12T12:57:47.903" v="340" actId="47"/>
        <pc:sldMkLst>
          <pc:docMk/>
          <pc:sldMk cId="686533816" sldId="1405"/>
        </pc:sldMkLst>
      </pc:sldChg>
      <pc:sldChg chg="add del">
        <pc:chgData name="James Martin" userId="5c604502-4ee2-4081-9f0b-59e4decb0522" providerId="ADAL" clId="{CD9F9381-1667-4751-A642-EBC8FFBDE105}" dt="2026-10-12T12:58:05.725" v="341" actId="47"/>
        <pc:sldMkLst>
          <pc:docMk/>
          <pc:sldMk cId="1840123262" sldId="1406"/>
        </pc:sldMkLst>
      </pc:sldChg>
      <pc:sldChg chg="add del">
        <pc:chgData name="James Martin" userId="5c604502-4ee2-4081-9f0b-59e4decb0522" providerId="ADAL" clId="{CD9F9381-1667-4751-A642-EBC8FFBDE105}" dt="2026-10-12T12:58:15.485" v="343" actId="47"/>
        <pc:sldMkLst>
          <pc:docMk/>
          <pc:sldMk cId="2951703390" sldId="1407"/>
        </pc:sldMkLst>
      </pc:sldChg>
      <pc:sldChg chg="modSp add mod">
        <pc:chgData name="James Martin" userId="5c604502-4ee2-4081-9f0b-59e4decb0522" providerId="ADAL" clId="{CD9F9381-1667-4751-A642-EBC8FFBDE105}" dt="2026-10-12T13:06:39.710" v="376"/>
        <pc:sldMkLst>
          <pc:docMk/>
          <pc:sldMk cId="4221412696" sldId="1408"/>
        </pc:sldMkLst>
        <pc:spChg chg="mod">
          <ac:chgData name="James Martin" userId="5c604502-4ee2-4081-9f0b-59e4decb0522" providerId="ADAL" clId="{CD9F9381-1667-4751-A642-EBC8FFBDE105}" dt="2026-10-12T13:06:39.710" v="376"/>
          <ac:spMkLst>
            <pc:docMk/>
            <pc:sldMk cId="4221412696" sldId="1408"/>
            <ac:spMk id="2" creationId="{972B9371-DDF9-D0BB-F63D-FB517F23B9F9}"/>
          </ac:spMkLst>
        </pc:spChg>
      </pc:sldChg>
      <pc:sldChg chg="add del">
        <pc:chgData name="James Martin" userId="5c604502-4ee2-4081-9f0b-59e4decb0522" providerId="ADAL" clId="{CD9F9381-1667-4751-A642-EBC8FFBDE105}" dt="2026-10-12T12:58:19.178" v="344" actId="47"/>
        <pc:sldMkLst>
          <pc:docMk/>
          <pc:sldMk cId="2932727627" sldId="1409"/>
        </pc:sldMkLst>
      </pc:sldChg>
      <pc:sldChg chg="modSp add mod">
        <pc:chgData name="James Martin" userId="5c604502-4ee2-4081-9f0b-59e4decb0522" providerId="ADAL" clId="{CD9F9381-1667-4751-A642-EBC8FFBDE105}" dt="2026-10-12T13:06:37.014" v="375"/>
        <pc:sldMkLst>
          <pc:docMk/>
          <pc:sldMk cId="1440757352" sldId="1411"/>
        </pc:sldMkLst>
        <pc:spChg chg="mod">
          <ac:chgData name="James Martin" userId="5c604502-4ee2-4081-9f0b-59e4decb0522" providerId="ADAL" clId="{CD9F9381-1667-4751-A642-EBC8FFBDE105}" dt="2026-10-12T13:06:37.014" v="375"/>
          <ac:spMkLst>
            <pc:docMk/>
            <pc:sldMk cId="1440757352" sldId="1411"/>
            <ac:spMk id="2" creationId="{2BDCE0E2-4E21-51B9-EF9B-247B3C91A291}"/>
          </ac:spMkLst>
        </pc:spChg>
      </pc:sldChg>
      <pc:sldChg chg="add del">
        <pc:chgData name="James Martin" userId="5c604502-4ee2-4081-9f0b-59e4decb0522" providerId="ADAL" clId="{CD9F9381-1667-4751-A642-EBC8FFBDE105}" dt="2026-10-12T12:58:48.276" v="347" actId="47"/>
        <pc:sldMkLst>
          <pc:docMk/>
          <pc:sldMk cId="1741974416" sldId="1412"/>
        </pc:sldMkLst>
      </pc:sldChg>
      <pc:sldChg chg="modSp add mod">
        <pc:chgData name="James Martin" userId="5c604502-4ee2-4081-9f0b-59e4decb0522" providerId="ADAL" clId="{CD9F9381-1667-4751-A642-EBC8FFBDE105}" dt="2026-10-12T13:06:33.027" v="374"/>
        <pc:sldMkLst>
          <pc:docMk/>
          <pc:sldMk cId="1493893515" sldId="1413"/>
        </pc:sldMkLst>
        <pc:spChg chg="mod">
          <ac:chgData name="James Martin" userId="5c604502-4ee2-4081-9f0b-59e4decb0522" providerId="ADAL" clId="{CD9F9381-1667-4751-A642-EBC8FFBDE105}" dt="2026-10-12T13:06:33.027" v="374"/>
          <ac:spMkLst>
            <pc:docMk/>
            <pc:sldMk cId="1493893515" sldId="1413"/>
            <ac:spMk id="2" creationId="{D6D331D0-6F38-A4FB-942F-CE865CEAE5B1}"/>
          </ac:spMkLst>
        </pc:spChg>
      </pc:sldChg>
      <pc:sldChg chg="add del">
        <pc:chgData name="James Martin" userId="5c604502-4ee2-4081-9f0b-59e4decb0522" providerId="ADAL" clId="{CD9F9381-1667-4751-A642-EBC8FFBDE105}" dt="2026-10-12T12:59:34.735" v="351" actId="47"/>
        <pc:sldMkLst>
          <pc:docMk/>
          <pc:sldMk cId="3486405560" sldId="1416"/>
        </pc:sldMkLst>
      </pc:sldChg>
      <pc:sldChg chg="add del">
        <pc:chgData name="James Martin" userId="5c604502-4ee2-4081-9f0b-59e4decb0522" providerId="ADAL" clId="{CD9F9381-1667-4751-A642-EBC8FFBDE105}" dt="2026-10-12T12:59:14.394" v="348" actId="47"/>
        <pc:sldMkLst>
          <pc:docMk/>
          <pc:sldMk cId="4255975512" sldId="1417"/>
        </pc:sldMkLst>
      </pc:sldChg>
      <pc:sldChg chg="add del">
        <pc:chgData name="James Martin" userId="5c604502-4ee2-4081-9f0b-59e4decb0522" providerId="ADAL" clId="{CD9F9381-1667-4751-A642-EBC8FFBDE105}" dt="2026-10-12T12:58:46.628" v="346" actId="47"/>
        <pc:sldMkLst>
          <pc:docMk/>
          <pc:sldMk cId="4110196294" sldId="1418"/>
        </pc:sldMkLst>
      </pc:sldChg>
      <pc:sldChg chg="modSp add del mod">
        <pc:chgData name="James Martin" userId="5c604502-4ee2-4081-9f0b-59e4decb0522" providerId="ADAL" clId="{CD9F9381-1667-4751-A642-EBC8FFBDE105}" dt="2026-10-12T13:06:30.548" v="373"/>
        <pc:sldMkLst>
          <pc:docMk/>
          <pc:sldMk cId="3687658687" sldId="1420"/>
        </pc:sldMkLst>
        <pc:spChg chg="mod">
          <ac:chgData name="James Martin" userId="5c604502-4ee2-4081-9f0b-59e4decb0522" providerId="ADAL" clId="{CD9F9381-1667-4751-A642-EBC8FFBDE105}" dt="2026-10-12T13:06:30.548" v="373"/>
          <ac:spMkLst>
            <pc:docMk/>
            <pc:sldMk cId="3687658687" sldId="1420"/>
            <ac:spMk id="2" creationId="{1EAAF13B-206E-58A2-DD37-7308BBCCB30E}"/>
          </ac:spMkLst>
        </pc:spChg>
      </pc:sldChg>
      <pc:sldChg chg="modSp add del mod">
        <pc:chgData name="James Martin" userId="5c604502-4ee2-4081-9f0b-59e4decb0522" providerId="ADAL" clId="{CD9F9381-1667-4751-A642-EBC8FFBDE105}" dt="2026-10-12T13:06:27.816" v="372"/>
        <pc:sldMkLst>
          <pc:docMk/>
          <pc:sldMk cId="1539631307" sldId="1421"/>
        </pc:sldMkLst>
        <pc:spChg chg="mod">
          <ac:chgData name="James Martin" userId="5c604502-4ee2-4081-9f0b-59e4decb0522" providerId="ADAL" clId="{CD9F9381-1667-4751-A642-EBC8FFBDE105}" dt="2026-10-12T13:06:27.816" v="372"/>
          <ac:spMkLst>
            <pc:docMk/>
            <pc:sldMk cId="1539631307" sldId="1421"/>
            <ac:spMk id="2" creationId="{5CBB94D1-80D9-5F32-BB60-CFF33B03C0CE}"/>
          </ac:spMkLst>
        </pc:spChg>
      </pc:sldChg>
      <pc:sldChg chg="add del">
        <pc:chgData name="James Martin" userId="5c604502-4ee2-4081-9f0b-59e4decb0522" providerId="ADAL" clId="{CD9F9381-1667-4751-A642-EBC8FFBDE105}" dt="2026-10-12T12:59:23.486" v="350" actId="47"/>
        <pc:sldMkLst>
          <pc:docMk/>
          <pc:sldMk cId="315945486" sldId="1422"/>
        </pc:sldMkLst>
      </pc:sldChg>
      <pc:sldChg chg="add del">
        <pc:chgData name="James Martin" userId="5c604502-4ee2-4081-9f0b-59e4decb0522" providerId="ADAL" clId="{CD9F9381-1667-4751-A642-EBC8FFBDE105}" dt="2026-10-12T12:59:15.722" v="349" actId="47"/>
        <pc:sldMkLst>
          <pc:docMk/>
          <pc:sldMk cId="2517690865" sldId="1423"/>
        </pc:sldMkLst>
      </pc:sldChg>
      <pc:sldChg chg="modSp add del mod">
        <pc:chgData name="James Martin" userId="5c604502-4ee2-4081-9f0b-59e4decb0522" providerId="ADAL" clId="{CD9F9381-1667-4751-A642-EBC8FFBDE105}" dt="2026-10-12T13:06:22.758" v="371" actId="20577"/>
        <pc:sldMkLst>
          <pc:docMk/>
          <pc:sldMk cId="1756974418" sldId="1426"/>
        </pc:sldMkLst>
        <pc:spChg chg="mod">
          <ac:chgData name="James Martin" userId="5c604502-4ee2-4081-9f0b-59e4decb0522" providerId="ADAL" clId="{CD9F9381-1667-4751-A642-EBC8FFBDE105}" dt="2026-10-12T13:06:22.758" v="371" actId="20577"/>
          <ac:spMkLst>
            <pc:docMk/>
            <pc:sldMk cId="1756974418" sldId="1426"/>
            <ac:spMk id="2" creationId="{0B3820A7-C9A5-06FA-ECA6-77AFA1D465F6}"/>
          </ac:spMkLst>
        </pc:spChg>
      </pc:sldChg>
      <pc:sldChg chg="add del">
        <pc:chgData name="James Martin" userId="5c604502-4ee2-4081-9f0b-59e4decb0522" providerId="ADAL" clId="{CD9F9381-1667-4751-A642-EBC8FFBDE105}" dt="2026-10-12T12:59:37.837" v="352" actId="47"/>
        <pc:sldMkLst>
          <pc:docMk/>
          <pc:sldMk cId="3458394358" sldId="1428"/>
        </pc:sldMkLst>
      </pc:sldChg>
      <pc:sldChg chg="add del">
        <pc:chgData name="James Martin" userId="5c604502-4ee2-4081-9f0b-59e4decb0522" providerId="ADAL" clId="{CD9F9381-1667-4751-A642-EBC8FFBDE105}" dt="2026-10-12T12:59:45.551" v="353" actId="47"/>
        <pc:sldMkLst>
          <pc:docMk/>
          <pc:sldMk cId="3278759239" sldId="1429"/>
        </pc:sldMkLst>
      </pc:sldChg>
      <pc:sldChg chg="add del">
        <pc:chgData name="James Martin" userId="5c604502-4ee2-4081-9f0b-59e4decb0522" providerId="ADAL" clId="{CD9F9381-1667-4751-A642-EBC8FFBDE105}" dt="2026-10-05T11:24:59.244" v="18" actId="47"/>
        <pc:sldMkLst>
          <pc:docMk/>
          <pc:sldMk cId="329492089" sldId="1442"/>
        </pc:sldMkLst>
      </pc:sldChg>
      <pc:sldChg chg="modSp mod">
        <pc:chgData name="James Martin" userId="5c604502-4ee2-4081-9f0b-59e4decb0522" providerId="ADAL" clId="{CD9F9381-1667-4751-A642-EBC8FFBDE105}" dt="2026-10-05T11:38:10.250" v="40" actId="692"/>
        <pc:sldMkLst>
          <pc:docMk/>
          <pc:sldMk cId="1946833100" sldId="1461"/>
        </pc:sldMkLst>
        <pc:picChg chg="mod">
          <ac:chgData name="James Martin" userId="5c604502-4ee2-4081-9f0b-59e4decb0522" providerId="ADAL" clId="{CD9F9381-1667-4751-A642-EBC8FFBDE105}" dt="2026-10-05T11:38:10.250" v="40" actId="692"/>
          <ac:picMkLst>
            <pc:docMk/>
            <pc:sldMk cId="1946833100" sldId="1461"/>
            <ac:picMk id="10" creationId="{3DD67708-AF70-B35B-55DF-F5D7AB47273B}"/>
          </ac:picMkLst>
        </pc:picChg>
      </pc:sldChg>
      <pc:sldChg chg="modSp mod">
        <pc:chgData name="James Martin" userId="5c604502-4ee2-4081-9f0b-59e4decb0522" providerId="ADAL" clId="{CD9F9381-1667-4751-A642-EBC8FFBDE105}" dt="2026-10-05T11:38:33.717" v="42" actId="29295"/>
        <pc:sldMkLst>
          <pc:docMk/>
          <pc:sldMk cId="1674588587" sldId="1463"/>
        </pc:sldMkLst>
        <pc:picChg chg="mod">
          <ac:chgData name="James Martin" userId="5c604502-4ee2-4081-9f0b-59e4decb0522" providerId="ADAL" clId="{CD9F9381-1667-4751-A642-EBC8FFBDE105}" dt="2026-10-05T11:38:33.717" v="42" actId="29295"/>
          <ac:picMkLst>
            <pc:docMk/>
            <pc:sldMk cId="1674588587" sldId="1463"/>
            <ac:picMk id="11" creationId="{922C9C2D-5A98-8C2E-9933-4B53C3331EA4}"/>
          </ac:picMkLst>
        </pc:picChg>
      </pc:sldChg>
      <pc:sldChg chg="add del">
        <pc:chgData name="James Martin" userId="5c604502-4ee2-4081-9f0b-59e4decb0522" providerId="ADAL" clId="{CD9F9381-1667-4751-A642-EBC8FFBDE105}" dt="2026-10-05T11:39:49.958" v="46" actId="47"/>
        <pc:sldMkLst>
          <pc:docMk/>
          <pc:sldMk cId="1980094686" sldId="1470"/>
        </pc:sldMkLst>
      </pc:sldChg>
      <pc:sldChg chg="addSp delSp modSp mod">
        <pc:chgData name="James Martin" userId="5c604502-4ee2-4081-9f0b-59e4decb0522" providerId="ADAL" clId="{CD9F9381-1667-4751-A642-EBC8FFBDE105}" dt="2026-10-05T11:46:39.145" v="130"/>
        <pc:sldMkLst>
          <pc:docMk/>
          <pc:sldMk cId="3275580573" sldId="1491"/>
        </pc:sldMkLst>
        <pc:spChg chg="mod">
          <ac:chgData name="James Martin" userId="5c604502-4ee2-4081-9f0b-59e4decb0522" providerId="ADAL" clId="{CD9F9381-1667-4751-A642-EBC8FFBDE105}" dt="2026-10-05T11:45:01.084" v="102" actId="6549"/>
          <ac:spMkLst>
            <pc:docMk/>
            <pc:sldMk cId="3275580573" sldId="1491"/>
            <ac:spMk id="12" creationId="{1990F6FE-3F7D-18C0-8492-0CEE90174098}"/>
          </ac:spMkLst>
        </pc:spChg>
        <pc:spChg chg="mod">
          <ac:chgData name="James Martin" userId="5c604502-4ee2-4081-9f0b-59e4decb0522" providerId="ADAL" clId="{CD9F9381-1667-4751-A642-EBC8FFBDE105}" dt="2026-10-05T11:46:39.145" v="130"/>
          <ac:spMkLst>
            <pc:docMk/>
            <pc:sldMk cId="3275580573" sldId="1491"/>
            <ac:spMk id="15" creationId="{D48B49FC-48A2-8D80-2EA3-FCB4669DBA44}"/>
          </ac:spMkLst>
        </pc:spChg>
        <pc:spChg chg="mod">
          <ac:chgData name="James Martin" userId="5c604502-4ee2-4081-9f0b-59e4decb0522" providerId="ADAL" clId="{CD9F9381-1667-4751-A642-EBC8FFBDE105}" dt="2026-10-05T11:46:39.145" v="130"/>
          <ac:spMkLst>
            <pc:docMk/>
            <pc:sldMk cId="3275580573" sldId="1491"/>
            <ac:spMk id="16" creationId="{E48EF1E6-931D-F24E-A084-903E94C4A826}"/>
          </ac:spMkLst>
        </pc:spChg>
        <pc:spChg chg="mod">
          <ac:chgData name="James Martin" userId="5c604502-4ee2-4081-9f0b-59e4decb0522" providerId="ADAL" clId="{CD9F9381-1667-4751-A642-EBC8FFBDE105}" dt="2026-10-05T11:44:44.185" v="94" actId="164"/>
          <ac:spMkLst>
            <pc:docMk/>
            <pc:sldMk cId="3275580573" sldId="1491"/>
            <ac:spMk id="18" creationId="{8FC4F78D-CB08-F189-231F-88204B85076A}"/>
          </ac:spMkLst>
        </pc:spChg>
        <pc:grpChg chg="add mod">
          <ac:chgData name="James Martin" userId="5c604502-4ee2-4081-9f0b-59e4decb0522" providerId="ADAL" clId="{CD9F9381-1667-4751-A642-EBC8FFBDE105}" dt="2026-10-05T11:44:44.185" v="94" actId="164"/>
          <ac:grpSpMkLst>
            <pc:docMk/>
            <pc:sldMk cId="3275580573" sldId="1491"/>
            <ac:grpSpMk id="7" creationId="{884CD803-73A1-9C4F-5617-D12A215A6DE2}"/>
          </ac:grpSpMkLst>
        </pc:grpChg>
        <pc:grpChg chg="add mod">
          <ac:chgData name="James Martin" userId="5c604502-4ee2-4081-9f0b-59e4decb0522" providerId="ADAL" clId="{CD9F9381-1667-4751-A642-EBC8FFBDE105}" dt="2026-10-05T11:46:39.145" v="130"/>
          <ac:grpSpMkLst>
            <pc:docMk/>
            <pc:sldMk cId="3275580573" sldId="1491"/>
            <ac:grpSpMk id="14" creationId="{5C32B640-47EB-C1D4-4272-50E2FD1DEF54}"/>
          </ac:grpSpMkLst>
        </pc:grpChg>
        <pc:cxnChg chg="mod">
          <ac:chgData name="James Martin" userId="5c604502-4ee2-4081-9f0b-59e4decb0522" providerId="ADAL" clId="{CD9F9381-1667-4751-A642-EBC8FFBDE105}" dt="2026-10-05T11:46:39.145" v="130"/>
          <ac:cxnSpMkLst>
            <pc:docMk/>
            <pc:sldMk cId="3275580573" sldId="1491"/>
            <ac:cxnSpMk id="17" creationId="{C3328650-8F84-5FA2-64C1-A2E424483A2C}"/>
          </ac:cxnSpMkLst>
        </pc:cxnChg>
        <pc:cxnChg chg="mod">
          <ac:chgData name="James Martin" userId="5c604502-4ee2-4081-9f0b-59e4decb0522" providerId="ADAL" clId="{CD9F9381-1667-4751-A642-EBC8FFBDE105}" dt="2026-10-05T11:44:44.185" v="94" actId="164"/>
          <ac:cxnSpMkLst>
            <pc:docMk/>
            <pc:sldMk cId="3275580573" sldId="1491"/>
            <ac:cxnSpMk id="19" creationId="{D7BC4B40-1385-5822-3F93-F4BF2B4AEF93}"/>
          </ac:cxnSpMkLst>
        </pc:cxnChg>
      </pc:sldChg>
      <pc:sldChg chg="add del">
        <pc:chgData name="James Martin" userId="5c604502-4ee2-4081-9f0b-59e4decb0522" providerId="ADAL" clId="{CD9F9381-1667-4751-A642-EBC8FFBDE105}" dt="2026-10-05T11:42:14.481" v="48" actId="47"/>
        <pc:sldMkLst>
          <pc:docMk/>
          <pc:sldMk cId="346530262" sldId="1492"/>
        </pc:sldMkLst>
      </pc:sldChg>
      <pc:sldChg chg="modSp add del mod ord">
        <pc:chgData name="James Martin" userId="5c604502-4ee2-4081-9f0b-59e4decb0522" providerId="ADAL" clId="{CD9F9381-1667-4751-A642-EBC8FFBDE105}" dt="2026-10-05T11:51:07.303" v="198" actId="20577"/>
        <pc:sldMkLst>
          <pc:docMk/>
          <pc:sldMk cId="279539697" sldId="1522"/>
        </pc:sldMkLst>
        <pc:spChg chg="mod">
          <ac:chgData name="James Martin" userId="5c604502-4ee2-4081-9f0b-59e4decb0522" providerId="ADAL" clId="{CD9F9381-1667-4751-A642-EBC8FFBDE105}" dt="2026-10-05T11:51:07.303" v="198" actId="20577"/>
          <ac:spMkLst>
            <pc:docMk/>
            <pc:sldMk cId="279539697" sldId="1522"/>
            <ac:spMk id="7" creationId="{5C8B726B-4904-A8D1-0CA8-0BE9AA145F49}"/>
          </ac:spMkLst>
        </pc:spChg>
      </pc:sldChg>
      <pc:sldChg chg="modSp mod">
        <pc:chgData name="James Martin" userId="5c604502-4ee2-4081-9f0b-59e4decb0522" providerId="ADAL" clId="{CD9F9381-1667-4751-A642-EBC8FFBDE105}" dt="2026-10-05T11:51:58.618" v="205" actId="6549"/>
        <pc:sldMkLst>
          <pc:docMk/>
          <pc:sldMk cId="2731627296" sldId="1530"/>
        </pc:sldMkLst>
        <pc:spChg chg="mod">
          <ac:chgData name="James Martin" userId="5c604502-4ee2-4081-9f0b-59e4decb0522" providerId="ADAL" clId="{CD9F9381-1667-4751-A642-EBC8FFBDE105}" dt="2026-10-05T11:51:58.618" v="205" actId="6549"/>
          <ac:spMkLst>
            <pc:docMk/>
            <pc:sldMk cId="2731627296" sldId="1530"/>
            <ac:spMk id="7" creationId="{1D077AEA-D84D-4CEE-5B34-59ACC03A45E1}"/>
          </ac:spMkLst>
        </pc:spChg>
      </pc:sldChg>
      <pc:sldChg chg="modSp mod">
        <pc:chgData name="James Martin" userId="5c604502-4ee2-4081-9f0b-59e4decb0522" providerId="ADAL" clId="{CD9F9381-1667-4751-A642-EBC8FFBDE105}" dt="2026-10-05T11:51:28.795" v="199" actId="6549"/>
        <pc:sldMkLst>
          <pc:docMk/>
          <pc:sldMk cId="3347569652" sldId="1532"/>
        </pc:sldMkLst>
        <pc:spChg chg="mod">
          <ac:chgData name="James Martin" userId="5c604502-4ee2-4081-9f0b-59e4decb0522" providerId="ADAL" clId="{CD9F9381-1667-4751-A642-EBC8FFBDE105}" dt="2026-10-05T11:51:28.795" v="199" actId="6549"/>
          <ac:spMkLst>
            <pc:docMk/>
            <pc:sldMk cId="3347569652" sldId="1532"/>
            <ac:spMk id="7" creationId="{045CBD94-1F6B-AB71-684E-01D08679A6CE}"/>
          </ac:spMkLst>
        </pc:spChg>
      </pc:sldChg>
      <pc:sldChg chg="modSp mod">
        <pc:chgData name="James Martin" userId="5c604502-4ee2-4081-9f0b-59e4decb0522" providerId="ADAL" clId="{CD9F9381-1667-4751-A642-EBC8FFBDE105}" dt="2026-10-05T11:51:44.693" v="202" actId="6549"/>
        <pc:sldMkLst>
          <pc:docMk/>
          <pc:sldMk cId="123326197" sldId="1533"/>
        </pc:sldMkLst>
        <pc:spChg chg="mod">
          <ac:chgData name="James Martin" userId="5c604502-4ee2-4081-9f0b-59e4decb0522" providerId="ADAL" clId="{CD9F9381-1667-4751-A642-EBC8FFBDE105}" dt="2026-10-05T11:51:44.693" v="202" actId="6549"/>
          <ac:spMkLst>
            <pc:docMk/>
            <pc:sldMk cId="123326197" sldId="1533"/>
            <ac:spMk id="7" creationId="{2A73B7B0-3D68-4743-7B5E-6829F645A591}"/>
          </ac:spMkLst>
        </pc:spChg>
      </pc:sldChg>
      <pc:sldChg chg="modSp mod">
        <pc:chgData name="James Martin" userId="5c604502-4ee2-4081-9f0b-59e4decb0522" providerId="ADAL" clId="{CD9F9381-1667-4751-A642-EBC8FFBDE105}" dt="2026-10-05T11:51:35.454" v="200" actId="6549"/>
        <pc:sldMkLst>
          <pc:docMk/>
          <pc:sldMk cId="2220496104" sldId="1534"/>
        </pc:sldMkLst>
        <pc:spChg chg="mod">
          <ac:chgData name="James Martin" userId="5c604502-4ee2-4081-9f0b-59e4decb0522" providerId="ADAL" clId="{CD9F9381-1667-4751-A642-EBC8FFBDE105}" dt="2026-10-05T11:51:35.454" v="200" actId="6549"/>
          <ac:spMkLst>
            <pc:docMk/>
            <pc:sldMk cId="2220496104" sldId="1534"/>
            <ac:spMk id="7" creationId="{A8F1EA30-CCD2-6E7E-976F-C9804EDFD7FF}"/>
          </ac:spMkLst>
        </pc:spChg>
      </pc:sldChg>
      <pc:sldChg chg="modSp mod">
        <pc:chgData name="James Martin" userId="5c604502-4ee2-4081-9f0b-59e4decb0522" providerId="ADAL" clId="{CD9F9381-1667-4751-A642-EBC8FFBDE105}" dt="2026-10-05T11:51:39.817" v="201" actId="6549"/>
        <pc:sldMkLst>
          <pc:docMk/>
          <pc:sldMk cId="2718208980" sldId="1535"/>
        </pc:sldMkLst>
        <pc:spChg chg="mod">
          <ac:chgData name="James Martin" userId="5c604502-4ee2-4081-9f0b-59e4decb0522" providerId="ADAL" clId="{CD9F9381-1667-4751-A642-EBC8FFBDE105}" dt="2026-10-05T11:51:39.817" v="201" actId="6549"/>
          <ac:spMkLst>
            <pc:docMk/>
            <pc:sldMk cId="2718208980" sldId="1535"/>
            <ac:spMk id="7" creationId="{9C1C40F2-83CF-C562-3363-7BBFED080041}"/>
          </ac:spMkLst>
        </pc:spChg>
      </pc:sldChg>
      <pc:sldChg chg="modSp mod">
        <pc:chgData name="James Martin" userId="5c604502-4ee2-4081-9f0b-59e4decb0522" providerId="ADAL" clId="{CD9F9381-1667-4751-A642-EBC8FFBDE105}" dt="2026-10-05T11:51:48.271" v="203" actId="6549"/>
        <pc:sldMkLst>
          <pc:docMk/>
          <pc:sldMk cId="2245511837" sldId="1536"/>
        </pc:sldMkLst>
        <pc:spChg chg="mod">
          <ac:chgData name="James Martin" userId="5c604502-4ee2-4081-9f0b-59e4decb0522" providerId="ADAL" clId="{CD9F9381-1667-4751-A642-EBC8FFBDE105}" dt="2026-10-05T11:51:48.271" v="203" actId="6549"/>
          <ac:spMkLst>
            <pc:docMk/>
            <pc:sldMk cId="2245511837" sldId="1536"/>
            <ac:spMk id="7" creationId="{372DB997-0C71-578F-1EDE-45B3E1F6E4F4}"/>
          </ac:spMkLst>
        </pc:spChg>
      </pc:sldChg>
      <pc:sldChg chg="modSp mod">
        <pc:chgData name="James Martin" userId="5c604502-4ee2-4081-9f0b-59e4decb0522" providerId="ADAL" clId="{CD9F9381-1667-4751-A642-EBC8FFBDE105}" dt="2026-10-05T11:51:54.548" v="204" actId="6549"/>
        <pc:sldMkLst>
          <pc:docMk/>
          <pc:sldMk cId="2105687972" sldId="1537"/>
        </pc:sldMkLst>
        <pc:spChg chg="mod">
          <ac:chgData name="James Martin" userId="5c604502-4ee2-4081-9f0b-59e4decb0522" providerId="ADAL" clId="{CD9F9381-1667-4751-A642-EBC8FFBDE105}" dt="2026-10-05T11:51:54.548" v="204" actId="6549"/>
          <ac:spMkLst>
            <pc:docMk/>
            <pc:sldMk cId="2105687972" sldId="1537"/>
            <ac:spMk id="7" creationId="{FC726231-4F5F-73E3-E040-361FEF321F2F}"/>
          </ac:spMkLst>
        </pc:spChg>
      </pc:sldChg>
      <pc:sldChg chg="modSp mod">
        <pc:chgData name="James Martin" userId="5c604502-4ee2-4081-9f0b-59e4decb0522" providerId="ADAL" clId="{CD9F9381-1667-4751-A642-EBC8FFBDE105}" dt="2026-10-05T11:52:03.032" v="206" actId="6549"/>
        <pc:sldMkLst>
          <pc:docMk/>
          <pc:sldMk cId="1801147752" sldId="1538"/>
        </pc:sldMkLst>
        <pc:spChg chg="mod">
          <ac:chgData name="James Martin" userId="5c604502-4ee2-4081-9f0b-59e4decb0522" providerId="ADAL" clId="{CD9F9381-1667-4751-A642-EBC8FFBDE105}" dt="2026-10-05T11:52:03.032" v="206" actId="6549"/>
          <ac:spMkLst>
            <pc:docMk/>
            <pc:sldMk cId="1801147752" sldId="1538"/>
            <ac:spMk id="7" creationId="{6300800E-8D01-1163-6164-47872661EBCC}"/>
          </ac:spMkLst>
        </pc:spChg>
      </pc:sldChg>
      <pc:sldChg chg="modSp mod">
        <pc:chgData name="James Martin" userId="5c604502-4ee2-4081-9f0b-59e4decb0522" providerId="ADAL" clId="{CD9F9381-1667-4751-A642-EBC8FFBDE105}" dt="2026-10-12T13:05:27.457" v="367" actId="20577"/>
        <pc:sldMkLst>
          <pc:docMk/>
          <pc:sldMk cId="922595608" sldId="1539"/>
        </pc:sldMkLst>
        <pc:spChg chg="mod">
          <ac:chgData name="James Martin" userId="5c604502-4ee2-4081-9f0b-59e4decb0522" providerId="ADAL" clId="{CD9F9381-1667-4751-A642-EBC8FFBDE105}" dt="2026-10-12T13:05:27.457" v="367" actId="20577"/>
          <ac:spMkLst>
            <pc:docMk/>
            <pc:sldMk cId="922595608" sldId="1539"/>
            <ac:spMk id="2" creationId="{0F59C539-ED49-1BFD-43E7-593B382292D7}"/>
          </ac:spMkLst>
        </pc:spChg>
      </pc:sldChg>
      <pc:sldChg chg="add del">
        <pc:chgData name="James Martin" userId="5c604502-4ee2-4081-9f0b-59e4decb0522" providerId="ADAL" clId="{CD9F9381-1667-4751-A642-EBC8FFBDE105}" dt="2026-10-05T14:30:25.791" v="320"/>
        <pc:sldMkLst>
          <pc:docMk/>
          <pc:sldMk cId="186781703" sldId="1567"/>
        </pc:sldMkLst>
      </pc:sldChg>
      <pc:sldChg chg="add del">
        <pc:chgData name="James Martin" userId="5c604502-4ee2-4081-9f0b-59e4decb0522" providerId="ADAL" clId="{CD9F9381-1667-4751-A642-EBC8FFBDE105}" dt="2026-10-05T14:30:25.791" v="320"/>
        <pc:sldMkLst>
          <pc:docMk/>
          <pc:sldMk cId="1139054574" sldId="1568"/>
        </pc:sldMkLst>
      </pc:sldChg>
      <pc:sldChg chg="add del">
        <pc:chgData name="James Martin" userId="5c604502-4ee2-4081-9f0b-59e4decb0522" providerId="ADAL" clId="{CD9F9381-1667-4751-A642-EBC8FFBDE105}" dt="2026-10-05T14:30:25.791" v="320"/>
        <pc:sldMkLst>
          <pc:docMk/>
          <pc:sldMk cId="2385578593" sldId="1569"/>
        </pc:sldMkLst>
      </pc:sldChg>
      <pc:sldChg chg="add del">
        <pc:chgData name="James Martin" userId="5c604502-4ee2-4081-9f0b-59e4decb0522" providerId="ADAL" clId="{CD9F9381-1667-4751-A642-EBC8FFBDE105}" dt="2026-10-05T14:30:25.791" v="320"/>
        <pc:sldMkLst>
          <pc:docMk/>
          <pc:sldMk cId="4207388898" sldId="1571"/>
        </pc:sldMkLst>
      </pc:sldChg>
      <pc:sldChg chg="add del">
        <pc:chgData name="James Martin" userId="5c604502-4ee2-4081-9f0b-59e4decb0522" providerId="ADAL" clId="{CD9F9381-1667-4751-A642-EBC8FFBDE105}" dt="2026-10-05T14:30:25.791" v="320"/>
        <pc:sldMkLst>
          <pc:docMk/>
          <pc:sldMk cId="2124541583" sldId="1572"/>
        </pc:sldMkLst>
      </pc:sldChg>
      <pc:sldChg chg="add del">
        <pc:chgData name="James Martin" userId="5c604502-4ee2-4081-9f0b-59e4decb0522" providerId="ADAL" clId="{CD9F9381-1667-4751-A642-EBC8FFBDE105}" dt="2026-10-05T14:30:25.791" v="320"/>
        <pc:sldMkLst>
          <pc:docMk/>
          <pc:sldMk cId="1839520804" sldId="1573"/>
        </pc:sldMkLst>
      </pc:sldChg>
      <pc:sldChg chg="add del">
        <pc:chgData name="James Martin" userId="5c604502-4ee2-4081-9f0b-59e4decb0522" providerId="ADAL" clId="{CD9F9381-1667-4751-A642-EBC8FFBDE105}" dt="2026-10-05T14:30:25.791" v="320"/>
        <pc:sldMkLst>
          <pc:docMk/>
          <pc:sldMk cId="816230512" sldId="1576"/>
        </pc:sldMkLst>
      </pc:sldChg>
      <pc:sldChg chg="add del">
        <pc:chgData name="James Martin" userId="5c604502-4ee2-4081-9f0b-59e4decb0522" providerId="ADAL" clId="{CD9F9381-1667-4751-A642-EBC8FFBDE105}" dt="2026-10-05T14:30:25.791" v="320"/>
        <pc:sldMkLst>
          <pc:docMk/>
          <pc:sldMk cId="4027198279" sldId="1577"/>
        </pc:sldMkLst>
      </pc:sldChg>
      <pc:sldChg chg="add del">
        <pc:chgData name="James Martin" userId="5c604502-4ee2-4081-9f0b-59e4decb0522" providerId="ADAL" clId="{CD9F9381-1667-4751-A642-EBC8FFBDE105}" dt="2026-10-05T14:30:25.791" v="320"/>
        <pc:sldMkLst>
          <pc:docMk/>
          <pc:sldMk cId="2661386689" sldId="1579"/>
        </pc:sldMkLst>
      </pc:sldChg>
      <pc:sldChg chg="add del">
        <pc:chgData name="James Martin" userId="5c604502-4ee2-4081-9f0b-59e4decb0522" providerId="ADAL" clId="{CD9F9381-1667-4751-A642-EBC8FFBDE105}" dt="2026-10-05T14:30:25.791" v="320"/>
        <pc:sldMkLst>
          <pc:docMk/>
          <pc:sldMk cId="1497795798" sldId="1581"/>
        </pc:sldMkLst>
      </pc:sldChg>
      <pc:sldChg chg="modSp add del mod">
        <pc:chgData name="James Martin" userId="5c604502-4ee2-4081-9f0b-59e4decb0522" providerId="ADAL" clId="{CD9F9381-1667-4751-A642-EBC8FFBDE105}" dt="2026-10-12T13:06:58.613" v="382"/>
        <pc:sldMkLst>
          <pc:docMk/>
          <pc:sldMk cId="4089847852" sldId="1625"/>
        </pc:sldMkLst>
        <pc:spChg chg="mod">
          <ac:chgData name="James Martin" userId="5c604502-4ee2-4081-9f0b-59e4decb0522" providerId="ADAL" clId="{CD9F9381-1667-4751-A642-EBC8FFBDE105}" dt="2026-10-12T13:06:58.613" v="382"/>
          <ac:spMkLst>
            <pc:docMk/>
            <pc:sldMk cId="4089847852" sldId="1625"/>
            <ac:spMk id="2" creationId="{1D1D036E-1E2C-21ED-C681-89063FC1243A}"/>
          </ac:spMkLst>
        </pc:spChg>
      </pc:sldChg>
      <pc:sldChg chg="modSp add mod">
        <pc:chgData name="James Martin" userId="5c604502-4ee2-4081-9f0b-59e4decb0522" providerId="ADAL" clId="{CD9F9381-1667-4751-A642-EBC8FFBDE105}" dt="2026-10-12T13:06:56.203" v="381"/>
        <pc:sldMkLst>
          <pc:docMk/>
          <pc:sldMk cId="2258717590" sldId="1626"/>
        </pc:sldMkLst>
        <pc:spChg chg="mod">
          <ac:chgData name="James Martin" userId="5c604502-4ee2-4081-9f0b-59e4decb0522" providerId="ADAL" clId="{CD9F9381-1667-4751-A642-EBC8FFBDE105}" dt="2026-10-12T13:06:56.203" v="381"/>
          <ac:spMkLst>
            <pc:docMk/>
            <pc:sldMk cId="2258717590" sldId="1626"/>
            <ac:spMk id="2" creationId="{1DE27529-1FDA-5DE1-683E-1F984E0800DC}"/>
          </ac:spMkLst>
        </pc:spChg>
      </pc:sldChg>
      <pc:sldChg chg="add del">
        <pc:chgData name="James Martin" userId="5c604502-4ee2-4081-9f0b-59e4decb0522" providerId="ADAL" clId="{CD9F9381-1667-4751-A642-EBC8FFBDE105}" dt="2026-10-12T12:55:49.099" v="332" actId="47"/>
        <pc:sldMkLst>
          <pc:docMk/>
          <pc:sldMk cId="3404413366" sldId="1627"/>
        </pc:sldMkLst>
      </pc:sldChg>
      <pc:sldChg chg="add">
        <pc:chgData name="James Martin" userId="5c604502-4ee2-4081-9f0b-59e4decb0522" providerId="ADAL" clId="{CD9F9381-1667-4751-A642-EBC8FFBDE105}" dt="2026-10-05T11:38:52.200" v="43"/>
        <pc:sldMkLst>
          <pc:docMk/>
          <pc:sldMk cId="1082586337" sldId="1628"/>
        </pc:sldMkLst>
      </pc:sldChg>
      <pc:sldChg chg="add">
        <pc:chgData name="James Martin" userId="5c604502-4ee2-4081-9f0b-59e4decb0522" providerId="ADAL" clId="{CD9F9381-1667-4751-A642-EBC8FFBDE105}" dt="2026-10-05T14:30:25.791" v="320"/>
        <pc:sldMkLst>
          <pc:docMk/>
          <pc:sldMk cId="2906516930" sldId="1630"/>
        </pc:sldMkLst>
      </pc:sldChg>
      <pc:sldChg chg="add">
        <pc:chgData name="James Martin" userId="5c604502-4ee2-4081-9f0b-59e4decb0522" providerId="ADAL" clId="{CD9F9381-1667-4751-A642-EBC8FFBDE105}" dt="2026-10-05T14:30:25.791" v="320"/>
        <pc:sldMkLst>
          <pc:docMk/>
          <pc:sldMk cId="873797240" sldId="163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0ab001f5b_0_8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10ab001f5b_0_8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893A35B2-2BDE-A65B-F68B-A595F8E8C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9F952131-C212-90FE-50BB-7DB42B5436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DCF0FAE4-867A-41DF-D4E9-1F18C2FDE9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90236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E2C3C0E-5417-CDBD-FC46-16448F3BE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46FBBDE-14E6-C838-B798-7B0ECDA869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3618E30-6945-C986-939B-75FE15C1D4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83675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283BCF0-9AAB-809B-B33F-0CFA0EEE1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04FEC5F-A904-C224-D732-A7427BC022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25910C4-7E95-808F-3F64-ABD6D4C1AE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48564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5065A04-B424-3314-2863-11F7A7C99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639CF2D-38FB-9773-8FA3-50B9C1B775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15852E1-ED83-C1B3-3A17-D04F9E15C3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91897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441CD60-1B2C-1C6F-578B-3DC49CC30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96F428E-0C92-515E-6D6B-609CB92640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2FF4631-4A0F-5415-CA93-8FE4054E3E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425401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0A287B8-87E2-86C8-BB68-5BD2F8779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0FC3BB1-14C9-3099-D645-A0B5D8A2C3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12A6CE5-B73D-E740-E25A-38AD76BCDD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23883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B078BAA-8DAE-1A6E-1306-B7D58EA06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B78DC1B-61D8-DD38-F4C7-B4E3B999F8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2DB5E26-B873-1EAF-86ED-E16C53BDC0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69428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6FF8FCD-B2D7-3B84-2B8B-65B228AD0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B9BB582-0992-B33D-71F9-AFEB1C6C48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2AE85E6-72BF-EA87-20C3-8220B1209E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50430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0474A41-649E-29F8-FE4A-520BAA8EA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5706AF0-A14B-4C3E-11B2-2FB2A22272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BB99D91-0BA8-6266-59A7-2E24405519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175849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D3DDB2D-1421-8353-9E64-B7BD44BC1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B80F5C6-A1CF-B2AC-AE3D-1877549903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DED4B16-908A-3B33-3A62-3D1C847960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618682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ECB2A24-4391-08A1-E175-B1D7DE93A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33344BE-9CBC-8BAE-D570-D6157140B3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4A917CA-D022-EF9C-BFCF-73B7DD2A13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7418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47E2717-3304-7D8D-809C-C2DFF4D7C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B2E40CE-C9C1-0A43-0D3B-4396D663C5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23A414B-17FD-78EC-1282-D260F11B26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579468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F2A379D-D04D-B27B-9F5E-2322369C8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C5B1BFC-3832-0973-10A8-79F358ACE9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7709449-D5FD-8C39-FBE2-49D7E4DF44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2671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68D5068-1F5C-A541-BEF2-EFE610DB3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DBE5F0C-8BBF-2A07-5FAA-41B1C8C7D2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FDE7C76-CB04-8A6C-F6D6-2F06894CA8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96915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121F860-89C2-79EF-6435-8AF8A208C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AC3308C-5023-588B-5C66-F45F20D491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1368023-EC1F-2414-709E-F9C02015D4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17416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452B45F-96BC-3292-2034-EAC1F6311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DB2C5C1-1F35-393E-9A26-3E419F9FE7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92C15AB-5488-65A3-049D-FAB084F2C7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61557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0DDD663-EBB7-1498-E7A8-816BF7492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7DFC87F-F329-D272-F893-41C040AA6D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F685E30-A867-4FF6-E6FF-0EE4A7519F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757283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CB935B8-B167-1D44-69A7-0AFED6778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85DA535-49F6-4EEC-2105-588F9BFCFB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28EA2A6-B602-C0D3-65D2-34DF81E99F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70364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1BFEE2C-BD9B-FD4D-0020-739A922A9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0CABDA1-F75C-90AD-259C-22CA528D67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1E2D4B6-4C77-BF30-508F-AF4613ADAA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5096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9C767B7-9B91-2B1D-8320-72442B8F4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AC9864B-9F1E-6394-3AFB-C11BEEF09C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111B0BF-74A2-D3D3-2CBD-CA7BB23D8B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635340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E000680-11CB-317F-5F60-D2069CE3F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D147B10-5C8C-2AA7-BE2A-647E32F2D3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769D71D-AAC3-B7AC-F1B2-AB3C26419D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76676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C181CF6-5F93-5634-B418-43618FA83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FB94511-F636-C38A-5DDB-ABDBDA13FA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0C94D45-D2F0-66B6-14A4-781BBC3F5F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693484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D010558-79EE-2091-1E0A-5E8CA10D4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9145604-D7E0-0610-CA9D-6FD559CF98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ED818B9-9AF1-2A37-7D3A-6E230BAF11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640461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23D9CDB-0DDB-E676-1236-8D6F7B539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EC19F8F-ECB9-DD42-F58C-C010A2804E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E656288-D3A7-BA3C-2602-C038619359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73829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23B0307-184B-F7D3-4548-48EC00BAF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18C1F25-95C0-1464-7929-CCDE15D648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2F1FCE2-FBCE-3CDF-2729-F9864B70F6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250257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8961D46-D919-D256-7961-BBEC18404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CFA039E-59D1-9125-BECA-00213F6AAF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B2528A3-C06F-64CF-727E-C0A1D61D75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118688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2D869FB-0883-3498-8A2F-3C8D18D74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1A78343-B111-2D15-A3EE-E428D0236B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0967EDF-A404-821B-5DC9-A3F0C884D1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524418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3C5A312-B84A-F68F-B38C-46AFD721D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436A7C9-9073-26D5-9127-6303AA4D36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8872F0D-E21F-355F-9203-DF5CBE59E7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83050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43EFFE2-7CC2-D7AD-F1EC-1719C2DA7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9183254-D9B2-090F-1D4B-ECD6BEA39C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5AA9B25-55E3-3C8C-CDA8-25CF7C182D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4495270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32856B9-D3F7-C394-EAD9-DECE5B567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518D35A-B701-D43B-0959-503B538617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59B431B-4098-FD31-6DDE-A85296511D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7284986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3B2BF36-9A25-9F6C-9097-5D308FDC0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BDF6B0D-6FFC-BD18-BD42-80B9608C30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629A8D3-85A0-7CC0-B60E-F02E009EA1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762935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F0D30D4-A889-4550-6DD2-C7B30B136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1F7600F-CD53-4A02-4E01-D3D792282F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64D9B63-77D4-91DC-2783-8AE0B3DBDE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604246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08FA40A-8530-363C-DF67-B1547FA92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536D293-0FC5-B13D-4665-494556BA4E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2E4BDC3-1B8C-FF19-D364-923412BEC1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243992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0A5C047-3FAC-C444-093B-B22CC5831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970D5A3-3CF7-BC66-023C-1D279ABF31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3379F74-AA27-B4C9-BF25-454C8F5567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673762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6FCD9C9-2133-9560-E27B-DB805564D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7B815B2-2AD4-1ECA-84E5-88765FC0D7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9B6340A-E92D-ED88-6722-5979A6A7FB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091562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1436129-41B3-511D-0E28-B46461674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AAFB13D-A596-BE7A-5E88-9B24158045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D6EF58A-6A97-BF64-DC0C-F00B8D006A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260954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BCA6C1B-4FD4-ECE8-D848-443A1C53D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6356CC3-8766-0266-FCD4-16D9A3B171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B9EFED0-0890-57C1-FBFA-E711B8F5B0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2799468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F3A6EBB-A7E7-F0C9-E9B2-6B35B1742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4E64B7D-F923-B2DA-8D62-5C0F2B5F09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65D315C-1B17-1330-F511-9A8D3FA444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142496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966F60A-42C2-1474-448C-E468DDAEB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7514519-532B-8066-666D-00D80513C7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545A63E-E19A-C67D-197A-2C425E8CC3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294442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E824818-7671-176B-4D83-356C1D5AE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F9454E3-D0A1-3A08-574E-AABB3D3F14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F859EFF-ABB4-4223-DF79-03B901C1EF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831248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0B79C91-3B23-07C5-B9B3-402EF13CB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90EEEB5-B44D-C11C-9E36-D4EA1A610C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FCCB80E-4C0D-A59A-A130-62AE131E9D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945581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CF8DF00-6048-BB16-9EAC-C7050A910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33B20A8-112A-E568-1627-BBA20EA664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B80BBDB-778B-A516-E1EE-1C4BBBA460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9529447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BA6D1F3-4F10-8A29-0D97-217E64E93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C78486D-1838-C366-ACD8-6F739A5114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6DEFDAA-DB62-F76D-A581-77375435E9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865122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210E16E-5F81-E74F-ED24-068B02B1A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BD344A8-9687-2CB6-C4B9-AD7CEAF2FB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753EA34-AACF-DBBA-2455-F4FDCE5052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2779464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6E19F4A-5138-A0D8-9EDF-F512848D0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1252DC3-223E-CEFB-CC5C-CA90F1C6E3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8F93F08-0232-B7BF-38AA-6C31C149E7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31676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7C9DE28-DE61-C437-6ACE-1EFCC2837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1AA8BDA-DE95-114D-B489-87BA5634F5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084070F-77E9-A48E-09D3-BE9E3EDBEC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887717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DE0F70F-96F6-F02B-0448-18B7DA01B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2F8C25F-86CD-2869-40C7-51D2BB179F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070ABDE-4500-D5F2-10A7-F412AA3F9E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726703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F181C7F-D9FA-D2BA-D734-D173CBD62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DC907A3-1615-F1C9-2078-48A1339178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92E4F87-917C-3792-E240-1E7B2E6CE4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196049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C6D35A5-221D-3AF6-7803-B09176B3C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D9E4983-FE68-D7C6-133A-299DF6664F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F6C9D7F-6008-64DA-8FA3-FAF54A25F1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94754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E2C4597-C353-AD1B-2BEB-2D9D74A8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346A0A6-EBB5-CC18-890D-CAA79D6B6C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02182A7-E9AF-CD5F-1987-C09A86362D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530553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551147C-9668-3159-D90C-D86CCE3FA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862166B-6E69-8988-0E7E-9643380EBE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330DE7B-E246-C566-8053-A00C54DCA0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754924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A0972CB-21AD-1AAF-A753-F3D1C45A5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814D75E-54FD-EA8F-E8A9-67BEB2D76A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1318C2A-8E8A-E02C-CCA7-0DA02612EB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295188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9671FAA-F2E7-CC44-665E-483192D58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374C0E0-C334-C4F4-88FE-A7673AA3BE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326C930-BD68-B19F-424E-2F71EDA812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60489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6993F21-6915-A2C7-8395-78DFF3CB6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CE0400B-16D5-D768-0023-30538CABD0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3A63253-5511-3C35-FD70-67D8F1CF59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920271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D12D93C-3844-2FC9-88FC-B8D4AB564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8A481EE-E3C0-A3A0-C276-DC24478878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CDD77A8-DECE-9F2F-620E-AD19118F69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175653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C6C64D8-5B9A-1E7B-189D-B4F13A172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FA4F261-9C59-B334-8D2C-824E2339A7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8DA09BC-154B-9DB4-D552-6D2DEBED40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877314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2B7AFBB-4D75-3E44-8740-650AA8978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901766B-AA24-1EB0-7752-5A354CB744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0C6FB97-7C6E-DD02-6E94-3C0902DA5F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346246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8F1FE0D-550B-F21D-C919-B6BF62518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CFDFADF-7602-3D9E-F1B9-2EB491F237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6B2C439-EA38-FF90-CEBE-A9DD1888D0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56233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767DEBF-A64E-C15C-C752-F19A61357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4F5E22F-1325-A40D-45EB-7BC1ADA4D7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C9DAE54-BCE8-35CE-5FA9-E06941B6D9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209309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16AD3AC-515A-832C-45B7-B74A02F33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39E4D35-137C-F521-D4ED-87EDCAE4D6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A371B7D-AC92-48D5-CDFC-A3BA5DD569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344121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C506113-B2AB-0470-E647-616CCC7BD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CC654E3-0697-D88F-6ECF-F0FA48A4A2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B651B47-3B17-6589-2F30-3A9FA71784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954180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E15C35E-5BA9-79F0-B855-6F9DDB2D4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F9F3E0F-2098-84D9-AA70-300881C0CC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5C62A4C-C019-86F6-FDF0-59ABE26DC1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226989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4A0AA03-E102-D7DD-AF04-A575879DC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02F5F80-85EB-2146-F57B-F33F89EF37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EEABEB5-FC56-5759-9EBD-296C7044A5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5363808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5CC2F5F-16E2-0EBD-2731-2A50DBCE6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5A6FB7A-39AD-012B-D54D-76C9EA797A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784F2D6-343E-B478-E14B-C5B8D2472E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8925668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87632C0-3B3A-552A-9564-807BCA0D2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454698F-9ADC-2503-6ADD-5CC2465865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3D6F7C6-8E5D-6557-76D2-F9F83CE103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904768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9F29300-F6AD-ED1D-C45F-CF1EAD867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3C960F1-371D-896F-3882-4CEEDD6BE5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C46B4AA-3128-B98C-B77C-F49B4A6712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9501748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736CC7E-0BAA-7DD1-267D-B09DFFD66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ADBE10D-4434-7ACA-EDFF-28B753881B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0FFEC50-F9D0-E52A-F594-A3461C4686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990775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B020797-814B-2115-BCCC-E6225EE50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D405B3D-01D4-F0A7-F71E-5EACD8CD14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496EB2C-B620-6FD4-40FD-598625BA11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85720178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44A69B6-CFEA-9E9D-FBCA-6E090EA00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97B1709-BB53-AC8C-AF8B-EFF233A1E5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8A343E1-F2BE-C085-12F1-D12A3B361D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1418796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3159314-4BC2-0458-FE88-ADBF87715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A201B20-02D7-C71C-26A5-FCEF014510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B039445-3961-0438-975C-06582B5E97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5726986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2B1573E-579D-6870-CFA5-6DC5A2CD5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DA78484-2321-694C-3864-E9234F07FF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0FDA23A-4949-3811-B9AB-582D63E46E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973309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999F4F0-07A6-57EC-6D36-AE6480641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4C71A37-0F47-F107-8A9B-EB7A995CA8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CE8E338-C3D5-C006-2B9F-46A44F9C74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92285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A8D394D-3AFD-91C1-DBDC-E9B241632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5335973-D94E-4BB5-D1E2-30CE450CCB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6A25906-7F14-A4D9-C167-E95F56FF9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8894764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69DF75A-56FF-9254-F883-9C95E706D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31FA4C6-826F-D4D5-2654-D417429D2C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C9F1AE4-3C65-ADDE-B3CB-EB37D1E74A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07851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39E06FA-F604-3C27-AD6D-F9E1FA6C3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C68B241-F2A4-4C38-F45E-898F733A6B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342CCAE-F9C6-ACCF-D37D-166D65CA08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577533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369908D-4FF9-9163-6C36-3B083FC1F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E347160-CE12-24F0-ACBF-1D4B50AF38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19415E5-FC4F-B0A2-C17A-8C865E0B66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441743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BF4FEE9-B087-E2A8-0184-48B9BB883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A2FD76C-34AA-C61A-6DAA-072568CD17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5520080-7B74-9536-EB3B-A523D5EF4F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80549065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E9CA733-B929-0C0A-BBC4-DB8C17A06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DCC4E71-C12B-D83C-3B3B-7B7027FF33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5616285-5E3E-5C3B-2CC5-179D485EB6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826143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6C67494-D365-DA1D-56D1-7A20A0ECE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405257F-77ED-A3D5-743E-3B2EF0C5A7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E3CFE77-806F-793F-9B5A-59795F653A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0081613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E8AECDD-791F-9995-FDAB-F0DDBFCDA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A282C33-8ADC-2680-64E3-48431DE02E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9CA9D3D-713C-34B9-7FCA-35D69979B5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79552619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122A80B-FF12-6F7B-C3A5-AE97356FE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7062984-6902-6783-63BB-EF28A9C290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0C19A7A-37EC-5BFB-889F-91344114FA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348839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BE9C119-B36E-2E94-D424-96608B2AA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F8A2F92-0FDF-8A63-ED0C-AD15DF5F0F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A16871E-C1EE-6332-1616-47651583EE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4675499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6538B2D-680D-F9F2-598E-65EE5035B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11BD914-4142-6D23-DBD6-FBE6256488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4E7527A-A741-F3DD-6B2B-29D637995C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571995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1FF2764-54DA-0705-D0F9-79E2A511E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9AA2F07-500B-6C93-AF54-A9D66D01D8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66B8DDB-F0C8-DF54-887B-4236B8804C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769586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85E4523-CBC1-A1E6-5DFF-981FD3B7E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BB8CFCF-25C1-550E-C8A5-0DFAC5D21F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836357E-1421-4FE7-1108-4CF5F54AF1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195015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D99359D-DECE-FCA1-7E2B-2437690D5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1096C1E-32B7-5E2A-96E7-016A66BD44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6E1F144-FFBC-A4FF-219D-A168842E74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7946854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FC818BB-EFCF-0AB6-041C-25E90040D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718E775-150B-34B1-46A8-AB244EF804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A60C88E-A66F-123F-C768-C6B4861644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727935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E48468B-024E-D225-8278-864E9F2C4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B254110-BAB7-8446-4BB9-333675C4BC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A56004D-26E6-6163-13CA-F6D3B09F05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941401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30A8AC3-2309-BEE2-3F34-14DA50326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D69872A-1B21-FCF9-0530-7252E99C8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32684E2-A229-1419-4902-8F72877D87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440948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8296938-9182-891C-E84A-EADDB7978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5B0D5F0-0092-CA3C-9C68-151B8C55EB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ACDDBFD-96FB-DB11-E105-6B851ACCDC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4037122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0DBF11E-57D2-2B8A-E5B1-F74D43B1F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9C928C5-F5BF-C844-B2BC-B735BE11F8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B5838D8-C525-5333-2087-54BAC3E638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8227916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424AFCB-658C-D6B9-5385-FC0F61C1B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F4843CC-E211-87F3-F099-9A25E29E4B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96E264E-3A3F-6C20-87E4-CA896BAD68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3629653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C12DCA6-D444-524E-7A71-6B5003092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ED841EB-5938-6495-4924-4C2A826042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806BF28-EE33-D7F6-0CE5-4D855011E0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083588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1A7412E-0E57-D5FD-F330-673FB4A0A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EA0C538-2FD0-EAF1-A577-FE9ADEC009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06B68ED-76CA-2381-9FEE-D287E57481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773432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3EA9BB6-8CBD-3094-29CB-766418B7E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920F7F9-FE5A-58D1-F36A-CA77A03DF2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E4100D1-7337-43FD-E8E6-F3C97D6348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2874766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A88F276-9520-0E61-1D5B-292E19481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CDC261F-92EB-C1C1-1DFB-D95373E3F7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FC15CF4-54AE-EFC0-8DCF-F9C88AF0CA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8959729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4A2D886-0CC6-5BA4-3088-851E9FB2F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1094EDA-19EB-E8A2-1B06-9B01D160A5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3AC75EF-AB07-2C66-36A7-7B4D64219C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36414348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1AC7F3C-3E0E-5B9E-5C7F-C38F10385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826E6BB-6522-82D3-6E32-8F825AAC8C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6FB8EBA-58AC-9BBD-2142-355EBA2646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263397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4DC7394-21B0-8705-1CA5-D05BE5F5E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4E1B53B-70E1-757F-5E3E-C0FD6B2141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8546000-F8D1-BADA-7864-DDFB33DA04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69234813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1BD6137-7F9D-3662-442D-A660BDFCF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52A5C25-12AB-5032-C12E-EF8376F4BE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3368C04-705F-A9E1-0F79-697B93BB89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6914922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0D3E38C-E246-D5EC-F199-4FFDB6CC3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636E9A2-0F06-6BA4-C2A7-0B8B4604E3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66C64E9-057A-552F-1252-164E044CB7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805081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E42BF0B-A767-B670-C1BA-CF39BEBC9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2CA9CD3-17A5-BB43-E741-30FA48B96E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5D5DD72-45B8-1DE3-20AD-255852C85B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66474158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1E2E988-FDF0-6B88-827A-8ABE1A7B3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9EE783B-DA2A-9E7E-3138-CC5FD820AD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3C118C2-FC14-71B6-72D0-F2314A84EC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794376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2B56FD8-9DBF-DBE8-781A-62C82C0AD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B3E1018-AA5B-5ABA-9216-BF0D198C88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3A387F6-AEF0-0227-A933-1DCFB21BF7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75294808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73673C7-055F-393D-2B21-EDE900D82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EF5931A-EF26-A130-F7D6-14E81C0C1E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CACF840-7766-4FDE-29E6-F49D1355ED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0085595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70A4EA9-AE43-58D0-8158-C95F30CCB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D88CF13-51E2-6F50-FCCC-A02A454469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AE74D0F-61B9-34EF-F72D-23726A2C67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0269445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AD376E4-6F7C-2DF0-8391-3702337B7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11213D1-2344-36FF-49AF-03D811384E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1676154-8B74-7CE5-EF22-CF4A4B5F00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3556589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BFFE1BC-CACC-D997-99D2-843EE138E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5BC00FE-0621-D7DE-6AAC-1489CBE0B2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81B17F9-E57C-EBD8-89DD-683B8CAB87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0410283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F1883CA-3884-B8AC-D5A4-65FE9DB4F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9E00421-A9B2-3304-41E2-D8FCB2362A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7B86411-3C33-CB10-72A6-595220A882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2594244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3A5C269-8D24-4A5D-32E7-EE62211BF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C39BE2E-7965-F1EC-26E3-4C760AF160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DCD321B-082E-74DC-3EBA-F8AA7388C3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170935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ECA958C-99D2-428A-CC8A-D1526D0A7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690E297-B7C3-E7FF-F082-D72BE9C745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C38EF42-8B52-F9A9-D388-238FE6DE14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534766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F95F5B3-06FC-4965-E75A-5EC830B03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A4DEE62-5951-601E-E51F-E3FF8E80F3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D85C58D-8A6C-59E0-FA0A-A3AA6629CE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2403810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7E0BC2A-A193-3B07-817E-509472939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B6943F8-C433-1713-A53F-01AA3BDF94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2AFAC2A-0524-BFBA-E5BA-ABB472ADF6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18502638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49EBA52-38F0-186E-93CB-38DD8968F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04653E4-01CA-F782-CC53-B71A2E4FE3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BA6E015-251E-0C27-C7E1-541B72FBA6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7508615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14C75CF-4125-7419-C3B8-F53768744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1CE0C48-8A12-C61C-7539-B6F11D0281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04E6BD0-B1D0-31C8-4CEB-ED603FC189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99542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B5136A2-71D1-B0B7-6EE6-7988CFEA1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6D994E2-354A-58DF-0B99-35C8E0FF2E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A52AE46-20D3-E0C2-934A-12BDBBD8A9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5149962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A6728B8-66C8-D5FD-BD4A-E2E46F894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05F1F0C-BBA7-9017-DC9F-84F9C3E9B3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3A2C4E4-CC6C-8993-785D-9C9DA1C313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163020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8770C7C-4359-B715-1DA7-69D614C0E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646C572-1FD0-77F1-79FF-E27605B9C7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10AD77D-D226-C415-A3CD-85D9D3C6FA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551912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E87AB5C-0491-439B-6D66-E71AB3C04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AF88A9B-A04F-3E7D-342E-25E7D4E97D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940B901-79F7-B8E7-DA29-5825D4422C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08982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1530B50-7CFA-09A1-C275-9637782CE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B7B61A3-771B-193E-69F9-0149809975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292DE97-9F99-2279-BDDF-47DD368BCD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128611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F6C1939-7395-2B7A-0ACD-C3E059EAB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7EE99BE-30D6-77BD-C2D6-59C6F5EDDF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F0DD7C2-5D8A-5FAF-31E1-CEBC395B1E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7820025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F13DC55-C999-A027-B79B-17927670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1782688-7405-08C9-7300-7A12947DBF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57C4C47-BD08-EBF2-4D7E-CD47CFCE10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83167575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382520A-D550-A496-6889-5A3F50157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36DF73F-E0A0-16F0-825A-E867B0EAAD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2256CAD-CC37-0408-A283-85DE345E2C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54735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F5DC440-6AC3-7BD1-6ECD-80122FA3E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8037561-E62F-25A8-CF8F-6F9CBEDA09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E8A3955-30DB-009C-E020-D129212737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7542125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7" name="Google Shape;37;p4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4937760" cy="4023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2"/>
          </p:nvPr>
        </p:nvSpPr>
        <p:spPr>
          <a:xfrm>
            <a:off x="6217920" y="1845735"/>
            <a:ext cx="493776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2"/>
          </p:nvPr>
        </p:nvSpPr>
        <p:spPr>
          <a:xfrm>
            <a:off x="1097280" y="2582335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3"/>
          </p:nvPr>
        </p:nvSpPr>
        <p:spPr>
          <a:xfrm>
            <a:off x="621792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body" idx="4"/>
          </p:nvPr>
        </p:nvSpPr>
        <p:spPr>
          <a:xfrm>
            <a:off x="6217920" y="2582334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6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with Caption" type="objTx">
  <p:cSld name="OBJECT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body" idx="1"/>
          </p:nvPr>
        </p:nvSpPr>
        <p:spPr>
          <a:xfrm>
            <a:off x="4800600" y="731520"/>
            <a:ext cx="649224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body" idx="2"/>
          </p:nvPr>
        </p:nvSpPr>
        <p:spPr>
          <a:xfrm>
            <a:off x="457200" y="2926080"/>
            <a:ext cx="3200400" cy="3379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dt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ftr" idx="11"/>
          </p:nvPr>
        </p:nvSpPr>
        <p:spPr>
          <a:xfrm>
            <a:off x="4800600" y="6459785"/>
            <a:ext cx="4648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1.png"/><Relationship Id="rId4" Type="http://schemas.openxmlformats.org/officeDocument/2006/relationships/image" Target="../media/image19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1.png"/><Relationship Id="rId4" Type="http://schemas.openxmlformats.org/officeDocument/2006/relationships/image" Target="../media/image19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1.png"/><Relationship Id="rId4" Type="http://schemas.openxmlformats.org/officeDocument/2006/relationships/image" Target="../media/image19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1.png"/><Relationship Id="rId4" Type="http://schemas.openxmlformats.org/officeDocument/2006/relationships/image" Target="../media/image19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9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9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"/>
          <p:cNvSpPr txBox="1">
            <a:spLocks noGrp="1"/>
          </p:cNvSpPr>
          <p:nvPr>
            <p:ph type="ctrTitle"/>
          </p:nvPr>
        </p:nvSpPr>
        <p:spPr>
          <a:xfrm>
            <a:off x="956602" y="1639558"/>
            <a:ext cx="10359000" cy="13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b="1" dirty="0"/>
              <a:t>Lecture 3: </a:t>
            </a: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dirty="0"/>
              <a:t>Functions</a:t>
            </a:r>
            <a:endParaRPr sz="3000" dirty="0"/>
          </a:p>
        </p:txBody>
      </p:sp>
      <p:sp>
        <p:nvSpPr>
          <p:cNvPr id="102" name="Google Shape;102;p13"/>
          <p:cNvSpPr txBox="1"/>
          <p:nvPr/>
        </p:nvSpPr>
        <p:spPr>
          <a:xfrm>
            <a:off x="2897084" y="3907028"/>
            <a:ext cx="8280600" cy="17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SCIF10002 – Introduction to Coding and Data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James S Martin</a:t>
            </a:r>
            <a:endParaRPr sz="1800"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r>
              <a:rPr lang="en-GB" sz="1800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</a:t>
            </a: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October 2026</a:t>
            </a:r>
            <a:endParaRPr sz="1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0/12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2DE27CD8-325E-C880-EDE4-90C2813F8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8335D709-9CD2-5C9D-6213-F81D327D6B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4D125E02-8097-49DB-09D5-9C120F3A6BC5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4: Functions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For and While Loops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Functions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Inputs and Outputs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5: Consolidation Week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The course so far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Why learn to code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Tackling Problems: A Worked Example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ED58392-5D5B-7F92-2238-68DD0A17819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1/12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492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D2407E4-78A9-FCED-F435-AD2475A49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21F4C96-2C33-4AF4-1F68-6BF8D58F99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Important: Assessed Coursework 1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35871C-9FE0-F919-FC2F-50307F0CBB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60" b="15002"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6637A3D9-7EFC-B16F-84FD-30098ECCD7D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2/12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3400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4EC50AE-02AB-A42C-557E-E5A1AB748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C525BA6-EE33-2095-71ED-53BAEA36BD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Important: Assessed Coursework 1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9F787BF-0AEF-A159-CD8F-584CEC720553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first assignment has been released!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Released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Wednesday 7</a:t>
            </a:r>
            <a:r>
              <a:rPr lang="en-GB" sz="1600" b="1" i="1" baseline="300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October at 12:00PM</a:t>
            </a: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Due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Wednesday 21</a:t>
            </a:r>
            <a:r>
              <a:rPr lang="en-GB" sz="1600" b="1" i="1" baseline="30000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st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October at 12:00PM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A939A1-CDF7-7E26-459D-054A176AE5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60" b="15002"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78DDEDDF-E2FC-4D4B-AA40-2BF3B550B2C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2/12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375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5E4C4B1-A5A6-EE6F-487C-9F69F5D38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C2328A8-1D6A-0045-EC7E-666E1209CF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Important: Assessed Coursework 1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AFC0F7E-D7CE-FC48-D138-09E201AC4715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first assignment has been released!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Released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Wednesday 7</a:t>
            </a:r>
            <a:r>
              <a:rPr lang="en-GB" sz="1600" b="1" i="1" baseline="300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th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October at 12:00PM</a:t>
            </a: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Due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Wednesday 21</a:t>
            </a:r>
            <a:r>
              <a:rPr lang="en-GB" sz="1600" b="1" i="1" baseline="30000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st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October at 12:00PM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is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assessed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(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15%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your grade!)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Submission is via </a:t>
            </a:r>
            <a:r>
              <a:rPr lang="en-GB" sz="1800" b="1" i="1" dirty="0" err="1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submit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as many times as you like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up until the submission date</a:t>
            </a: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E11854-B6F4-9650-DC55-0B31FF4873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60" b="15002"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4A5573CC-2F1D-0E45-7055-AB6B4BFB82C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2/12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94103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A06AE5F-5888-D2E4-27DE-B958F4495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8D9ED902-348C-C470-14EF-AA2F89EFB643}"/>
              </a:ext>
            </a:extLst>
          </p:cNvPr>
          <p:cNvSpPr/>
          <p:nvPr/>
        </p:nvSpPr>
        <p:spPr>
          <a:xfrm>
            <a:off x="508000" y="1548143"/>
            <a:ext cx="11313885" cy="6652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A233B9A-C331-C2FD-5E19-A5844AE254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8000" y="437859"/>
            <a:ext cx="9040073" cy="904758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Noteable</a:t>
            </a:r>
            <a:r>
              <a:rPr lang="en-GB" dirty="0"/>
              <a:t> Submission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D1D036E-1E2C-21ED-C681-89063FC1243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solidFill>
                  <a:srgbClr val="FFFFFF"/>
                </a:solidFill>
              </a:rPr>
              <a:t>Slide 3/12</a:t>
            </a:r>
          </a:p>
        </p:txBody>
      </p:sp>
    </p:spTree>
    <p:extLst>
      <p:ext uri="{BB962C8B-B14F-4D97-AF65-F5344CB8AC3E}">
        <p14:creationId xmlns:p14="http://schemas.microsoft.com/office/powerpoint/2010/main" val="4089847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A24A60C-54A6-B885-CEAC-E3F5A0581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3C4D60F1-F87D-74E2-4AFD-BAAB514499D9}"/>
              </a:ext>
            </a:extLst>
          </p:cNvPr>
          <p:cNvSpPr/>
          <p:nvPr/>
        </p:nvSpPr>
        <p:spPr>
          <a:xfrm>
            <a:off x="508000" y="1548143"/>
            <a:ext cx="11313885" cy="6652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BE0FBF6-E0E3-27FE-7EEC-9E91F1024C0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251368" y="1803400"/>
            <a:ext cx="7688569" cy="399989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6AC91C0-A629-BDDA-5C7E-A49482C304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8000" y="437859"/>
            <a:ext cx="9040073" cy="904758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Noteable</a:t>
            </a:r>
            <a:r>
              <a:rPr lang="en-GB" dirty="0"/>
              <a:t> Submission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51E5305-30B6-A05A-E7B0-17386AD61C02}"/>
              </a:ext>
            </a:extLst>
          </p:cNvPr>
          <p:cNvSpPr txBox="1"/>
          <p:nvPr/>
        </p:nvSpPr>
        <p:spPr>
          <a:xfrm>
            <a:off x="459015" y="1624343"/>
            <a:ext cx="3541485" cy="2130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Download using the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Assignments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tab on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DE27529-1FDA-5DE1-683E-1F984E0800D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solidFill>
                  <a:srgbClr val="FFFFFF"/>
                </a:solidFill>
              </a:rPr>
              <a:t>Slide 3/12</a:t>
            </a:r>
          </a:p>
        </p:txBody>
      </p:sp>
      <p:sp>
        <p:nvSpPr>
          <p:cNvPr id="4" name="Google Shape;136;p17">
            <a:extLst>
              <a:ext uri="{FF2B5EF4-FFF2-40B4-BE49-F238E27FC236}">
                <a16:creationId xmlns:a16="http://schemas.microsoft.com/office/drawing/2014/main" id="{36780808-EA4E-A0F3-84A4-5C9BF1748C17}"/>
              </a:ext>
            </a:extLst>
          </p:cNvPr>
          <p:cNvSpPr/>
          <p:nvPr/>
        </p:nvSpPr>
        <p:spPr>
          <a:xfrm>
            <a:off x="5444067" y="2351293"/>
            <a:ext cx="651933" cy="264908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587175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FD186F0-B096-DB62-BA41-5B2188B7E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A2FD6D3B-0010-8083-CB08-0C5A7AF87146}"/>
              </a:ext>
            </a:extLst>
          </p:cNvPr>
          <p:cNvSpPr/>
          <p:nvPr/>
        </p:nvSpPr>
        <p:spPr>
          <a:xfrm>
            <a:off x="508000" y="1548143"/>
            <a:ext cx="11313885" cy="6652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7" name="Picture 3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3FCBD48-1A95-047C-A2E5-04F377BA56C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251368" y="1803274"/>
            <a:ext cx="7688569" cy="40254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5583D22-051B-4334-110E-6AB37F4AA0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8000" y="437859"/>
            <a:ext cx="9040073" cy="904758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Noteable</a:t>
            </a:r>
            <a:r>
              <a:rPr lang="en-GB" dirty="0"/>
              <a:t> Submission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B8A6FDC-63AC-9E92-4C8C-448C4C21608C}"/>
              </a:ext>
            </a:extLst>
          </p:cNvPr>
          <p:cNvSpPr txBox="1"/>
          <p:nvPr/>
        </p:nvSpPr>
        <p:spPr>
          <a:xfrm>
            <a:off x="459015" y="1624343"/>
            <a:ext cx="3541485" cy="2130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Download using the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Assignments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tab on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Press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Fetch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click on the assignment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9AB5D44-1CA2-AC54-D17B-D024F071F2D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solidFill>
                  <a:srgbClr val="FFFFFF"/>
                </a:solidFill>
              </a:rPr>
              <a:t>Slide 3/12</a:t>
            </a:r>
          </a:p>
        </p:txBody>
      </p:sp>
      <p:sp>
        <p:nvSpPr>
          <p:cNvPr id="3" name="Google Shape;136;p17">
            <a:extLst>
              <a:ext uri="{FF2B5EF4-FFF2-40B4-BE49-F238E27FC236}">
                <a16:creationId xmlns:a16="http://schemas.microsoft.com/office/drawing/2014/main" id="{CB9B23A2-62FD-4AC8-C6EB-7E77F80DED3E}"/>
              </a:ext>
            </a:extLst>
          </p:cNvPr>
          <p:cNvSpPr/>
          <p:nvPr/>
        </p:nvSpPr>
        <p:spPr>
          <a:xfrm>
            <a:off x="10905067" y="2969359"/>
            <a:ext cx="567266" cy="247974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32615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438B177-CC82-0772-CDCD-0311A655B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104E3AA-499B-DC8C-DEBB-8D5292B10F2C}"/>
              </a:ext>
            </a:extLst>
          </p:cNvPr>
          <p:cNvSpPr/>
          <p:nvPr/>
        </p:nvSpPr>
        <p:spPr>
          <a:xfrm>
            <a:off x="508000" y="1548143"/>
            <a:ext cx="11313885" cy="6652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D1FA4BE-A893-E991-8802-127E8C3E50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8000" y="437859"/>
            <a:ext cx="9040073" cy="904758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Noteable</a:t>
            </a:r>
            <a:r>
              <a:rPr lang="en-GB" dirty="0"/>
              <a:t> Submission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06C4B41-C1A2-203F-913B-C4D10FB6C38B}"/>
              </a:ext>
            </a:extLst>
          </p:cNvPr>
          <p:cNvSpPr txBox="1"/>
          <p:nvPr/>
        </p:nvSpPr>
        <p:spPr>
          <a:xfrm>
            <a:off x="459015" y="1624343"/>
            <a:ext cx="3541485" cy="2130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Download using the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Assignments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tab on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Press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Fetch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click on the assignment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A2B4776-D794-1682-1F6B-7E49637E79C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solidFill>
                  <a:srgbClr val="FFFFFF"/>
                </a:solidFill>
              </a:rPr>
              <a:t>Slide 3/12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FECCF81-079B-7300-FEE9-4DD874880CE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251368" y="1803265"/>
            <a:ext cx="7688569" cy="40254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Google Shape;136;p17">
            <a:extLst>
              <a:ext uri="{FF2B5EF4-FFF2-40B4-BE49-F238E27FC236}">
                <a16:creationId xmlns:a16="http://schemas.microsoft.com/office/drawing/2014/main" id="{DA1C7373-C896-32D2-61A2-DD211FAA9238}"/>
              </a:ext>
            </a:extLst>
          </p:cNvPr>
          <p:cNvSpPr/>
          <p:nvPr/>
        </p:nvSpPr>
        <p:spPr>
          <a:xfrm>
            <a:off x="4546601" y="3623735"/>
            <a:ext cx="1083732" cy="211665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503282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0315C78-CF5B-A7C9-7B1E-73AFB3854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865D34EF-05FF-E8F6-AC65-3A1533D80EF5}"/>
              </a:ext>
            </a:extLst>
          </p:cNvPr>
          <p:cNvSpPr/>
          <p:nvPr/>
        </p:nvSpPr>
        <p:spPr>
          <a:xfrm>
            <a:off x="508000" y="1548143"/>
            <a:ext cx="11313885" cy="6652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B27234A-64E4-DDBD-1385-D6B82A9873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8000" y="437859"/>
            <a:ext cx="9040073" cy="904758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Noteable</a:t>
            </a:r>
            <a:r>
              <a:rPr lang="en-GB" dirty="0"/>
              <a:t> Submission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72237F1-04A3-5DD7-C7D8-068CA150A8CB}"/>
              </a:ext>
            </a:extLst>
          </p:cNvPr>
          <p:cNvSpPr txBox="1"/>
          <p:nvPr/>
        </p:nvSpPr>
        <p:spPr>
          <a:xfrm>
            <a:off x="459015" y="1624343"/>
            <a:ext cx="3541485" cy="2130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Download using the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Assignments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tab on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Press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Fetch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click on the assignment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Fill your answers in and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Validate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4AEE153-2AEF-9898-76F3-49271291FF0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solidFill>
                  <a:srgbClr val="FFFFFF"/>
                </a:solidFill>
              </a:rPr>
              <a:t>Slide 3/12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C58A573-3D5E-A7BD-AC50-90DA77EE7C2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251368" y="1803260"/>
            <a:ext cx="7688569" cy="40254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Google Shape;136;p17">
            <a:extLst>
              <a:ext uri="{FF2B5EF4-FFF2-40B4-BE49-F238E27FC236}">
                <a16:creationId xmlns:a16="http://schemas.microsoft.com/office/drawing/2014/main" id="{56731B31-78B2-5DF1-FB9E-C7831DAC0127}"/>
              </a:ext>
            </a:extLst>
          </p:cNvPr>
          <p:cNvSpPr/>
          <p:nvPr/>
        </p:nvSpPr>
        <p:spPr>
          <a:xfrm>
            <a:off x="4749800" y="3936999"/>
            <a:ext cx="2565400" cy="567267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147412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1AEF1AE-0D77-361A-FDA6-7603F1FF2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76C12058-18CF-AA8C-565D-78F18388EFB9}"/>
              </a:ext>
            </a:extLst>
          </p:cNvPr>
          <p:cNvSpPr/>
          <p:nvPr/>
        </p:nvSpPr>
        <p:spPr>
          <a:xfrm>
            <a:off x="508000" y="1548143"/>
            <a:ext cx="11313885" cy="6652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5" name="Picture 2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C2A4987-87C4-4320-4C13-52E95255B9D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251368" y="1803260"/>
            <a:ext cx="7688569" cy="40254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A00E59C-A121-64C6-4C59-2907B21375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8000" y="437859"/>
            <a:ext cx="9040073" cy="904758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Noteable</a:t>
            </a:r>
            <a:r>
              <a:rPr lang="en-GB" dirty="0"/>
              <a:t> Submission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7CCD006-2005-FAED-6F0B-AF578436C689}"/>
              </a:ext>
            </a:extLst>
          </p:cNvPr>
          <p:cNvSpPr txBox="1"/>
          <p:nvPr/>
        </p:nvSpPr>
        <p:spPr>
          <a:xfrm>
            <a:off x="459015" y="1624343"/>
            <a:ext cx="3541485" cy="2130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Download using the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Assignments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tab on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Press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Fetch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click on the assignment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Fill your answers in and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Validate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9118CD1-04CE-FF76-D9EB-A9765A99FDF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solidFill>
                  <a:srgbClr val="FFFFFF"/>
                </a:solidFill>
              </a:rPr>
              <a:t>Slide 3/12</a:t>
            </a:r>
          </a:p>
        </p:txBody>
      </p:sp>
      <p:sp>
        <p:nvSpPr>
          <p:cNvPr id="3" name="Google Shape;136;p17">
            <a:extLst>
              <a:ext uri="{FF2B5EF4-FFF2-40B4-BE49-F238E27FC236}">
                <a16:creationId xmlns:a16="http://schemas.microsoft.com/office/drawing/2014/main" id="{402B4388-58BC-6FA0-94BC-D18A325F6AFE}"/>
              </a:ext>
            </a:extLst>
          </p:cNvPr>
          <p:cNvSpPr/>
          <p:nvPr/>
        </p:nvSpPr>
        <p:spPr>
          <a:xfrm>
            <a:off x="4749800" y="3936999"/>
            <a:ext cx="2565400" cy="567267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553878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83892EA-9C4D-63EC-DAA6-394883487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960529F9-842E-EC08-5AD4-83E7B2AE58CA}"/>
              </a:ext>
            </a:extLst>
          </p:cNvPr>
          <p:cNvSpPr/>
          <p:nvPr/>
        </p:nvSpPr>
        <p:spPr>
          <a:xfrm>
            <a:off x="508000" y="1548143"/>
            <a:ext cx="11313885" cy="6652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3" name="Picture 2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B1AE4D6-2B40-287B-6000-DA56A0AEC65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251368" y="1803260"/>
            <a:ext cx="7688569" cy="40254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1958517-590C-D700-50D9-EE6CCA8DE3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8000" y="437859"/>
            <a:ext cx="9040073" cy="904758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Noteable</a:t>
            </a:r>
            <a:r>
              <a:rPr lang="en-GB" dirty="0"/>
              <a:t> Submission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D300E2B-C4D2-9DB0-2777-582F7C414D5D}"/>
              </a:ext>
            </a:extLst>
          </p:cNvPr>
          <p:cNvSpPr txBox="1"/>
          <p:nvPr/>
        </p:nvSpPr>
        <p:spPr>
          <a:xfrm>
            <a:off x="459015" y="1624343"/>
            <a:ext cx="3541485" cy="2130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Download using the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Assignments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tab on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Press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Fetch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click on the assignment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Fill your answers in and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Validate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72B9371-DDF9-D0BB-F63D-FB517F23B9F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solidFill>
                  <a:srgbClr val="FFFFFF"/>
                </a:solidFill>
              </a:rPr>
              <a:t>Slide 3/12</a:t>
            </a:r>
          </a:p>
        </p:txBody>
      </p:sp>
      <p:sp>
        <p:nvSpPr>
          <p:cNvPr id="3" name="Google Shape;136;p17">
            <a:extLst>
              <a:ext uri="{FF2B5EF4-FFF2-40B4-BE49-F238E27FC236}">
                <a16:creationId xmlns:a16="http://schemas.microsoft.com/office/drawing/2014/main" id="{A71CDA61-5593-91C3-2657-C8A102FF5492}"/>
              </a:ext>
            </a:extLst>
          </p:cNvPr>
          <p:cNvSpPr/>
          <p:nvPr/>
        </p:nvSpPr>
        <p:spPr>
          <a:xfrm>
            <a:off x="4563533" y="2227005"/>
            <a:ext cx="321734" cy="19195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36;p17">
            <a:extLst>
              <a:ext uri="{FF2B5EF4-FFF2-40B4-BE49-F238E27FC236}">
                <a16:creationId xmlns:a16="http://schemas.microsoft.com/office/drawing/2014/main" id="{4BEC3F5C-37DF-E79A-D848-FD21790DD9BF}"/>
              </a:ext>
            </a:extLst>
          </p:cNvPr>
          <p:cNvSpPr/>
          <p:nvPr/>
        </p:nvSpPr>
        <p:spPr>
          <a:xfrm>
            <a:off x="4605863" y="3285340"/>
            <a:ext cx="1295404" cy="19195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214126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902CD59-4291-1135-39E6-BC7365F41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B1C1C989-3139-28D9-D1B8-14433CD463F5}"/>
              </a:ext>
            </a:extLst>
          </p:cNvPr>
          <p:cNvSpPr/>
          <p:nvPr/>
        </p:nvSpPr>
        <p:spPr>
          <a:xfrm>
            <a:off x="508000" y="1548143"/>
            <a:ext cx="11313885" cy="6652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1" name="Picture 2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EBCCD10-23C0-2749-8428-53CD2307A83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251368" y="1803257"/>
            <a:ext cx="7688569" cy="40254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E2883C-08BA-F716-7BEC-3EB3FBA1CC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8000" y="437859"/>
            <a:ext cx="9040073" cy="904758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Noteable</a:t>
            </a:r>
            <a:r>
              <a:rPr lang="en-GB" dirty="0"/>
              <a:t> Submission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5C8EE11-484F-B1E5-CE22-AA7CC416F11A}"/>
              </a:ext>
            </a:extLst>
          </p:cNvPr>
          <p:cNvSpPr txBox="1"/>
          <p:nvPr/>
        </p:nvSpPr>
        <p:spPr>
          <a:xfrm>
            <a:off x="459015" y="1624343"/>
            <a:ext cx="3541485" cy="2130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Download using the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Assignments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tab on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Press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Fetch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click on the assignment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Fill your answers in and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Validate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BDCE0E2-4E21-51B9-EF9B-247B3C91A29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solidFill>
                  <a:srgbClr val="FFFFFF"/>
                </a:solidFill>
              </a:rPr>
              <a:t>Slide 3/12</a:t>
            </a:r>
          </a:p>
        </p:txBody>
      </p:sp>
      <p:sp>
        <p:nvSpPr>
          <p:cNvPr id="3" name="Google Shape;136;p17">
            <a:extLst>
              <a:ext uri="{FF2B5EF4-FFF2-40B4-BE49-F238E27FC236}">
                <a16:creationId xmlns:a16="http://schemas.microsoft.com/office/drawing/2014/main" id="{1CC4B958-2DD8-CDC4-616C-0AE7E3D086B8}"/>
              </a:ext>
            </a:extLst>
          </p:cNvPr>
          <p:cNvSpPr/>
          <p:nvPr/>
        </p:nvSpPr>
        <p:spPr>
          <a:xfrm>
            <a:off x="10895401" y="3624017"/>
            <a:ext cx="559999" cy="202916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407573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57B4C22-31E8-9802-CA59-CDEBCE7EE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A04278D-B6D7-3D31-430B-39B467C8B8FD}"/>
              </a:ext>
            </a:extLst>
          </p:cNvPr>
          <p:cNvSpPr/>
          <p:nvPr/>
        </p:nvSpPr>
        <p:spPr>
          <a:xfrm>
            <a:off x="508000" y="1548143"/>
            <a:ext cx="11313885" cy="6652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B6D240D-33C6-2616-AEE0-865398262F5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251368" y="1803254"/>
            <a:ext cx="7688569" cy="40254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695BEDD-DA22-FF32-53A3-5A087CCB61C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8000" y="437859"/>
            <a:ext cx="9040073" cy="904758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Noteable</a:t>
            </a:r>
            <a:r>
              <a:rPr lang="en-GB" dirty="0"/>
              <a:t> Submission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03E8B50-ACC4-BE76-D918-14967A7D1B45}"/>
              </a:ext>
            </a:extLst>
          </p:cNvPr>
          <p:cNvSpPr txBox="1"/>
          <p:nvPr/>
        </p:nvSpPr>
        <p:spPr>
          <a:xfrm>
            <a:off x="459015" y="1624343"/>
            <a:ext cx="3541485" cy="2130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Download using the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Assignments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tab on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Press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Fetch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click on the assignment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Fill your answers in and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Validate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6D331D0-6F38-A4FB-942F-CE865CEAE5B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solidFill>
                  <a:srgbClr val="FFFFFF"/>
                </a:solidFill>
              </a:rPr>
              <a:t>Slide 3/12</a:t>
            </a:r>
          </a:p>
        </p:txBody>
      </p:sp>
      <p:sp>
        <p:nvSpPr>
          <p:cNvPr id="3" name="Google Shape;136;p17">
            <a:extLst>
              <a:ext uri="{FF2B5EF4-FFF2-40B4-BE49-F238E27FC236}">
                <a16:creationId xmlns:a16="http://schemas.microsoft.com/office/drawing/2014/main" id="{5DA64422-2E8D-A2A9-BF8C-31E0C8231542}"/>
              </a:ext>
            </a:extLst>
          </p:cNvPr>
          <p:cNvSpPr/>
          <p:nvPr/>
        </p:nvSpPr>
        <p:spPr>
          <a:xfrm>
            <a:off x="10895401" y="3624017"/>
            <a:ext cx="559999" cy="202916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938935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BD7D313-1614-F1F9-FDB5-EFCF8A9A7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572BC37E-65AC-0041-8231-319822614B75}"/>
              </a:ext>
            </a:extLst>
          </p:cNvPr>
          <p:cNvSpPr/>
          <p:nvPr/>
        </p:nvSpPr>
        <p:spPr>
          <a:xfrm>
            <a:off x="508000" y="1548143"/>
            <a:ext cx="11313885" cy="6652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5" name="Picture 1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4969340-A385-14AB-CBA8-D27B953D57E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251368" y="1803252"/>
            <a:ext cx="7688569" cy="40254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6636202-C8B4-F6BD-E1AE-38373A531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8000" y="437859"/>
            <a:ext cx="9040073" cy="904758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Noteable</a:t>
            </a:r>
            <a:r>
              <a:rPr lang="en-GB" dirty="0"/>
              <a:t> Submission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87CEB20-88E7-1070-A62F-D85C49145821}"/>
              </a:ext>
            </a:extLst>
          </p:cNvPr>
          <p:cNvSpPr txBox="1"/>
          <p:nvPr/>
        </p:nvSpPr>
        <p:spPr>
          <a:xfrm>
            <a:off x="459015" y="1624343"/>
            <a:ext cx="3541485" cy="2130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Download using the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Assignments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tab on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Press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Fetch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click on the assignment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Fill your answers in and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Validate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Once done, save your answers and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Submit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EAAF13B-206E-58A2-DD37-7308BBCCB30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solidFill>
                  <a:srgbClr val="FFFFFF"/>
                </a:solidFill>
              </a:rPr>
              <a:t>Slide 3/12</a:t>
            </a:r>
          </a:p>
        </p:txBody>
      </p:sp>
      <p:sp>
        <p:nvSpPr>
          <p:cNvPr id="3" name="Google Shape;136;p17">
            <a:extLst>
              <a:ext uri="{FF2B5EF4-FFF2-40B4-BE49-F238E27FC236}">
                <a16:creationId xmlns:a16="http://schemas.microsoft.com/office/drawing/2014/main" id="{0AE3670A-EDAE-1A5A-87FC-100AD7854E27}"/>
              </a:ext>
            </a:extLst>
          </p:cNvPr>
          <p:cNvSpPr/>
          <p:nvPr/>
        </p:nvSpPr>
        <p:spPr>
          <a:xfrm>
            <a:off x="10912335" y="3420814"/>
            <a:ext cx="559999" cy="202916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876586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FD57390-2353-D0F9-8A85-99B8EED87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B6D18721-743A-DE2B-64D6-77EE57F859F8}"/>
              </a:ext>
            </a:extLst>
          </p:cNvPr>
          <p:cNvSpPr/>
          <p:nvPr/>
        </p:nvSpPr>
        <p:spPr>
          <a:xfrm>
            <a:off x="508000" y="1548143"/>
            <a:ext cx="11313885" cy="6652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3" name="Picture 12" descr="A screenshot of a video chat&#10;&#10;AI-generated content may be incorrect.">
            <a:extLst>
              <a:ext uri="{FF2B5EF4-FFF2-40B4-BE49-F238E27FC236}">
                <a16:creationId xmlns:a16="http://schemas.microsoft.com/office/drawing/2014/main" id="{434304DF-2431-61A1-7CA9-1BBC74BC78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251368" y="1803250"/>
            <a:ext cx="7688569" cy="40254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069AF9B-3A52-097B-AC92-538DEE72B8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8000" y="437859"/>
            <a:ext cx="9040073" cy="904758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Noteable</a:t>
            </a:r>
            <a:r>
              <a:rPr lang="en-GB" dirty="0"/>
              <a:t> Submission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FAF0CC5-F527-201A-19D4-C201E226E445}"/>
              </a:ext>
            </a:extLst>
          </p:cNvPr>
          <p:cNvSpPr txBox="1"/>
          <p:nvPr/>
        </p:nvSpPr>
        <p:spPr>
          <a:xfrm>
            <a:off x="459015" y="1624343"/>
            <a:ext cx="3541485" cy="2130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Download using the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Assignments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tab on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Press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Fetch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click on the assignment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Fill your answers in and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Validate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Once done, save your answers and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Submit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CBB94D1-80D9-5F32-BB60-CFF33B03C0C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solidFill>
                  <a:srgbClr val="FFFFFF"/>
                </a:solidFill>
              </a:rPr>
              <a:t>Slide 3/12</a:t>
            </a:r>
          </a:p>
        </p:txBody>
      </p:sp>
    </p:spTree>
    <p:extLst>
      <p:ext uri="{BB962C8B-B14F-4D97-AF65-F5344CB8AC3E}">
        <p14:creationId xmlns:p14="http://schemas.microsoft.com/office/powerpoint/2010/main" val="15396313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CD95124-3278-F651-2D03-43FBC813D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4E5547C7-5EE1-4591-89AD-0DAAB46E408F}"/>
              </a:ext>
            </a:extLst>
          </p:cNvPr>
          <p:cNvSpPr/>
          <p:nvPr/>
        </p:nvSpPr>
        <p:spPr>
          <a:xfrm>
            <a:off x="508000" y="1548143"/>
            <a:ext cx="11313885" cy="6652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E4967F0-20DA-43E0-5116-CE0226743CB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251368" y="1803248"/>
            <a:ext cx="7688569" cy="40254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768AAD1-73A9-EF75-7E26-4C71306EB20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8000" y="437859"/>
            <a:ext cx="9040073" cy="904758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Noteable</a:t>
            </a:r>
            <a:r>
              <a:rPr lang="en-GB" dirty="0"/>
              <a:t> Submission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D28AABB-E996-F0E8-8D9A-50440D789002}"/>
              </a:ext>
            </a:extLst>
          </p:cNvPr>
          <p:cNvSpPr txBox="1"/>
          <p:nvPr/>
        </p:nvSpPr>
        <p:spPr>
          <a:xfrm>
            <a:off x="459015" y="1624343"/>
            <a:ext cx="3541485" cy="2130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Download using the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Assignments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tab on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Press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Fetch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click on the assignment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Fill your answers in and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Validate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Once done, save your answers and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Submit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Feedback will be available when you see the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(view feedback)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B3820A7-C9A5-06FA-ECA6-77AFA1D465F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3/12</a:t>
            </a:r>
          </a:p>
        </p:txBody>
      </p:sp>
      <p:sp>
        <p:nvSpPr>
          <p:cNvPr id="3" name="Google Shape;136;p17">
            <a:extLst>
              <a:ext uri="{FF2B5EF4-FFF2-40B4-BE49-F238E27FC236}">
                <a16:creationId xmlns:a16="http://schemas.microsoft.com/office/drawing/2014/main" id="{F32F6CE0-2DB4-45B9-2607-33A6B2E2AC87}"/>
              </a:ext>
            </a:extLst>
          </p:cNvPr>
          <p:cNvSpPr/>
          <p:nvPr/>
        </p:nvSpPr>
        <p:spPr>
          <a:xfrm>
            <a:off x="5671446" y="4089400"/>
            <a:ext cx="619288" cy="194733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569744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B631C68-441D-34AB-FC22-2B912596B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04F6A90-D8D8-EDA6-EC94-E665100779BA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B15F29C-BC11-0A0A-FB27-2B86C8289E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0192" y="-30122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For and While Loops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45265C2-EAF1-8909-E06F-3E39DEB4E8B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4/12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60784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BC1B6CC-A93B-BDE9-A0E5-C64B1FCA2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D7D42C-61A1-F896-4005-D274BF230D7C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964871C-66D4-4396-63AB-D1A94F1E68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0192" y="-30122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For and While Loops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2B4E512-B4B3-071D-AAAE-F0F2267139AC}"/>
              </a:ext>
            </a:extLst>
          </p:cNvPr>
          <p:cNvSpPr txBox="1"/>
          <p:nvPr/>
        </p:nvSpPr>
        <p:spPr>
          <a:xfrm>
            <a:off x="1203929" y="1149571"/>
            <a:ext cx="513155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can be used to simplify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repetitive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computation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Last week, we saw an example where we wanted to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print </a:t>
            </a: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square of each item in this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6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DE6AAD9-5BB1-29D9-E02C-388652FC543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4CFD17-BD2D-DAD2-3210-03084228AE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351314" y="2699654"/>
            <a:ext cx="3277664" cy="39021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510966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8580685-3A78-95F9-0725-B2E551B42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3FFCE7-50A2-43C4-F831-EBEE78D97FB8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72CBC3A-32F7-023F-57A5-DFFF0A7F5C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0192" y="-30122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For and While Loops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0605316-CBCC-2D49-E210-5B8B4FB662BF}"/>
              </a:ext>
            </a:extLst>
          </p:cNvPr>
          <p:cNvSpPr txBox="1"/>
          <p:nvPr/>
        </p:nvSpPr>
        <p:spPr>
          <a:xfrm>
            <a:off x="1203929" y="1149571"/>
            <a:ext cx="513155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can be used to simplify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repetitive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computation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Last week, we saw an example where we wanted to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print </a:t>
            </a: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square of each item in this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6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Instead of writing something like this…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77BDC1F-CE5B-97F6-1B17-E78A8626A3E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F064AB-A072-D82F-6810-72A5E878EC4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90857" y="833946"/>
            <a:ext cx="2699658" cy="514606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C59D0FB-DC5F-AB63-72BC-FA3A604C3A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351314" y="2699654"/>
            <a:ext cx="3277664" cy="39021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846303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60D1F1C-E2F8-3E1B-FFA2-2262E5B5B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E404109-D524-E258-A6FD-9EB8F62C4B15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6C0C127-D22A-0787-BF0A-18D43831206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0192" y="-30122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For and While Loops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2E8FF21-F383-CF3B-88B8-D58E45CFD740}"/>
              </a:ext>
            </a:extLst>
          </p:cNvPr>
          <p:cNvSpPr txBox="1"/>
          <p:nvPr/>
        </p:nvSpPr>
        <p:spPr>
          <a:xfrm>
            <a:off x="1203929" y="1149571"/>
            <a:ext cx="513155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can be used to simplify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repetitive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computation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Last week, we saw an example where we wanted to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print </a:t>
            </a: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square of each item in this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6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Instead of writing something like this…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us do all this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automatically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81DF478-6FC0-BDC5-9764-0890DD3675D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184B1B-C3AF-5CD2-E1D7-A4B9E661534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90857" y="833946"/>
            <a:ext cx="2699658" cy="514606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A9F8014-88CD-018B-33F9-6C7836C889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351314" y="2699654"/>
            <a:ext cx="3277664" cy="3902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733D09C-D34A-3D84-BA0B-89F4109FD65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697815" y="4684562"/>
            <a:ext cx="3152963" cy="12954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97ADA06-4352-98CA-CEC0-9F1613118E6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482291" y="5157746"/>
            <a:ext cx="2597217" cy="82226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352346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0DD2201-61AD-9D9A-FE90-9036162C0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65F485-31B4-7BA1-5375-80E417120602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B549D28-397E-627D-5FAF-C2485B8062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0192" y="-30122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For and While Loops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D90B4B2-8225-FE72-285B-92A37A4C154F}"/>
              </a:ext>
            </a:extLst>
          </p:cNvPr>
          <p:cNvSpPr txBox="1"/>
          <p:nvPr/>
        </p:nvSpPr>
        <p:spPr>
          <a:xfrm>
            <a:off x="1203929" y="1149571"/>
            <a:ext cx="513155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can be used to simplify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repetitive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computation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Last week, we saw an example where we wanted to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print </a:t>
            </a: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square of each item in this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6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Instead of writing something like this…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us do all this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automatically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9CCC8DC-F0E3-1BCA-0AF5-F2899E77263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69ADC4-1CB2-8A65-CB5E-04D078BA120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90857" y="833946"/>
            <a:ext cx="2699658" cy="514606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4BC92D-2EF5-F55B-EAAE-E9B02E6360E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351314" y="2699654"/>
            <a:ext cx="3277664" cy="3902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DD67708-AF70-B35B-55DF-F5D7AB47273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alphaModFix amt="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697815" y="4684562"/>
            <a:ext cx="3152963" cy="1295445"/>
          </a:xfrm>
          <a:prstGeom prst="rect">
            <a:avLst/>
          </a:prstGeom>
          <a:ln>
            <a:solidFill>
              <a:schemeClr val="tx1">
                <a:alpha val="40000"/>
              </a:schemeClr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B7F46C-5D20-5C51-6254-2ABDEA02C67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482291" y="5157746"/>
            <a:ext cx="2597217" cy="82226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98;p20">
            <a:extLst>
              <a:ext uri="{FF2B5EF4-FFF2-40B4-BE49-F238E27FC236}">
                <a16:creationId xmlns:a16="http://schemas.microsoft.com/office/drawing/2014/main" id="{D0FAB8BC-78AF-4800-015F-4342C6E858F3}"/>
              </a:ext>
            </a:extLst>
          </p:cNvPr>
          <p:cNvSpPr txBox="1"/>
          <p:nvPr/>
        </p:nvSpPr>
        <p:spPr>
          <a:xfrm>
            <a:off x="1001485" y="4513242"/>
            <a:ext cx="3532412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For Loop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468331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BD50BC7-1B9C-0BE0-6351-898DE68A7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321984F-4AE3-8DA9-1402-0F47FF19AD52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027254B-15B0-2E87-2697-8008803F94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0192" y="-30122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For and While Loops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05551C3-F30B-10CB-57F9-992A6A8E5769}"/>
              </a:ext>
            </a:extLst>
          </p:cNvPr>
          <p:cNvSpPr txBox="1"/>
          <p:nvPr/>
        </p:nvSpPr>
        <p:spPr>
          <a:xfrm>
            <a:off x="1203929" y="1149571"/>
            <a:ext cx="513155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can be used to simplify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repetitive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computation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Last week, we saw an example where we wanted to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print </a:t>
            </a: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square of each item in this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6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Instead of writing something like this…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us do all this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automatically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675590F-4CFA-FB57-9038-F97E41B698B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E98AC8-6AE3-1775-73E1-222C3499F2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90857" y="833946"/>
            <a:ext cx="2699658" cy="514606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672331B-28E1-E846-A109-AF3B17169B8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351314" y="2699654"/>
            <a:ext cx="3277664" cy="3902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0E6DB4-F972-099B-E1FC-7F0409F4B54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697815" y="4684562"/>
            <a:ext cx="3152963" cy="12954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22C9C2D-5A98-8C2E-9933-4B53C3331EA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alphaModFix amt="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482291" y="5157746"/>
            <a:ext cx="2597217" cy="822261"/>
          </a:xfrm>
          <a:prstGeom prst="rect">
            <a:avLst/>
          </a:prstGeom>
          <a:ln>
            <a:solidFill>
              <a:schemeClr val="tx1">
                <a:alpha val="40000"/>
              </a:schemeClr>
            </a:solidFill>
          </a:ln>
        </p:spPr>
      </p:pic>
      <p:sp>
        <p:nvSpPr>
          <p:cNvPr id="3" name="Google Shape;198;p20">
            <a:extLst>
              <a:ext uri="{FF2B5EF4-FFF2-40B4-BE49-F238E27FC236}">
                <a16:creationId xmlns:a16="http://schemas.microsoft.com/office/drawing/2014/main" id="{54305D3D-B09F-EF7B-3775-51370CB62F5A}"/>
              </a:ext>
            </a:extLst>
          </p:cNvPr>
          <p:cNvSpPr txBox="1"/>
          <p:nvPr/>
        </p:nvSpPr>
        <p:spPr>
          <a:xfrm>
            <a:off x="4569280" y="4192150"/>
            <a:ext cx="3532412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While Loop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745885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60B7DA1-0682-D399-7FF4-485C657CA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571849F-21F1-D0C5-86A8-0BCC544569CA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8542EB9-0EB2-8C60-3347-E201B32C3B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0192" y="-30122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Recap: For and While Loops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851AA3A-8487-307F-A577-16121A1CC07A}"/>
              </a:ext>
            </a:extLst>
          </p:cNvPr>
          <p:cNvSpPr txBox="1"/>
          <p:nvPr/>
        </p:nvSpPr>
        <p:spPr>
          <a:xfrm>
            <a:off x="1203929" y="1149571"/>
            <a:ext cx="513155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can be used to simplify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repetitive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computation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Last week, we saw an example where we wanted to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print </a:t>
            </a: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square of each item in this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6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Instead of writing something like this…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us do all this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automatically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75F53B9-E208-19DD-69CF-BDC4534D2DE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616AC4-E3AD-9FD0-A089-35DDFB3464C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90857" y="833946"/>
            <a:ext cx="2699658" cy="514606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2BBA11-C99E-38DB-A226-EB174AEE17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351314" y="2699654"/>
            <a:ext cx="3277664" cy="3902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3601458-7B0D-3D43-82CC-ED59BFDE0D6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697815" y="4684562"/>
            <a:ext cx="3152963" cy="12954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707F429-5AE1-78EE-E670-A2BC3FED073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482291" y="5157746"/>
            <a:ext cx="2597217" cy="82226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825863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C7AA3F5-169F-4E56-938B-8B19F5974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2F05D8E-9F69-7979-B685-D4E7A5F664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B1886A1-EADC-4FD8-E1D5-73E41401A27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5/12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4009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53ACCFA-DFF0-C568-F549-1708E4AAE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51E961E-0F8D-66DF-F037-CC65EC1CCD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BB113A5-EFB6-9409-3196-A7A97CDE2A5D}"/>
              </a:ext>
            </a:extLst>
          </p:cNvPr>
          <p:cNvSpPr txBox="1"/>
          <p:nvPr/>
        </p:nvSpPr>
        <p:spPr>
          <a:xfrm>
            <a:off x="1100179" y="1755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you simplify code which repeats over and over again.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sometimes you have code that repeats itself in a less straightforward manner…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FB7964F-AA8F-C73C-F56C-83C34444FDE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5/12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77453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6E5D4E6-4002-8A5E-ED52-43B90F278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8A78554-FF44-915F-AB7C-4129EA7582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5043D47-7A3D-6892-F2AF-A169B54468E9}"/>
              </a:ext>
            </a:extLst>
          </p:cNvPr>
          <p:cNvSpPr txBox="1"/>
          <p:nvPr/>
        </p:nvSpPr>
        <p:spPr>
          <a:xfrm>
            <a:off x="1100179" y="1755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you simplify code which repeats over and over again.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sometimes you have code that repeats itself in a less straightforward manner…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BAA843D-D2B4-3DA7-758D-B7387032A9F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A87104E-C262-7AD5-AA51-9BE58345A8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C4BE29E-73F7-F857-E44B-A3E5BBADB7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517" t="35910" r="54588" b="55130"/>
          <a:stretch>
            <a:fillRect/>
          </a:stretch>
        </p:blipFill>
        <p:spPr>
          <a:xfrm>
            <a:off x="7356476" y="2358189"/>
            <a:ext cx="3849158" cy="290601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672666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E1AE278-7211-1FAE-0F5B-52235EAB9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DA07013-E17C-A146-5B4A-C0DEEB7F1B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1E3F325-5C9F-C2E0-C187-EDCC74DBD92A}"/>
              </a:ext>
            </a:extLst>
          </p:cNvPr>
          <p:cNvSpPr txBox="1"/>
          <p:nvPr/>
        </p:nvSpPr>
        <p:spPr>
          <a:xfrm>
            <a:off x="1100179" y="1755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you simplify code which repeats over and over again.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sometimes you have code that repeats itself in a less straightforward manner…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computation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E48E32D-DD60-AFBB-2379-5A6DF1CF40A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3BCFCCB-0A3E-DFAC-9385-C74621303D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7AB56EE-B910-69B6-CF5C-FE252D306F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517" t="35910" r="54588" b="55130"/>
          <a:stretch>
            <a:fillRect/>
          </a:stretch>
        </p:blipFill>
        <p:spPr>
          <a:xfrm>
            <a:off x="7356476" y="2358189"/>
            <a:ext cx="3849158" cy="290601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800946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08E2BB9-1727-4FE1-9A3D-434FC8C8F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652BB20-B1D8-6AA9-B371-C8F5DB75E5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DDB0187-1E5C-7135-0D98-23B649614492}"/>
              </a:ext>
            </a:extLst>
          </p:cNvPr>
          <p:cNvSpPr txBox="1"/>
          <p:nvPr/>
        </p:nvSpPr>
        <p:spPr>
          <a:xfrm>
            <a:off x="1100179" y="1755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you simplify code which repeats over and over again.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sometimes you have code that repeats itself in a less straightforward manner…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computation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B2D986A-546E-7893-1EED-ABBF739E9A7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1A24375-1AB0-D44C-3158-3CD329A4FC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0FE8C87-57C2-A348-7F50-42E13E2767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517" t="35910" r="54588" b="55130"/>
          <a:stretch>
            <a:fillRect/>
          </a:stretch>
        </p:blipFill>
        <p:spPr>
          <a:xfrm>
            <a:off x="7356476" y="3081453"/>
            <a:ext cx="3849158" cy="218274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647907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3D7D0B9-8433-7FB8-3163-D664AB65D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0409634-85F2-4724-9320-9028FB1175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70C75AE-768B-6E97-3EE4-57520BDD36FA}"/>
              </a:ext>
            </a:extLst>
          </p:cNvPr>
          <p:cNvSpPr txBox="1"/>
          <p:nvPr/>
        </p:nvSpPr>
        <p:spPr>
          <a:xfrm>
            <a:off x="1100179" y="1755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you simplify code which repeats over and over again.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sometimes you have code that repeats itself in a less straightforward manner…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computation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other stuff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A1759E9-3429-6FC4-F6B1-73525072AC3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23827E9-A93C-2631-D8CE-B381934228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85E6CE-43A1-BE61-B907-9982357E9C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517" t="35910" r="54588" b="55130"/>
          <a:stretch>
            <a:fillRect/>
          </a:stretch>
        </p:blipFill>
        <p:spPr>
          <a:xfrm>
            <a:off x="7356476" y="3022333"/>
            <a:ext cx="3849158" cy="224186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00648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33C67EC-94C9-AB23-AEDB-A928BC5A8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50B13BB-6E65-CF56-938E-DCE772393D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6EC4ABE-0BF1-F3E3-1E23-94166728D86E}"/>
              </a:ext>
            </a:extLst>
          </p:cNvPr>
          <p:cNvSpPr txBox="1"/>
          <p:nvPr/>
        </p:nvSpPr>
        <p:spPr>
          <a:xfrm>
            <a:off x="1100179" y="1755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you simplify code which repeats over and over again.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sometimes you have code that repeats itself in a less straightforward manner…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computation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other stuff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895CCD2-462F-7DC2-0AB8-EDD546BB572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ACD777-4DDE-96AC-1C6A-7CC9BE606F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D280C0-80ED-855E-7436-869D8B4DB5C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517" t="35910" r="54588" b="55130"/>
          <a:stretch>
            <a:fillRect/>
          </a:stretch>
        </p:blipFill>
        <p:spPr>
          <a:xfrm>
            <a:off x="7356476" y="3763478"/>
            <a:ext cx="3849158" cy="150072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52641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CA7A5A4-6058-1369-55D1-CA85350E1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CC43B5D-3D1F-AF71-BCED-9ED9C0AB77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CD9B6AB-7ECA-0508-43C6-463D3E884A89}"/>
              </a:ext>
            </a:extLst>
          </p:cNvPr>
          <p:cNvSpPr txBox="1"/>
          <p:nvPr/>
        </p:nvSpPr>
        <p:spPr>
          <a:xfrm>
            <a:off x="1100179" y="1755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you simplify code which repeats over and over again.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sometimes you have code that repeats itself in a less straightforward manner…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computation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other stuff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the same computation again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25CB29C-DB5F-9AEF-1C8D-30F3025D6D5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B3F55B-E3D6-6C3B-134B-197C5ED4C4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B49DFD6-BBF1-012D-245C-7561A6B4AF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517" t="35910" r="54588" b="55130"/>
          <a:stretch>
            <a:fillRect/>
          </a:stretch>
        </p:blipFill>
        <p:spPr>
          <a:xfrm>
            <a:off x="7356476" y="3782729"/>
            <a:ext cx="3849158" cy="148147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0289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E2EFEFD-9ADD-8D29-6782-24D736A43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CDEEB9B-9ACA-69B6-BE8E-7A27827E4D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B8F2CF7-C395-8F5F-202B-05B77C0C117F}"/>
              </a:ext>
            </a:extLst>
          </p:cNvPr>
          <p:cNvSpPr txBox="1"/>
          <p:nvPr/>
        </p:nvSpPr>
        <p:spPr>
          <a:xfrm>
            <a:off x="1100179" y="1755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you simplify code which repeats over and over again.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sometimes you have code that repeats itself in a less straightforward manner…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computation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other stuff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the same computation again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E258A99-8157-CC54-2432-CA1D9F06CD9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C2E3B0-E104-FBEC-2BC8-0FC80DF975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D20310D-6473-3617-3262-9FB15AFCC7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517" t="35910" r="54588" b="55130"/>
          <a:stretch>
            <a:fillRect/>
          </a:stretch>
        </p:blipFill>
        <p:spPr>
          <a:xfrm>
            <a:off x="7356476" y="4350619"/>
            <a:ext cx="3849158" cy="91358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276151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A4489AF-B809-58AC-33D6-3CF5EC1CC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28C0EC9-3C9B-49E8-50A9-97F4DC6725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D75759A-A569-2CF9-EF88-618DB26153C9}"/>
              </a:ext>
            </a:extLst>
          </p:cNvPr>
          <p:cNvSpPr txBox="1"/>
          <p:nvPr/>
        </p:nvSpPr>
        <p:spPr>
          <a:xfrm>
            <a:off x="1100179" y="1755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you simplify code which repeats over and over again.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sometimes you have code that repeats itself in a less straightforward manner…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computation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other stuff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the same computation again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BAE2694-3E8F-C40A-14C2-A80E79D95B2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1C734F4-8A79-1F4D-7CD7-3473DA0B3FB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454EE45-F5F1-47A9-B801-F36762CEA5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517" t="35910" r="54588" b="55130"/>
          <a:stretch>
            <a:fillRect/>
          </a:stretch>
        </p:blipFill>
        <p:spPr>
          <a:xfrm>
            <a:off x="7356476" y="4745255"/>
            <a:ext cx="3849158" cy="51894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165150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B9452B9-C144-907C-F59E-FC7A4A59B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D97AB81-E7F9-40DC-7A53-2AA642C8E9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F5ADD86-C85F-F3B7-3B43-B3759FA3D704}"/>
              </a:ext>
            </a:extLst>
          </p:cNvPr>
          <p:cNvSpPr txBox="1"/>
          <p:nvPr/>
        </p:nvSpPr>
        <p:spPr>
          <a:xfrm>
            <a:off x="1100179" y="1755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you simplify code which repeats over and over again.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sometimes you have code that repeats itself in a less straightforward manner…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computation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other stuff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the same computation again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9ABA6AC-2477-F2E6-6FFE-07E0991093E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3A416B-ECFC-4753-F43F-569F16DE60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6122C7-1B9C-7643-27F9-503BC22A519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213" t="77334" r="77558" b="17433"/>
          <a:stretch>
            <a:fillRect/>
          </a:stretch>
        </p:blipFill>
        <p:spPr>
          <a:xfrm>
            <a:off x="7345892" y="4865632"/>
            <a:ext cx="1307772" cy="43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89884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30D09B3-6D9A-6AE3-719D-F1F637076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0570A66-2F86-CA86-92B5-EA74B06857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EEAFB85-2095-1180-864A-85BA934C0599}"/>
              </a:ext>
            </a:extLst>
          </p:cNvPr>
          <p:cNvSpPr txBox="1"/>
          <p:nvPr/>
        </p:nvSpPr>
        <p:spPr>
          <a:xfrm>
            <a:off x="1100179" y="1755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you simplify code which repeats over and over again.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sometimes you have code that repeats itself in a less straightforward manner…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computation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other stuff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the same computation again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AE66CB6-4473-38FE-9551-A479F4B8E3B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C9A670B-094D-9C60-A94B-1765B269B8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Google Shape;136;p17">
            <a:extLst>
              <a:ext uri="{FF2B5EF4-FFF2-40B4-BE49-F238E27FC236}">
                <a16:creationId xmlns:a16="http://schemas.microsoft.com/office/drawing/2014/main" id="{436591F3-4E2B-EBE7-F9B5-365F0E6563F8}"/>
              </a:ext>
            </a:extLst>
          </p:cNvPr>
          <p:cNvSpPr/>
          <p:nvPr/>
        </p:nvSpPr>
        <p:spPr>
          <a:xfrm>
            <a:off x="7318375" y="2501807"/>
            <a:ext cx="1410846" cy="51477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6;p17">
            <a:extLst>
              <a:ext uri="{FF2B5EF4-FFF2-40B4-BE49-F238E27FC236}">
                <a16:creationId xmlns:a16="http://schemas.microsoft.com/office/drawing/2014/main" id="{4487BB13-E1B1-8C94-2BE1-4C45064DF434}"/>
              </a:ext>
            </a:extLst>
          </p:cNvPr>
          <p:cNvSpPr/>
          <p:nvPr/>
        </p:nvSpPr>
        <p:spPr>
          <a:xfrm>
            <a:off x="7318375" y="3781476"/>
            <a:ext cx="1410846" cy="51477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36;p17">
            <a:extLst>
              <a:ext uri="{FF2B5EF4-FFF2-40B4-BE49-F238E27FC236}">
                <a16:creationId xmlns:a16="http://schemas.microsoft.com/office/drawing/2014/main" id="{6F645EA0-6F53-0097-AA65-AF326DFE632E}"/>
              </a:ext>
            </a:extLst>
          </p:cNvPr>
          <p:cNvSpPr/>
          <p:nvPr/>
        </p:nvSpPr>
        <p:spPr>
          <a:xfrm>
            <a:off x="7308949" y="4803406"/>
            <a:ext cx="1410846" cy="51477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4767BA-514A-99DE-6964-899F7DB1652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213" t="77334" r="77558" b="17433"/>
          <a:stretch>
            <a:fillRect/>
          </a:stretch>
        </p:blipFill>
        <p:spPr>
          <a:xfrm>
            <a:off x="7345892" y="4865632"/>
            <a:ext cx="1307772" cy="43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0417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4351123-6085-47B1-F300-12D05CFC9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7AFFFA5-574A-1980-32E7-DD9CFB9790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2285A56-A725-F704-135D-233C9376946A}"/>
              </a:ext>
            </a:extLst>
          </p:cNvPr>
          <p:cNvSpPr txBox="1"/>
          <p:nvPr/>
        </p:nvSpPr>
        <p:spPr>
          <a:xfrm>
            <a:off x="1100179" y="1755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you simplify code which repeats over and over again.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sometimes you have code that repeats itself in a less straightforward manner…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computation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other stuff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the same computation again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DC49947-23F5-23BE-0A88-C0998E01876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FD00895-56E2-B652-951E-E4C05AA9DC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Google Shape;136;p17">
            <a:extLst>
              <a:ext uri="{FF2B5EF4-FFF2-40B4-BE49-F238E27FC236}">
                <a16:creationId xmlns:a16="http://schemas.microsoft.com/office/drawing/2014/main" id="{410C48B5-A218-4C2F-7896-DFBC95E7D255}"/>
              </a:ext>
            </a:extLst>
          </p:cNvPr>
          <p:cNvSpPr/>
          <p:nvPr/>
        </p:nvSpPr>
        <p:spPr>
          <a:xfrm>
            <a:off x="7318375" y="2501807"/>
            <a:ext cx="1410846" cy="51477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6;p17">
            <a:extLst>
              <a:ext uri="{FF2B5EF4-FFF2-40B4-BE49-F238E27FC236}">
                <a16:creationId xmlns:a16="http://schemas.microsoft.com/office/drawing/2014/main" id="{C193A65E-C1BD-AD91-C7BE-16AEE27D553E}"/>
              </a:ext>
            </a:extLst>
          </p:cNvPr>
          <p:cNvSpPr/>
          <p:nvPr/>
        </p:nvSpPr>
        <p:spPr>
          <a:xfrm>
            <a:off x="7318375" y="3781476"/>
            <a:ext cx="1410846" cy="51477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36;p17">
            <a:extLst>
              <a:ext uri="{FF2B5EF4-FFF2-40B4-BE49-F238E27FC236}">
                <a16:creationId xmlns:a16="http://schemas.microsoft.com/office/drawing/2014/main" id="{84636CE0-BDEA-2B26-929A-ECCB3DB3574A}"/>
              </a:ext>
            </a:extLst>
          </p:cNvPr>
          <p:cNvSpPr/>
          <p:nvPr/>
        </p:nvSpPr>
        <p:spPr>
          <a:xfrm>
            <a:off x="7308949" y="4803406"/>
            <a:ext cx="1410846" cy="51477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77EAC0D-6D5C-2E4E-8921-EDFF89C99985}"/>
              </a:ext>
            </a:extLst>
          </p:cNvPr>
          <p:cNvCxnSpPr>
            <a:cxnSpLocks/>
          </p:cNvCxnSpPr>
          <p:nvPr/>
        </p:nvCxnSpPr>
        <p:spPr>
          <a:xfrm flipH="1" flipV="1">
            <a:off x="8845669" y="4209712"/>
            <a:ext cx="733878" cy="142090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C50C941-471D-5EEC-D66D-0B7761FEC00A}"/>
              </a:ext>
            </a:extLst>
          </p:cNvPr>
          <p:cNvCxnSpPr>
            <a:cxnSpLocks/>
          </p:cNvCxnSpPr>
          <p:nvPr/>
        </p:nvCxnSpPr>
        <p:spPr>
          <a:xfrm flipH="1" flipV="1">
            <a:off x="8836244" y="5118479"/>
            <a:ext cx="552853" cy="51214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658A50F-D72F-A376-8901-2310DDE44D6B}"/>
              </a:ext>
            </a:extLst>
          </p:cNvPr>
          <p:cNvCxnSpPr>
            <a:cxnSpLocks/>
          </p:cNvCxnSpPr>
          <p:nvPr/>
        </p:nvCxnSpPr>
        <p:spPr>
          <a:xfrm flipH="1" flipV="1">
            <a:off x="8836243" y="2706623"/>
            <a:ext cx="915881" cy="294303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Google Shape;198;p20">
            <a:extLst>
              <a:ext uri="{FF2B5EF4-FFF2-40B4-BE49-F238E27FC236}">
                <a16:creationId xmlns:a16="http://schemas.microsoft.com/office/drawing/2014/main" id="{8C33963B-206F-6F0F-3BA4-0B4249629035}"/>
              </a:ext>
            </a:extLst>
          </p:cNvPr>
          <p:cNvSpPr txBox="1"/>
          <p:nvPr/>
        </p:nvSpPr>
        <p:spPr>
          <a:xfrm>
            <a:off x="7813341" y="5649653"/>
            <a:ext cx="3532412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is repetitive…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38E318-CA96-B48D-9423-62A3150ED5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213" t="77334" r="77558" b="17433"/>
          <a:stretch>
            <a:fillRect/>
          </a:stretch>
        </p:blipFill>
        <p:spPr>
          <a:xfrm>
            <a:off x="7345892" y="4865632"/>
            <a:ext cx="1307772" cy="43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964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F4CCB2C-A49B-6C88-514B-C60BDD0BE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CF3180E-EBA8-96E5-E76A-F5D88B1CB9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EF2BB42-2975-7589-DD17-33F12CBB39AD}"/>
              </a:ext>
            </a:extLst>
          </p:cNvPr>
          <p:cNvSpPr txBox="1"/>
          <p:nvPr/>
        </p:nvSpPr>
        <p:spPr>
          <a:xfrm>
            <a:off x="1100179" y="1755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you simplify code which repeats over and over again.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sometimes you have code that repeats itself in a less straightforward manner…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computation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other stuff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the same computation again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AB6F4C1-4E1D-8F25-3394-0EFACAD2DF3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3BCF420-30EC-2ED1-28B5-4A42D2A45D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94122E7-65D4-D40B-77CC-E620D1B4870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213" t="77334" r="77558" b="17433"/>
          <a:stretch>
            <a:fillRect/>
          </a:stretch>
        </p:blipFill>
        <p:spPr>
          <a:xfrm>
            <a:off x="7345892" y="4865632"/>
            <a:ext cx="1307772" cy="43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26208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B547494-EC80-048A-F529-091132CCB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9872800-581F-5D4E-D10D-D882C9529A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DCF14AB-57C7-F563-1482-A3C60C689DF7}"/>
              </a:ext>
            </a:extLst>
          </p:cNvPr>
          <p:cNvSpPr txBox="1"/>
          <p:nvPr/>
        </p:nvSpPr>
        <p:spPr>
          <a:xfrm>
            <a:off x="1100179" y="1755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you simplify code which repeats over and over again.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sometimes you have code that repeats itself in a less straightforward manner…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computation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other stuff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the same computation again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569C913-BBB3-0025-84D9-36595A04196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16DD09-3CF9-D8C2-9B83-05A128C0F6E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Google Shape;136;p17">
            <a:extLst>
              <a:ext uri="{FF2B5EF4-FFF2-40B4-BE49-F238E27FC236}">
                <a16:creationId xmlns:a16="http://schemas.microsoft.com/office/drawing/2014/main" id="{43393BE6-0BC6-0400-C7FA-5A32804CA520}"/>
              </a:ext>
            </a:extLst>
          </p:cNvPr>
          <p:cNvSpPr/>
          <p:nvPr/>
        </p:nvSpPr>
        <p:spPr>
          <a:xfrm>
            <a:off x="7299522" y="4333938"/>
            <a:ext cx="3978078" cy="351184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36;p17">
            <a:extLst>
              <a:ext uri="{FF2B5EF4-FFF2-40B4-BE49-F238E27FC236}">
                <a16:creationId xmlns:a16="http://schemas.microsoft.com/office/drawing/2014/main" id="{9E827981-EE87-0FE6-7284-DA82130155D5}"/>
              </a:ext>
            </a:extLst>
          </p:cNvPr>
          <p:cNvSpPr/>
          <p:nvPr/>
        </p:nvSpPr>
        <p:spPr>
          <a:xfrm>
            <a:off x="7299521" y="3134860"/>
            <a:ext cx="3663851" cy="646615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024663-0769-BDDB-A080-3A11EBAC1C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213" t="77334" r="77558" b="17433"/>
          <a:stretch>
            <a:fillRect/>
          </a:stretch>
        </p:blipFill>
        <p:spPr>
          <a:xfrm>
            <a:off x="7345892" y="4865632"/>
            <a:ext cx="1307772" cy="43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9847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6DE1472-D678-3E45-E65B-39D303DAB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6B93279-1545-C7D6-E974-6897C01342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48B737F-D43B-E24A-BE15-E1CD374BFCBA}"/>
              </a:ext>
            </a:extLst>
          </p:cNvPr>
          <p:cNvSpPr txBox="1"/>
          <p:nvPr/>
        </p:nvSpPr>
        <p:spPr>
          <a:xfrm>
            <a:off x="1100179" y="1755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you simplify code which repeats over and over again.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sometimes you have code that repeats itself in a less straightforward manner…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computation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other stuff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the same computation again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5EE211F-B6B5-604C-45C7-D6FA5278235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48CCE2-BDE6-D7DF-277D-18A5117272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Google Shape;136;p17">
            <a:extLst>
              <a:ext uri="{FF2B5EF4-FFF2-40B4-BE49-F238E27FC236}">
                <a16:creationId xmlns:a16="http://schemas.microsoft.com/office/drawing/2014/main" id="{794691C1-C31B-3860-F3B8-71394EE16279}"/>
              </a:ext>
            </a:extLst>
          </p:cNvPr>
          <p:cNvSpPr/>
          <p:nvPr/>
        </p:nvSpPr>
        <p:spPr>
          <a:xfrm>
            <a:off x="7299522" y="4333938"/>
            <a:ext cx="3978078" cy="351184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36;p17">
            <a:extLst>
              <a:ext uri="{FF2B5EF4-FFF2-40B4-BE49-F238E27FC236}">
                <a16:creationId xmlns:a16="http://schemas.microsoft.com/office/drawing/2014/main" id="{AA1CD3B1-FCA3-2805-A7C6-96B8C959A32E}"/>
              </a:ext>
            </a:extLst>
          </p:cNvPr>
          <p:cNvSpPr/>
          <p:nvPr/>
        </p:nvSpPr>
        <p:spPr>
          <a:xfrm>
            <a:off x="7299521" y="3134860"/>
            <a:ext cx="3663851" cy="646615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198;p20">
            <a:extLst>
              <a:ext uri="{FF2B5EF4-FFF2-40B4-BE49-F238E27FC236}">
                <a16:creationId xmlns:a16="http://schemas.microsoft.com/office/drawing/2014/main" id="{52ED4F2C-6C71-8A79-2EB5-54877D858B3F}"/>
              </a:ext>
            </a:extLst>
          </p:cNvPr>
          <p:cNvSpPr txBox="1"/>
          <p:nvPr/>
        </p:nvSpPr>
        <p:spPr>
          <a:xfrm>
            <a:off x="3822361" y="5007358"/>
            <a:ext cx="3190480" cy="14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But these lines don’t repeat…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Loops aren’t as useful here</a:t>
            </a:r>
            <a:endParaRPr sz="2000"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B301240-6DA3-51E3-8A30-FC8B2F4A1B74}"/>
              </a:ext>
            </a:extLst>
          </p:cNvPr>
          <p:cNvCxnSpPr>
            <a:cxnSpLocks/>
          </p:cNvCxnSpPr>
          <p:nvPr/>
        </p:nvCxnSpPr>
        <p:spPr>
          <a:xfrm flipV="1">
            <a:off x="6206610" y="4581625"/>
            <a:ext cx="855106" cy="50345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83DF34B-C7F1-A6E7-6AD2-9387DD7C3D93}"/>
              </a:ext>
            </a:extLst>
          </p:cNvPr>
          <p:cNvCxnSpPr>
            <a:cxnSpLocks/>
          </p:cNvCxnSpPr>
          <p:nvPr/>
        </p:nvCxnSpPr>
        <p:spPr>
          <a:xfrm flipV="1">
            <a:off x="5697407" y="3458167"/>
            <a:ext cx="1349874" cy="155821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DEB98062-5614-1DE7-8222-FAF332DE5A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213" t="77334" r="77558" b="17433"/>
          <a:stretch>
            <a:fillRect/>
          </a:stretch>
        </p:blipFill>
        <p:spPr>
          <a:xfrm>
            <a:off x="7345892" y="4865632"/>
            <a:ext cx="1307772" cy="43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7092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D873ACD-E681-F321-9ED2-561DB7063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11DD785-612C-440A-50F6-114D54A718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CE3D2F8-8491-B219-1DC0-8A9BAFD5F3EE}"/>
              </a:ext>
            </a:extLst>
          </p:cNvPr>
          <p:cNvSpPr txBox="1"/>
          <p:nvPr/>
        </p:nvSpPr>
        <p:spPr>
          <a:xfrm>
            <a:off x="1100179" y="1755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you simplify code which repeats over and over again.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sometimes you have code that repeats itself in a less straightforward manner…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computation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other stuff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the same computation again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E69DD9C-5296-971C-6284-0D719027B4E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88D099F-324C-A397-64CB-402FA1DAFD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Google Shape;136;p17">
            <a:extLst>
              <a:ext uri="{FF2B5EF4-FFF2-40B4-BE49-F238E27FC236}">
                <a16:creationId xmlns:a16="http://schemas.microsoft.com/office/drawing/2014/main" id="{39CDE37D-C2DE-17AA-DE3E-BFE78D928C7B}"/>
              </a:ext>
            </a:extLst>
          </p:cNvPr>
          <p:cNvSpPr/>
          <p:nvPr/>
        </p:nvSpPr>
        <p:spPr>
          <a:xfrm>
            <a:off x="7299522" y="4333938"/>
            <a:ext cx="3978078" cy="351184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36;p17">
            <a:extLst>
              <a:ext uri="{FF2B5EF4-FFF2-40B4-BE49-F238E27FC236}">
                <a16:creationId xmlns:a16="http://schemas.microsoft.com/office/drawing/2014/main" id="{ED6E0297-DBD5-4D47-DCA9-8B3020C57D6E}"/>
              </a:ext>
            </a:extLst>
          </p:cNvPr>
          <p:cNvSpPr/>
          <p:nvPr/>
        </p:nvSpPr>
        <p:spPr>
          <a:xfrm>
            <a:off x="7299521" y="3134860"/>
            <a:ext cx="3663851" cy="646615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198;p20">
            <a:extLst>
              <a:ext uri="{FF2B5EF4-FFF2-40B4-BE49-F238E27FC236}">
                <a16:creationId xmlns:a16="http://schemas.microsoft.com/office/drawing/2014/main" id="{31BAFE86-9A83-4481-2EE9-ED150EE7A1BE}"/>
              </a:ext>
            </a:extLst>
          </p:cNvPr>
          <p:cNvSpPr txBox="1"/>
          <p:nvPr/>
        </p:nvSpPr>
        <p:spPr>
          <a:xfrm>
            <a:off x="3822361" y="5007358"/>
            <a:ext cx="3190480" cy="14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But these lines don’t repeat…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Loops aren’t as useful here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9D09B86-FBBF-E145-E570-38F5910ABD0C}"/>
              </a:ext>
            </a:extLst>
          </p:cNvPr>
          <p:cNvCxnSpPr>
            <a:cxnSpLocks/>
          </p:cNvCxnSpPr>
          <p:nvPr/>
        </p:nvCxnSpPr>
        <p:spPr>
          <a:xfrm flipV="1">
            <a:off x="6206610" y="4581625"/>
            <a:ext cx="855106" cy="50345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2F492AA-84F2-3F1F-EDDE-1AB4D8882A37}"/>
              </a:ext>
            </a:extLst>
          </p:cNvPr>
          <p:cNvCxnSpPr>
            <a:cxnSpLocks/>
          </p:cNvCxnSpPr>
          <p:nvPr/>
        </p:nvCxnSpPr>
        <p:spPr>
          <a:xfrm flipV="1">
            <a:off x="5697407" y="3458167"/>
            <a:ext cx="1349874" cy="155821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7719DFA0-9359-E26E-8C81-6E3A401A61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213" t="77334" r="77558" b="17433"/>
          <a:stretch>
            <a:fillRect/>
          </a:stretch>
        </p:blipFill>
        <p:spPr>
          <a:xfrm>
            <a:off x="7345892" y="4865632"/>
            <a:ext cx="1307772" cy="43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6739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D8F7367-110E-46BF-54B9-AAB8481CE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3BF0C7E-9511-35A3-8ECE-6EDC49D0E5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44C33C9-A8DD-66C5-33B5-1D0B343B3CF5}"/>
              </a:ext>
            </a:extLst>
          </p:cNvPr>
          <p:cNvSpPr txBox="1"/>
          <p:nvPr/>
        </p:nvSpPr>
        <p:spPr>
          <a:xfrm>
            <a:off x="1100179" y="1755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you simplify code which repeats over and over again.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sometimes you have code that repeats itself in a less straightforward manner…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computation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other stuff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the same computation again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8D026E8-9311-F593-8C38-C18CB972037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D623E3B-99B8-DA46-6E6A-4BE1266D401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E2F2A5DB-4775-77D7-DE0C-BF44C4BB2C1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213" t="77334" r="77558" b="17433"/>
          <a:stretch>
            <a:fillRect/>
          </a:stretch>
        </p:blipFill>
        <p:spPr>
          <a:xfrm>
            <a:off x="7345892" y="4865632"/>
            <a:ext cx="1307772" cy="43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0556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C47141C-5BC1-4876-D60E-B061C25BC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07272E0-E06B-ECA2-CAD9-52C8D1CCB6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686105D-8C70-A760-DCCA-AD2CF11236A7}"/>
              </a:ext>
            </a:extLst>
          </p:cNvPr>
          <p:cNvSpPr txBox="1"/>
          <p:nvPr/>
        </p:nvSpPr>
        <p:spPr>
          <a:xfrm>
            <a:off x="1100179" y="1755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you simplify code which repeats over and over again.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sometimes you have code that repeats itself in a less straightforward manner…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computation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other stuff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the same computation again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E55B017-6802-AFFF-C717-0AA974F8FEF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11F233-FD77-0511-DD81-0843EB15A8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98;p20">
            <a:extLst>
              <a:ext uri="{FF2B5EF4-FFF2-40B4-BE49-F238E27FC236}">
                <a16:creationId xmlns:a16="http://schemas.microsoft.com/office/drawing/2014/main" id="{12AA6D3C-8751-12D3-630B-DAA02BD12D45}"/>
              </a:ext>
            </a:extLst>
          </p:cNvPr>
          <p:cNvSpPr txBox="1"/>
          <p:nvPr/>
        </p:nvSpPr>
        <p:spPr>
          <a:xfrm>
            <a:off x="1771049" y="4766726"/>
            <a:ext cx="4943409" cy="14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We want a way of doing the same computation whenever we like…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…without repeatedly writing the same code</a:t>
            </a:r>
            <a:endParaRPr sz="2000"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CC22DA-3980-8385-831C-1A29E9AF5EB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213" t="77334" r="77558" b="17433"/>
          <a:stretch>
            <a:fillRect/>
          </a:stretch>
        </p:blipFill>
        <p:spPr>
          <a:xfrm>
            <a:off x="7345892" y="4865632"/>
            <a:ext cx="1307772" cy="43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43248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2C133A9-010C-5C2B-E1F0-52BC23032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54B0905-300A-0625-4AC6-4D2E6CB7E6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8560FC6-D0AA-0B21-562A-E291AB3927A0}"/>
              </a:ext>
            </a:extLst>
          </p:cNvPr>
          <p:cNvSpPr txBox="1"/>
          <p:nvPr/>
        </p:nvSpPr>
        <p:spPr>
          <a:xfrm>
            <a:off x="1100179" y="1755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you simplify code which repeats over and over again.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sometimes you have code that repeats itself in a less straightforward manner…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computation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other stuff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the same computation again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C3A1350-8A91-92D4-FFD4-280A9066E46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1400485-B598-488F-E8F9-985A647816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98;p20">
            <a:extLst>
              <a:ext uri="{FF2B5EF4-FFF2-40B4-BE49-F238E27FC236}">
                <a16:creationId xmlns:a16="http://schemas.microsoft.com/office/drawing/2014/main" id="{FF641B4E-E223-3101-CCB7-4881D2B3C3B3}"/>
              </a:ext>
            </a:extLst>
          </p:cNvPr>
          <p:cNvSpPr txBox="1"/>
          <p:nvPr/>
        </p:nvSpPr>
        <p:spPr>
          <a:xfrm>
            <a:off x="1771049" y="4766726"/>
            <a:ext cx="4943409" cy="14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We want a way of doing the same computation whenever we like…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…without repeatedly writing the same code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32F612-5331-30D9-78A2-204F68A1465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213" t="77334" r="77558" b="17433"/>
          <a:stretch>
            <a:fillRect/>
          </a:stretch>
        </p:blipFill>
        <p:spPr>
          <a:xfrm>
            <a:off x="7345892" y="4865632"/>
            <a:ext cx="1307772" cy="43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0151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8E70705-728E-0B79-BB6F-322D28FDC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2182632-9398-4F8C-80D5-F1BE247763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B85DB6D-5664-6928-3F98-8B6B46289A55}"/>
              </a:ext>
            </a:extLst>
          </p:cNvPr>
          <p:cNvSpPr txBox="1"/>
          <p:nvPr/>
        </p:nvSpPr>
        <p:spPr>
          <a:xfrm>
            <a:off x="1100179" y="1755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you simplify code which repeats over and over again.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sometimes you have code that repeats itself in a less straightforward manner…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computation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other stuff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the same computation again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89173CF-3D84-CC7E-7282-FF12FCF6CAA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CDB4F07-BD52-6862-8E87-C21A3EB69D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DF6F254-1B22-9413-CEC1-81B449FE3CD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213" t="77334" r="77558" b="17433"/>
          <a:stretch>
            <a:fillRect/>
          </a:stretch>
        </p:blipFill>
        <p:spPr>
          <a:xfrm>
            <a:off x="7345892" y="4865632"/>
            <a:ext cx="1307772" cy="43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4324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16FECA7-6AB6-9191-E1E5-60ABB4E68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514373F-FEB7-EA33-25BF-614C2F5845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81C97EB-5151-2A5C-084A-2DFF9B45CE20}"/>
              </a:ext>
            </a:extLst>
          </p:cNvPr>
          <p:cNvSpPr txBox="1"/>
          <p:nvPr/>
        </p:nvSpPr>
        <p:spPr>
          <a:xfrm>
            <a:off x="1100179" y="1755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you simplify code which repeats over and over again.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sometimes you have code that repeats itself in a less straightforward manner…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computation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other stuff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the same computation again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such cases, you might want to use a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B6FD6F3-0536-8EBC-E5B3-6CDB4076517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C9D7626-B420-1A37-FF60-F654EC7229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C86592B-374B-BF9D-DC8D-916F8A1FEF2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213" t="77334" r="77558" b="17433"/>
          <a:stretch>
            <a:fillRect/>
          </a:stretch>
        </p:blipFill>
        <p:spPr>
          <a:xfrm>
            <a:off x="7345892" y="4865632"/>
            <a:ext cx="1307772" cy="43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32957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38F1529-EFFC-79F6-6539-6496B9E68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61503A4-A12E-8CB8-B92B-894842BF22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0DCBC9F-C939-69AE-F50F-E4BC409AA8ED}"/>
              </a:ext>
            </a:extLst>
          </p:cNvPr>
          <p:cNvSpPr txBox="1"/>
          <p:nvPr/>
        </p:nvSpPr>
        <p:spPr>
          <a:xfrm>
            <a:off x="1100179" y="1755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Loops let you simplify code which repeats over and over again.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sometimes you have code that repeats itself in a less straightforward manner…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computation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some other stuff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the same computation again</a:t>
            </a:r>
            <a:b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such cases, you might want to use a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a function as a block of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pre-prepared code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that you might want to run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over and over again.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2F95C20-E8A3-5C8A-B540-B9AC96D6777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184E8F5-F899-C60F-7A82-70A67A7EF9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D033B6D-90BC-D473-A0B3-D431A2AF472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213" t="77334" r="77558" b="17433"/>
          <a:stretch>
            <a:fillRect/>
          </a:stretch>
        </p:blipFill>
        <p:spPr>
          <a:xfrm>
            <a:off x="7345892" y="4865632"/>
            <a:ext cx="1307772" cy="43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774714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7305EE7-EBF2-383E-8F00-DE4E247B6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6362CDF-E333-DB7B-3EF2-D6EDFB41E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7FFF78D-FDD2-EC15-0CE8-60CBE41B4611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2BBAA94-B4AC-D535-C46C-59138FE37E3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53026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CCF2AF6-E89D-8485-0E83-36A7E7DA3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D60E358-5812-8E95-282A-91C08F6377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BBA29AD-3B32-BCAB-4560-1F8CF65CC5E8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1B0E252-7756-4D13-3DD5-A719060F698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81E3B40-7F09-5736-B770-259E34457B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2675733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0FFDF61-DA95-2241-1835-448AF30FC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897B9C7-9DAE-012B-50B0-0E93CD6EEE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2378968-5A18-8837-696A-CBFA0446F15D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16C2BBC-423C-28E9-7794-92B900E2B89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6DDB2A1-35D2-1B37-2F6C-C3A79ACAC16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884CD803-73A1-9C4F-5617-D12A215A6DE2}"/>
              </a:ext>
            </a:extLst>
          </p:cNvPr>
          <p:cNvGrpSpPr/>
          <p:nvPr/>
        </p:nvGrpSpPr>
        <p:grpSpPr>
          <a:xfrm>
            <a:off x="5750815" y="3171615"/>
            <a:ext cx="4029997" cy="806229"/>
            <a:chOff x="5750815" y="3171615"/>
            <a:chExt cx="4029997" cy="806229"/>
          </a:xfrm>
        </p:grpSpPr>
        <p:sp>
          <p:nvSpPr>
            <p:cNvPr id="12" name="Google Shape;198;p20">
              <a:extLst>
                <a:ext uri="{FF2B5EF4-FFF2-40B4-BE49-F238E27FC236}">
                  <a16:creationId xmlns:a16="http://schemas.microsoft.com/office/drawing/2014/main" id="{1990F6FE-3F7D-18C0-8492-0CEE90174098}"/>
                </a:ext>
              </a:extLst>
            </p:cNvPr>
            <p:cNvSpPr txBox="1"/>
            <p:nvPr/>
          </p:nvSpPr>
          <p:spPr>
            <a:xfrm>
              <a:off x="6248400" y="3485432"/>
              <a:ext cx="3532412" cy="4924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000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Colon</a:t>
              </a:r>
              <a:endParaRPr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136;p17">
              <a:extLst>
                <a:ext uri="{FF2B5EF4-FFF2-40B4-BE49-F238E27FC236}">
                  <a16:creationId xmlns:a16="http://schemas.microsoft.com/office/drawing/2014/main" id="{8FC4F78D-CB08-F189-231F-88204B85076A}"/>
                </a:ext>
              </a:extLst>
            </p:cNvPr>
            <p:cNvSpPr/>
            <p:nvPr/>
          </p:nvSpPr>
          <p:spPr>
            <a:xfrm>
              <a:off x="5750815" y="3171615"/>
              <a:ext cx="164210" cy="343110"/>
            </a:xfrm>
            <a:prstGeom prst="rect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7BC4B40-1385-5822-3F93-F4BF2B4AEF9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19761" y="3382673"/>
              <a:ext cx="1539855" cy="34896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C32B640-47EB-C1D4-4272-50E2FD1DEF54}"/>
              </a:ext>
            </a:extLst>
          </p:cNvPr>
          <p:cNvGrpSpPr/>
          <p:nvPr/>
        </p:nvGrpSpPr>
        <p:grpSpPr>
          <a:xfrm>
            <a:off x="1" y="2656208"/>
            <a:ext cx="2476499" cy="1107965"/>
            <a:chOff x="1" y="2656208"/>
            <a:chExt cx="2476499" cy="1107965"/>
          </a:xfrm>
        </p:grpSpPr>
        <p:sp>
          <p:nvSpPr>
            <p:cNvPr id="15" name="Google Shape;198;p20">
              <a:extLst>
                <a:ext uri="{FF2B5EF4-FFF2-40B4-BE49-F238E27FC236}">
                  <a16:creationId xmlns:a16="http://schemas.microsoft.com/office/drawing/2014/main" id="{D48B49FC-48A2-8D80-2EA3-FCB4669DBA44}"/>
                </a:ext>
              </a:extLst>
            </p:cNvPr>
            <p:cNvSpPr txBox="1"/>
            <p:nvPr/>
          </p:nvSpPr>
          <p:spPr>
            <a:xfrm>
              <a:off x="1" y="2656208"/>
              <a:ext cx="2070490" cy="110796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000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def keyword 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000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(short for define)</a:t>
              </a:r>
              <a:endParaRPr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136;p17">
              <a:extLst>
                <a:ext uri="{FF2B5EF4-FFF2-40B4-BE49-F238E27FC236}">
                  <a16:creationId xmlns:a16="http://schemas.microsoft.com/office/drawing/2014/main" id="{E48EF1E6-931D-F24E-A084-903E94C4A826}"/>
                </a:ext>
              </a:extLst>
            </p:cNvPr>
            <p:cNvSpPr/>
            <p:nvPr/>
          </p:nvSpPr>
          <p:spPr>
            <a:xfrm>
              <a:off x="2012950" y="3189199"/>
              <a:ext cx="463550" cy="304423"/>
            </a:xfrm>
            <a:prstGeom prst="rect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C3328650-8F84-5FA2-64C1-A2E424483A2C}"/>
                </a:ext>
              </a:extLst>
            </p:cNvPr>
            <p:cNvCxnSpPr>
              <a:cxnSpLocks/>
            </p:cNvCxnSpPr>
            <p:nvPr/>
          </p:nvCxnSpPr>
          <p:spPr>
            <a:xfrm>
              <a:off x="1176379" y="3087858"/>
              <a:ext cx="729793" cy="18991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55805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E494876-B480-960B-913C-C8EC8F908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CFDC793-BD4F-615D-3E9A-8EE33EB618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C5E6040-BC4C-3F03-4931-B7E7F6ECBFDF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F148A8A-F212-4BA7-8AAB-8D6DBE15921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D6427E2-CEC1-1E56-0B67-AEB44736A8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Google Shape;136;p17">
            <a:extLst>
              <a:ext uri="{FF2B5EF4-FFF2-40B4-BE49-F238E27FC236}">
                <a16:creationId xmlns:a16="http://schemas.microsoft.com/office/drawing/2014/main" id="{81901373-F64D-E144-AA5F-42EE04B3469C}"/>
              </a:ext>
            </a:extLst>
          </p:cNvPr>
          <p:cNvSpPr/>
          <p:nvPr/>
        </p:nvSpPr>
        <p:spPr>
          <a:xfrm>
            <a:off x="2476501" y="3173884"/>
            <a:ext cx="2924174" cy="34311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198;p20">
            <a:extLst>
              <a:ext uri="{FF2B5EF4-FFF2-40B4-BE49-F238E27FC236}">
                <a16:creationId xmlns:a16="http://schemas.microsoft.com/office/drawing/2014/main" id="{D20D165A-F3FA-4CE8-E60F-E0146D58DAE0}"/>
              </a:ext>
            </a:extLst>
          </p:cNvPr>
          <p:cNvSpPr txBox="1"/>
          <p:nvPr/>
        </p:nvSpPr>
        <p:spPr>
          <a:xfrm>
            <a:off x="4552949" y="4987493"/>
            <a:ext cx="3532412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Name of the function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5A78A45-255A-BCEE-24B2-9BA2F5E5E1FB}"/>
              </a:ext>
            </a:extLst>
          </p:cNvPr>
          <p:cNvCxnSpPr>
            <a:cxnSpLocks/>
          </p:cNvCxnSpPr>
          <p:nvPr/>
        </p:nvCxnSpPr>
        <p:spPr>
          <a:xfrm flipH="1" flipV="1">
            <a:off x="5172035" y="3616979"/>
            <a:ext cx="847726" cy="138090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966803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C945203-0730-E888-47FD-ED053ACA4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B52649F-D28C-E3B4-F96C-60718217F6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E357067-FDAD-C356-3CCB-0B493D2C5861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B2AC5D3-9760-A788-E712-FD20281993E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E0F3502-7E54-9F8A-EE59-05B96DF801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2" name="Google Shape;198;p20">
            <a:extLst>
              <a:ext uri="{FF2B5EF4-FFF2-40B4-BE49-F238E27FC236}">
                <a16:creationId xmlns:a16="http://schemas.microsoft.com/office/drawing/2014/main" id="{BFE38BF6-678D-478A-5DBD-F779A74A08B3}"/>
              </a:ext>
            </a:extLst>
          </p:cNvPr>
          <p:cNvSpPr txBox="1"/>
          <p:nvPr/>
        </p:nvSpPr>
        <p:spPr>
          <a:xfrm>
            <a:off x="5943600" y="3485432"/>
            <a:ext cx="3532412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136;p17">
            <a:extLst>
              <a:ext uri="{FF2B5EF4-FFF2-40B4-BE49-F238E27FC236}">
                <a16:creationId xmlns:a16="http://schemas.microsoft.com/office/drawing/2014/main" id="{187C2600-3678-4569-86CF-A46B749D1350}"/>
              </a:ext>
            </a:extLst>
          </p:cNvPr>
          <p:cNvSpPr/>
          <p:nvPr/>
        </p:nvSpPr>
        <p:spPr>
          <a:xfrm>
            <a:off x="5446015" y="3171615"/>
            <a:ext cx="304800" cy="34311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A540BC5-CD81-8513-CAC6-1E140AF136B3}"/>
              </a:ext>
            </a:extLst>
          </p:cNvPr>
          <p:cNvCxnSpPr>
            <a:cxnSpLocks/>
          </p:cNvCxnSpPr>
          <p:nvPr/>
        </p:nvCxnSpPr>
        <p:spPr>
          <a:xfrm flipH="1" flipV="1">
            <a:off x="5714961" y="3382673"/>
            <a:ext cx="1539855" cy="34896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53897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2017B80-BAB7-F34C-9EDE-5C7B6C8DA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9C4EDA4-7EEC-9D12-3DBE-4FA4668897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032943C-51B0-9ADE-9635-1DEF26CC41D2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D15E530-E791-DE18-0E98-6209CEDFD94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3CC8E76-E6EB-BEBF-3E65-28A29D3372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Google Shape;136;p17">
            <a:extLst>
              <a:ext uri="{FF2B5EF4-FFF2-40B4-BE49-F238E27FC236}">
                <a16:creationId xmlns:a16="http://schemas.microsoft.com/office/drawing/2014/main" id="{9DA0387D-DA24-3454-2082-4F2FC06FC62F}"/>
              </a:ext>
            </a:extLst>
          </p:cNvPr>
          <p:cNvSpPr/>
          <p:nvPr/>
        </p:nvSpPr>
        <p:spPr>
          <a:xfrm>
            <a:off x="2411188" y="3691712"/>
            <a:ext cx="2618673" cy="843055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198;p20">
            <a:extLst>
              <a:ext uri="{FF2B5EF4-FFF2-40B4-BE49-F238E27FC236}">
                <a16:creationId xmlns:a16="http://schemas.microsoft.com/office/drawing/2014/main" id="{D854E019-1924-5FDA-8053-19F274AAD47F}"/>
              </a:ext>
            </a:extLst>
          </p:cNvPr>
          <p:cNvSpPr txBox="1"/>
          <p:nvPr/>
        </p:nvSpPr>
        <p:spPr>
          <a:xfrm>
            <a:off x="4552949" y="5646628"/>
            <a:ext cx="3532412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Body of the function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A7B378B-3C95-F50D-1AC8-6459F1C6585F}"/>
              </a:ext>
            </a:extLst>
          </p:cNvPr>
          <p:cNvCxnSpPr>
            <a:cxnSpLocks/>
          </p:cNvCxnSpPr>
          <p:nvPr/>
        </p:nvCxnSpPr>
        <p:spPr>
          <a:xfrm flipH="1" flipV="1">
            <a:off x="5172035" y="4276114"/>
            <a:ext cx="847726" cy="138090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26679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95B3B27-B773-3D4E-71ED-66B7D45DA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FE4CF10-CEAC-8B3A-E264-B337CED9F5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A61CE8A-1CC9-B3D4-188B-4DBC0A495224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51B933A-9DB4-B430-5374-0BE2B0A0D1C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BA50E75-D2CC-6EF9-1AD2-18A2EA303E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8" name="Google Shape;136;p17">
            <a:extLst>
              <a:ext uri="{FF2B5EF4-FFF2-40B4-BE49-F238E27FC236}">
                <a16:creationId xmlns:a16="http://schemas.microsoft.com/office/drawing/2014/main" id="{823AE4F1-ED3E-CBA0-8324-664D228A32C3}"/>
              </a:ext>
            </a:extLst>
          </p:cNvPr>
          <p:cNvSpPr/>
          <p:nvPr/>
        </p:nvSpPr>
        <p:spPr>
          <a:xfrm>
            <a:off x="2017618" y="3695924"/>
            <a:ext cx="393570" cy="843055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198;p20">
            <a:extLst>
              <a:ext uri="{FF2B5EF4-FFF2-40B4-BE49-F238E27FC236}">
                <a16:creationId xmlns:a16="http://schemas.microsoft.com/office/drawing/2014/main" id="{DC4874D3-FCB9-AABC-13E6-83D46615B9CC}"/>
              </a:ext>
            </a:extLst>
          </p:cNvPr>
          <p:cNvSpPr txBox="1"/>
          <p:nvPr/>
        </p:nvSpPr>
        <p:spPr>
          <a:xfrm>
            <a:off x="788915" y="5051353"/>
            <a:ext cx="4961900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Indentation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GB"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(This tells us what lies inside the function)</a:t>
            </a:r>
            <a:endParaRPr sz="2000"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E684CB1-22E4-FBD0-8EFB-866123CD8D6E}"/>
              </a:ext>
            </a:extLst>
          </p:cNvPr>
          <p:cNvCxnSpPr>
            <a:cxnSpLocks/>
          </p:cNvCxnSpPr>
          <p:nvPr/>
        </p:nvCxnSpPr>
        <p:spPr>
          <a:xfrm flipV="1">
            <a:off x="1631125" y="4615428"/>
            <a:ext cx="419149" cy="45771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402928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C3F8A9C-F726-2BE4-F017-B46AFF1F0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2C29012-675B-1113-5C4C-CE56B56234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E7A0DF3-AA21-7454-2B9A-4161F0FEFAE9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71B408D-56EB-DB01-85E9-0FF7D8FFC16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79FA2AC-CAF7-EF4A-BA34-0A8B949D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8" name="Google Shape;136;p17">
            <a:extLst>
              <a:ext uri="{FF2B5EF4-FFF2-40B4-BE49-F238E27FC236}">
                <a16:creationId xmlns:a16="http://schemas.microsoft.com/office/drawing/2014/main" id="{08506434-CE58-3D06-8978-4414FCE1C475}"/>
              </a:ext>
            </a:extLst>
          </p:cNvPr>
          <p:cNvSpPr/>
          <p:nvPr/>
        </p:nvSpPr>
        <p:spPr>
          <a:xfrm>
            <a:off x="2017618" y="3695924"/>
            <a:ext cx="393570" cy="843055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198;p20">
            <a:extLst>
              <a:ext uri="{FF2B5EF4-FFF2-40B4-BE49-F238E27FC236}">
                <a16:creationId xmlns:a16="http://schemas.microsoft.com/office/drawing/2014/main" id="{A43233D8-E2F3-3911-17AB-3F19E3D97CF5}"/>
              </a:ext>
            </a:extLst>
          </p:cNvPr>
          <p:cNvSpPr txBox="1"/>
          <p:nvPr/>
        </p:nvSpPr>
        <p:spPr>
          <a:xfrm>
            <a:off x="788915" y="5051353"/>
            <a:ext cx="4961900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Indentation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GB"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(This tells us what lies inside the function)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8CD19D9-80AF-6B7E-263F-49F099E4734F}"/>
              </a:ext>
            </a:extLst>
          </p:cNvPr>
          <p:cNvCxnSpPr>
            <a:cxnSpLocks/>
          </p:cNvCxnSpPr>
          <p:nvPr/>
        </p:nvCxnSpPr>
        <p:spPr>
          <a:xfrm flipV="1">
            <a:off x="1631125" y="4615428"/>
            <a:ext cx="419149" cy="45771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563189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69B57B5-761A-ED51-BAFE-953251A98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AE5BCA0-CBC0-7DFD-3471-643A20B172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115090D-016C-A8B1-CB4E-A90DF55EF5CA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C7D8B1B-0D43-55D7-4A32-24BC1282FC2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183773F-A423-D83D-A157-37EDFBDF76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7711054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D71E245-1B30-5B99-B666-F9DD20ADF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F1175EB-5646-93F3-E0CB-F13314007A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C5AC692-E13D-A4EA-584F-4EB8938BFADA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D21090E-6101-4078-27D8-8A496BECC78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5456C2D-5D32-B26C-6E6F-F80ABA5B41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E183A78B-9AD1-6744-5EF7-98052C17511E}"/>
              </a:ext>
            </a:extLst>
          </p:cNvPr>
          <p:cNvSpPr txBox="1"/>
          <p:nvPr/>
        </p:nvSpPr>
        <p:spPr>
          <a:xfrm>
            <a:off x="6866822" y="2080658"/>
            <a:ext cx="4250749" cy="1169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You can think of this as a black box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9595977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C7664F6-DD4C-2703-64E8-E817A034C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842F0CF-33FF-5852-4501-04D28B2339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9E09C8A-29D6-F765-6FC0-DDF6B4109E81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628D721-C754-3E6C-F519-3ECD4C3971D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395B7B-57F9-9334-4A97-2858496343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BAE80197-1654-660E-FC56-4F9426D1B800}"/>
              </a:ext>
            </a:extLst>
          </p:cNvPr>
          <p:cNvSpPr txBox="1"/>
          <p:nvPr/>
        </p:nvSpPr>
        <p:spPr>
          <a:xfrm>
            <a:off x="6866822" y="2080658"/>
            <a:ext cx="4250749" cy="1169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You can think of this as a black box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6B6481C-7FF7-8216-0B17-367A7E5A28CD}"/>
              </a:ext>
            </a:extLst>
          </p:cNvPr>
          <p:cNvGrpSpPr/>
          <p:nvPr/>
        </p:nvGrpSpPr>
        <p:grpSpPr>
          <a:xfrm>
            <a:off x="8016771" y="4783075"/>
            <a:ext cx="1173610" cy="737697"/>
            <a:chOff x="7024345" y="4739327"/>
            <a:chExt cx="1540665" cy="1477150"/>
          </a:xfrm>
          <a:solidFill>
            <a:schemeClr val="bg1">
              <a:lumMod val="65000"/>
            </a:schemeClr>
          </a:solidFill>
        </p:grpSpPr>
        <p:sp>
          <p:nvSpPr>
            <p:cNvPr id="9" name="Flowchart: Manual Operation 8">
              <a:extLst>
                <a:ext uri="{FF2B5EF4-FFF2-40B4-BE49-F238E27FC236}">
                  <a16:creationId xmlns:a16="http://schemas.microsoft.com/office/drawing/2014/main" id="{DFE96E57-EBBA-A22E-ECE5-BB9F2794258D}"/>
                </a:ext>
              </a:extLst>
            </p:cNvPr>
            <p:cNvSpPr/>
            <p:nvPr/>
          </p:nvSpPr>
          <p:spPr>
            <a:xfrm rot="16200000">
              <a:off x="6507153" y="5256519"/>
              <a:ext cx="1477150" cy="442765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AAB79CB-246D-6DE1-CDFD-94373D608D68}"/>
                </a:ext>
              </a:extLst>
            </p:cNvPr>
            <p:cNvSpPr/>
            <p:nvPr/>
          </p:nvSpPr>
          <p:spPr>
            <a:xfrm>
              <a:off x="7465219" y="5036879"/>
              <a:ext cx="719137" cy="882491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Flowchart: Manual Operation 15">
              <a:extLst>
                <a:ext uri="{FF2B5EF4-FFF2-40B4-BE49-F238E27FC236}">
                  <a16:creationId xmlns:a16="http://schemas.microsoft.com/office/drawing/2014/main" id="{69D5923F-DCF4-DC4C-30C4-1A79FF2219F3}"/>
                </a:ext>
              </a:extLst>
            </p:cNvPr>
            <p:cNvSpPr/>
            <p:nvPr/>
          </p:nvSpPr>
          <p:spPr>
            <a:xfrm rot="16200000" flipV="1">
              <a:off x="7636109" y="5287574"/>
              <a:ext cx="1477148" cy="380654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00710121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BA7815E-7A2E-EF08-6FEC-9439C603A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EE084F9-5B48-3493-3394-3A0BB7158A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D93A6FE-B52C-7F98-1894-7BA674435CDB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0564580-8D5A-9365-5734-419A1A86EB1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7B3D4DE-E36B-2E6A-BAFB-AE7C328C811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3771B8B4-C532-6B65-169A-51B831C972B5}"/>
              </a:ext>
            </a:extLst>
          </p:cNvPr>
          <p:cNvSpPr txBox="1"/>
          <p:nvPr/>
        </p:nvSpPr>
        <p:spPr>
          <a:xfrm>
            <a:off x="6866822" y="2080658"/>
            <a:ext cx="4250749" cy="1169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You can think of this as a black box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223F421-87C6-7411-53AC-C0B67FE86504}"/>
              </a:ext>
            </a:extLst>
          </p:cNvPr>
          <p:cNvGrpSpPr/>
          <p:nvPr/>
        </p:nvGrpSpPr>
        <p:grpSpPr>
          <a:xfrm>
            <a:off x="8016771" y="4783075"/>
            <a:ext cx="1173610" cy="737697"/>
            <a:chOff x="7024345" y="4739327"/>
            <a:chExt cx="1540665" cy="1477150"/>
          </a:xfrm>
          <a:solidFill>
            <a:schemeClr val="bg1">
              <a:lumMod val="65000"/>
            </a:schemeClr>
          </a:solidFill>
        </p:grpSpPr>
        <p:sp>
          <p:nvSpPr>
            <p:cNvPr id="9" name="Flowchart: Manual Operation 8">
              <a:extLst>
                <a:ext uri="{FF2B5EF4-FFF2-40B4-BE49-F238E27FC236}">
                  <a16:creationId xmlns:a16="http://schemas.microsoft.com/office/drawing/2014/main" id="{4DC904CC-2CAE-1BA2-3AEE-87C5000D5222}"/>
                </a:ext>
              </a:extLst>
            </p:cNvPr>
            <p:cNvSpPr/>
            <p:nvPr/>
          </p:nvSpPr>
          <p:spPr>
            <a:xfrm rot="16200000">
              <a:off x="6507153" y="5256519"/>
              <a:ext cx="1477150" cy="442765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2E2A319-FF62-910F-EAAC-B681ABA872E7}"/>
                </a:ext>
              </a:extLst>
            </p:cNvPr>
            <p:cNvSpPr/>
            <p:nvPr/>
          </p:nvSpPr>
          <p:spPr>
            <a:xfrm>
              <a:off x="7465219" y="5036879"/>
              <a:ext cx="719137" cy="882491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Flowchart: Manual Operation 15">
              <a:extLst>
                <a:ext uri="{FF2B5EF4-FFF2-40B4-BE49-F238E27FC236}">
                  <a16:creationId xmlns:a16="http://schemas.microsoft.com/office/drawing/2014/main" id="{206CC756-6BEC-1C20-4EF4-01389D919A88}"/>
                </a:ext>
              </a:extLst>
            </p:cNvPr>
            <p:cNvSpPr/>
            <p:nvPr/>
          </p:nvSpPr>
          <p:spPr>
            <a:xfrm rot="16200000" flipV="1">
              <a:off x="7636109" y="5287574"/>
              <a:ext cx="1477148" cy="380654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38" name="Google Shape;198;p20">
            <a:extLst>
              <a:ext uri="{FF2B5EF4-FFF2-40B4-BE49-F238E27FC236}">
                <a16:creationId xmlns:a16="http://schemas.microsoft.com/office/drawing/2014/main" id="{47633722-9065-FDA7-7997-58B77F5A9183}"/>
              </a:ext>
            </a:extLst>
          </p:cNvPr>
          <p:cNvSpPr txBox="1"/>
          <p:nvPr/>
        </p:nvSpPr>
        <p:spPr>
          <a:xfrm>
            <a:off x="8185410" y="4410286"/>
            <a:ext cx="135379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1213604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183D82C-AA56-986B-D9EE-654B8948B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BF9E613-0F8F-128E-9431-3E24C642FF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9A2EB19-3F1E-CF7F-DC7B-921D9FB7F650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9CEF65A-E1E3-C306-2547-0F242C33286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6BD6474-F2D0-4774-5780-CB82ABB940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E606EBC9-E823-8565-6FE9-09A0F4202336}"/>
              </a:ext>
            </a:extLst>
          </p:cNvPr>
          <p:cNvSpPr txBox="1"/>
          <p:nvPr/>
        </p:nvSpPr>
        <p:spPr>
          <a:xfrm>
            <a:off x="6866822" y="2080658"/>
            <a:ext cx="4250749" cy="1661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You can think of this as a black box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GB"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- Put a variable x in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040A09B-CFE1-9C25-CE12-3F26D0F119C5}"/>
              </a:ext>
            </a:extLst>
          </p:cNvPr>
          <p:cNvGrpSpPr/>
          <p:nvPr/>
        </p:nvGrpSpPr>
        <p:grpSpPr>
          <a:xfrm>
            <a:off x="8016771" y="4783075"/>
            <a:ext cx="1173610" cy="737697"/>
            <a:chOff x="7024345" y="4739327"/>
            <a:chExt cx="1540665" cy="1477150"/>
          </a:xfrm>
          <a:solidFill>
            <a:schemeClr val="bg1">
              <a:lumMod val="65000"/>
            </a:schemeClr>
          </a:solidFill>
        </p:grpSpPr>
        <p:sp>
          <p:nvSpPr>
            <p:cNvPr id="9" name="Flowchart: Manual Operation 8">
              <a:extLst>
                <a:ext uri="{FF2B5EF4-FFF2-40B4-BE49-F238E27FC236}">
                  <a16:creationId xmlns:a16="http://schemas.microsoft.com/office/drawing/2014/main" id="{4E881F5F-DD47-19BF-B0A3-08981233D684}"/>
                </a:ext>
              </a:extLst>
            </p:cNvPr>
            <p:cNvSpPr/>
            <p:nvPr/>
          </p:nvSpPr>
          <p:spPr>
            <a:xfrm rot="16200000">
              <a:off x="6507153" y="5256519"/>
              <a:ext cx="1477150" cy="442765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6DBB090-7C42-1754-3457-6BD008517176}"/>
                </a:ext>
              </a:extLst>
            </p:cNvPr>
            <p:cNvSpPr/>
            <p:nvPr/>
          </p:nvSpPr>
          <p:spPr>
            <a:xfrm>
              <a:off x="7465219" y="5036879"/>
              <a:ext cx="719137" cy="882491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Flowchart: Manual Operation 15">
              <a:extLst>
                <a:ext uri="{FF2B5EF4-FFF2-40B4-BE49-F238E27FC236}">
                  <a16:creationId xmlns:a16="http://schemas.microsoft.com/office/drawing/2014/main" id="{1467D438-75E0-2EE9-F897-599A2AB3C790}"/>
                </a:ext>
              </a:extLst>
            </p:cNvPr>
            <p:cNvSpPr/>
            <p:nvPr/>
          </p:nvSpPr>
          <p:spPr>
            <a:xfrm rot="16200000" flipV="1">
              <a:off x="7636109" y="5287574"/>
              <a:ext cx="1477148" cy="380654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38" name="Google Shape;198;p20">
            <a:extLst>
              <a:ext uri="{FF2B5EF4-FFF2-40B4-BE49-F238E27FC236}">
                <a16:creationId xmlns:a16="http://schemas.microsoft.com/office/drawing/2014/main" id="{14CF5BFC-56AA-5B32-C16E-5CD2959F72AD}"/>
              </a:ext>
            </a:extLst>
          </p:cNvPr>
          <p:cNvSpPr txBox="1"/>
          <p:nvPr/>
        </p:nvSpPr>
        <p:spPr>
          <a:xfrm>
            <a:off x="8185410" y="4410286"/>
            <a:ext cx="135379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4604543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F4C7087-9768-D605-CE2F-711104243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595B605-2979-EB4E-8415-3A82BC341C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08FEE21-3532-B257-378A-8036697C3D32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F8BACAA-9ABA-5DCD-D46A-D808F21F61E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19D359E-FAF9-41F5-20B4-FD50DFB888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D78C6B15-64EF-25C0-5E33-058F886DA4B5}"/>
              </a:ext>
            </a:extLst>
          </p:cNvPr>
          <p:cNvSpPr txBox="1"/>
          <p:nvPr/>
        </p:nvSpPr>
        <p:spPr>
          <a:xfrm>
            <a:off x="6866822" y="2080658"/>
            <a:ext cx="4250749" cy="1661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You can think of this as a black box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GB"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- Put a variable x in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96CE66B-A385-BA0D-B233-625BF6591F6C}"/>
              </a:ext>
            </a:extLst>
          </p:cNvPr>
          <p:cNvGrpSpPr/>
          <p:nvPr/>
        </p:nvGrpSpPr>
        <p:grpSpPr>
          <a:xfrm>
            <a:off x="8016771" y="4783075"/>
            <a:ext cx="1173610" cy="737697"/>
            <a:chOff x="7024345" y="4739327"/>
            <a:chExt cx="1540665" cy="1477150"/>
          </a:xfrm>
          <a:solidFill>
            <a:schemeClr val="bg1">
              <a:lumMod val="65000"/>
            </a:schemeClr>
          </a:solidFill>
        </p:grpSpPr>
        <p:sp>
          <p:nvSpPr>
            <p:cNvPr id="9" name="Flowchart: Manual Operation 8">
              <a:extLst>
                <a:ext uri="{FF2B5EF4-FFF2-40B4-BE49-F238E27FC236}">
                  <a16:creationId xmlns:a16="http://schemas.microsoft.com/office/drawing/2014/main" id="{F33F51D4-1DBA-C58A-3955-9046E4A28728}"/>
                </a:ext>
              </a:extLst>
            </p:cNvPr>
            <p:cNvSpPr/>
            <p:nvPr/>
          </p:nvSpPr>
          <p:spPr>
            <a:xfrm rot="16200000">
              <a:off x="6507153" y="5256519"/>
              <a:ext cx="1477150" cy="442765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0795EC7-6E86-D316-BC49-017F434FF70C}"/>
                </a:ext>
              </a:extLst>
            </p:cNvPr>
            <p:cNvSpPr/>
            <p:nvPr/>
          </p:nvSpPr>
          <p:spPr>
            <a:xfrm>
              <a:off x="7465219" y="5036879"/>
              <a:ext cx="719137" cy="882491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Flowchart: Manual Operation 15">
              <a:extLst>
                <a:ext uri="{FF2B5EF4-FFF2-40B4-BE49-F238E27FC236}">
                  <a16:creationId xmlns:a16="http://schemas.microsoft.com/office/drawing/2014/main" id="{57CCB00A-78AE-93C4-5381-1EBE3B72EB6B}"/>
                </a:ext>
              </a:extLst>
            </p:cNvPr>
            <p:cNvSpPr/>
            <p:nvPr/>
          </p:nvSpPr>
          <p:spPr>
            <a:xfrm rot="16200000" flipV="1">
              <a:off x="7636109" y="5287574"/>
              <a:ext cx="1477148" cy="380654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4FACCE3-E9BB-3F45-8D17-BCDD01F357AA}"/>
              </a:ext>
            </a:extLst>
          </p:cNvPr>
          <p:cNvCxnSpPr>
            <a:cxnSpLocks/>
          </p:cNvCxnSpPr>
          <p:nvPr/>
        </p:nvCxnSpPr>
        <p:spPr>
          <a:xfrm flipV="1">
            <a:off x="7250722" y="5201533"/>
            <a:ext cx="552470" cy="174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Google Shape;198;p20">
            <a:extLst>
              <a:ext uri="{FF2B5EF4-FFF2-40B4-BE49-F238E27FC236}">
                <a16:creationId xmlns:a16="http://schemas.microsoft.com/office/drawing/2014/main" id="{D775A46D-1041-563A-CA7C-EA3BC4627139}"/>
              </a:ext>
            </a:extLst>
          </p:cNvPr>
          <p:cNvSpPr txBox="1"/>
          <p:nvPr/>
        </p:nvSpPr>
        <p:spPr>
          <a:xfrm>
            <a:off x="7305995" y="4805907"/>
            <a:ext cx="40265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198;p20">
            <a:extLst>
              <a:ext uri="{FF2B5EF4-FFF2-40B4-BE49-F238E27FC236}">
                <a16:creationId xmlns:a16="http://schemas.microsoft.com/office/drawing/2014/main" id="{5EDEA707-9B6B-EEAD-A205-A2E8B9634801}"/>
              </a:ext>
            </a:extLst>
          </p:cNvPr>
          <p:cNvSpPr txBox="1"/>
          <p:nvPr/>
        </p:nvSpPr>
        <p:spPr>
          <a:xfrm>
            <a:off x="8185410" y="4410286"/>
            <a:ext cx="135379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0632786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8DA7C2E-FC98-962A-2AC2-D7532AF77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9CCFB24-67FD-E8EA-0D45-C54606BCA3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AB726B3-0960-1A36-8CD0-A6ACB2045ACB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EBC2563-F86F-82BB-D03A-559B62C368C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99C71AF-DB24-E92F-2D06-9812A13145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CFD542D1-6FBE-203E-30E6-00F2C3AF35DD}"/>
              </a:ext>
            </a:extLst>
          </p:cNvPr>
          <p:cNvSpPr txBox="1"/>
          <p:nvPr/>
        </p:nvSpPr>
        <p:spPr>
          <a:xfrm>
            <a:off x="6866822" y="2080658"/>
            <a:ext cx="4250749" cy="2154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You can think of this as a black box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GB"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- Put a variable x in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- Double x and add 1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31C8DEE-12FB-C574-EDF0-73DEFCA26304}"/>
              </a:ext>
            </a:extLst>
          </p:cNvPr>
          <p:cNvGrpSpPr/>
          <p:nvPr/>
        </p:nvGrpSpPr>
        <p:grpSpPr>
          <a:xfrm>
            <a:off x="8016771" y="4783075"/>
            <a:ext cx="1173610" cy="737697"/>
            <a:chOff x="7024345" y="4739327"/>
            <a:chExt cx="1540665" cy="1477150"/>
          </a:xfrm>
          <a:solidFill>
            <a:schemeClr val="bg1">
              <a:lumMod val="65000"/>
            </a:schemeClr>
          </a:solidFill>
        </p:grpSpPr>
        <p:sp>
          <p:nvSpPr>
            <p:cNvPr id="9" name="Flowchart: Manual Operation 8">
              <a:extLst>
                <a:ext uri="{FF2B5EF4-FFF2-40B4-BE49-F238E27FC236}">
                  <a16:creationId xmlns:a16="http://schemas.microsoft.com/office/drawing/2014/main" id="{1C153450-A93D-A80C-0097-42ED61EAC9AD}"/>
                </a:ext>
              </a:extLst>
            </p:cNvPr>
            <p:cNvSpPr/>
            <p:nvPr/>
          </p:nvSpPr>
          <p:spPr>
            <a:xfrm rot="16200000">
              <a:off x="6507153" y="5256519"/>
              <a:ext cx="1477150" cy="442765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196CB38-CD00-D8FC-D4D5-13F4FE8B5549}"/>
                </a:ext>
              </a:extLst>
            </p:cNvPr>
            <p:cNvSpPr/>
            <p:nvPr/>
          </p:nvSpPr>
          <p:spPr>
            <a:xfrm>
              <a:off x="7465219" y="5036879"/>
              <a:ext cx="719137" cy="882491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Flowchart: Manual Operation 15">
              <a:extLst>
                <a:ext uri="{FF2B5EF4-FFF2-40B4-BE49-F238E27FC236}">
                  <a16:creationId xmlns:a16="http://schemas.microsoft.com/office/drawing/2014/main" id="{22FD35D8-F70D-4BCB-631D-7E56B72BAFB9}"/>
                </a:ext>
              </a:extLst>
            </p:cNvPr>
            <p:cNvSpPr/>
            <p:nvPr/>
          </p:nvSpPr>
          <p:spPr>
            <a:xfrm rot="16200000" flipV="1">
              <a:off x="7636109" y="5287574"/>
              <a:ext cx="1477148" cy="380654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49AC2C9-C269-F2FE-5EF9-88C34F2EE74E}"/>
              </a:ext>
            </a:extLst>
          </p:cNvPr>
          <p:cNvCxnSpPr>
            <a:cxnSpLocks/>
          </p:cNvCxnSpPr>
          <p:nvPr/>
        </p:nvCxnSpPr>
        <p:spPr>
          <a:xfrm flipV="1">
            <a:off x="7250722" y="5201533"/>
            <a:ext cx="552470" cy="174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Google Shape;198;p20">
            <a:extLst>
              <a:ext uri="{FF2B5EF4-FFF2-40B4-BE49-F238E27FC236}">
                <a16:creationId xmlns:a16="http://schemas.microsoft.com/office/drawing/2014/main" id="{BC6DA740-FD03-4B79-457B-3A9E3CED54CF}"/>
              </a:ext>
            </a:extLst>
          </p:cNvPr>
          <p:cNvSpPr txBox="1"/>
          <p:nvPr/>
        </p:nvSpPr>
        <p:spPr>
          <a:xfrm>
            <a:off x="7305995" y="4805907"/>
            <a:ext cx="40265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198;p20">
            <a:extLst>
              <a:ext uri="{FF2B5EF4-FFF2-40B4-BE49-F238E27FC236}">
                <a16:creationId xmlns:a16="http://schemas.microsoft.com/office/drawing/2014/main" id="{79273B79-D077-C909-9CFC-B33B41ED37FC}"/>
              </a:ext>
            </a:extLst>
          </p:cNvPr>
          <p:cNvSpPr txBox="1"/>
          <p:nvPr/>
        </p:nvSpPr>
        <p:spPr>
          <a:xfrm>
            <a:off x="8185410" y="4410286"/>
            <a:ext cx="135379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4542858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3E480AA-49B3-F2A1-31F5-81233081C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96D692A-E22B-4FF8-93C0-C998D53350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4BF558B-ADBC-5851-D8DD-864736629A33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2C05D01-1C36-F31C-7056-E58135897CF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4B3DACD-F069-8DF6-A482-097FA7B2C5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B2A2F2D6-B18F-ABA1-FA5C-7F964C6FDA7B}"/>
              </a:ext>
            </a:extLst>
          </p:cNvPr>
          <p:cNvSpPr txBox="1"/>
          <p:nvPr/>
        </p:nvSpPr>
        <p:spPr>
          <a:xfrm>
            <a:off x="6866822" y="2080658"/>
            <a:ext cx="4250749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You can think of this as a black box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GB"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- Put a variable x in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- Double x and add 1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- print the result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A1078E6-76B3-E4EB-3C6A-9C280C509A6C}"/>
              </a:ext>
            </a:extLst>
          </p:cNvPr>
          <p:cNvGrpSpPr/>
          <p:nvPr/>
        </p:nvGrpSpPr>
        <p:grpSpPr>
          <a:xfrm>
            <a:off x="8016771" y="4783075"/>
            <a:ext cx="1173610" cy="737697"/>
            <a:chOff x="7024345" y="4739327"/>
            <a:chExt cx="1540665" cy="1477150"/>
          </a:xfrm>
          <a:solidFill>
            <a:schemeClr val="bg1">
              <a:lumMod val="65000"/>
            </a:schemeClr>
          </a:solidFill>
        </p:grpSpPr>
        <p:sp>
          <p:nvSpPr>
            <p:cNvPr id="9" name="Flowchart: Manual Operation 8">
              <a:extLst>
                <a:ext uri="{FF2B5EF4-FFF2-40B4-BE49-F238E27FC236}">
                  <a16:creationId xmlns:a16="http://schemas.microsoft.com/office/drawing/2014/main" id="{69FB86F2-3A40-44C8-DED7-2DB06CE2DDB3}"/>
                </a:ext>
              </a:extLst>
            </p:cNvPr>
            <p:cNvSpPr/>
            <p:nvPr/>
          </p:nvSpPr>
          <p:spPr>
            <a:xfrm rot="16200000">
              <a:off x="6507153" y="5256519"/>
              <a:ext cx="1477150" cy="442765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DE49AC1-E790-BDD7-1DA2-0E270524F302}"/>
                </a:ext>
              </a:extLst>
            </p:cNvPr>
            <p:cNvSpPr/>
            <p:nvPr/>
          </p:nvSpPr>
          <p:spPr>
            <a:xfrm>
              <a:off x="7465219" y="5036879"/>
              <a:ext cx="719137" cy="882491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Flowchart: Manual Operation 15">
              <a:extLst>
                <a:ext uri="{FF2B5EF4-FFF2-40B4-BE49-F238E27FC236}">
                  <a16:creationId xmlns:a16="http://schemas.microsoft.com/office/drawing/2014/main" id="{3D046CFF-665B-95C3-7476-0980EE7301C9}"/>
                </a:ext>
              </a:extLst>
            </p:cNvPr>
            <p:cNvSpPr/>
            <p:nvPr/>
          </p:nvSpPr>
          <p:spPr>
            <a:xfrm rot="16200000" flipV="1">
              <a:off x="7636109" y="5287574"/>
              <a:ext cx="1477148" cy="380654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1724F70-8434-77D3-3724-26594AF02420}"/>
              </a:ext>
            </a:extLst>
          </p:cNvPr>
          <p:cNvCxnSpPr>
            <a:cxnSpLocks/>
          </p:cNvCxnSpPr>
          <p:nvPr/>
        </p:nvCxnSpPr>
        <p:spPr>
          <a:xfrm flipV="1">
            <a:off x="7250722" y="5201533"/>
            <a:ext cx="552470" cy="174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Google Shape;198;p20">
            <a:extLst>
              <a:ext uri="{FF2B5EF4-FFF2-40B4-BE49-F238E27FC236}">
                <a16:creationId xmlns:a16="http://schemas.microsoft.com/office/drawing/2014/main" id="{6377D36C-2213-EEA1-24D6-B5DA90630B62}"/>
              </a:ext>
            </a:extLst>
          </p:cNvPr>
          <p:cNvSpPr txBox="1"/>
          <p:nvPr/>
        </p:nvSpPr>
        <p:spPr>
          <a:xfrm>
            <a:off x="7305995" y="4805907"/>
            <a:ext cx="40265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198;p20">
            <a:extLst>
              <a:ext uri="{FF2B5EF4-FFF2-40B4-BE49-F238E27FC236}">
                <a16:creationId xmlns:a16="http://schemas.microsoft.com/office/drawing/2014/main" id="{D09072CB-2E31-67AF-C0D9-81E4AED36157}"/>
              </a:ext>
            </a:extLst>
          </p:cNvPr>
          <p:cNvSpPr txBox="1"/>
          <p:nvPr/>
        </p:nvSpPr>
        <p:spPr>
          <a:xfrm>
            <a:off x="8185410" y="4410286"/>
            <a:ext cx="135379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0862021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D37695C-0635-E55B-FCAE-673C295B1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EB0DE2E-EE40-3CD1-114F-CC2B349164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82BE003-185D-86FA-72CB-D64418511BD8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EB694E0-5476-7299-BED9-8F453F75FBA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5C5E98-D2AB-FA5C-9864-3D13507C66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60FA7A11-DEFB-C4F7-DC14-5AF5E02B1A11}"/>
              </a:ext>
            </a:extLst>
          </p:cNvPr>
          <p:cNvSpPr txBox="1"/>
          <p:nvPr/>
        </p:nvSpPr>
        <p:spPr>
          <a:xfrm>
            <a:off x="6866822" y="2080658"/>
            <a:ext cx="4250749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You can think of this as a black box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GB"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- Put a variable x in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- Double x and add 1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- print the result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F9B16E0-C0C4-F3B5-412D-52437E03E237}"/>
              </a:ext>
            </a:extLst>
          </p:cNvPr>
          <p:cNvGrpSpPr/>
          <p:nvPr/>
        </p:nvGrpSpPr>
        <p:grpSpPr>
          <a:xfrm>
            <a:off x="8016771" y="4783075"/>
            <a:ext cx="1173610" cy="737697"/>
            <a:chOff x="7024345" y="4739327"/>
            <a:chExt cx="1540665" cy="1477150"/>
          </a:xfrm>
          <a:solidFill>
            <a:schemeClr val="bg1">
              <a:lumMod val="65000"/>
            </a:schemeClr>
          </a:solidFill>
        </p:grpSpPr>
        <p:sp>
          <p:nvSpPr>
            <p:cNvPr id="9" name="Flowchart: Manual Operation 8">
              <a:extLst>
                <a:ext uri="{FF2B5EF4-FFF2-40B4-BE49-F238E27FC236}">
                  <a16:creationId xmlns:a16="http://schemas.microsoft.com/office/drawing/2014/main" id="{EDB18819-DC54-1D06-E494-7F855CA33CDB}"/>
                </a:ext>
              </a:extLst>
            </p:cNvPr>
            <p:cNvSpPr/>
            <p:nvPr/>
          </p:nvSpPr>
          <p:spPr>
            <a:xfrm rot="16200000">
              <a:off x="6507153" y="5256519"/>
              <a:ext cx="1477150" cy="442765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FF546CB-5DDA-6570-6649-1374F1B25561}"/>
                </a:ext>
              </a:extLst>
            </p:cNvPr>
            <p:cNvSpPr/>
            <p:nvPr/>
          </p:nvSpPr>
          <p:spPr>
            <a:xfrm>
              <a:off x="7465219" y="5036879"/>
              <a:ext cx="719137" cy="882491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Flowchart: Manual Operation 15">
              <a:extLst>
                <a:ext uri="{FF2B5EF4-FFF2-40B4-BE49-F238E27FC236}">
                  <a16:creationId xmlns:a16="http://schemas.microsoft.com/office/drawing/2014/main" id="{AE4C8D64-AFFE-45F8-F653-BAA471FA1EE6}"/>
                </a:ext>
              </a:extLst>
            </p:cNvPr>
            <p:cNvSpPr/>
            <p:nvPr/>
          </p:nvSpPr>
          <p:spPr>
            <a:xfrm rot="16200000" flipV="1">
              <a:off x="7636109" y="5287574"/>
              <a:ext cx="1477148" cy="380654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F34DD08-FBDB-6694-E7BA-811EFAE7513C}"/>
              </a:ext>
            </a:extLst>
          </p:cNvPr>
          <p:cNvCxnSpPr>
            <a:cxnSpLocks/>
          </p:cNvCxnSpPr>
          <p:nvPr/>
        </p:nvCxnSpPr>
        <p:spPr>
          <a:xfrm flipV="1">
            <a:off x="7250722" y="5201533"/>
            <a:ext cx="552470" cy="174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5E0A2C4-A1AE-223F-613C-AD740D13769C}"/>
              </a:ext>
            </a:extLst>
          </p:cNvPr>
          <p:cNvCxnSpPr>
            <a:cxnSpLocks/>
          </p:cNvCxnSpPr>
          <p:nvPr/>
        </p:nvCxnSpPr>
        <p:spPr>
          <a:xfrm>
            <a:off x="9346222" y="5166932"/>
            <a:ext cx="505333" cy="28526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Google Shape;198;p20">
            <a:extLst>
              <a:ext uri="{FF2B5EF4-FFF2-40B4-BE49-F238E27FC236}">
                <a16:creationId xmlns:a16="http://schemas.microsoft.com/office/drawing/2014/main" id="{6B14CFFD-72CB-2AC5-9FE0-225A479AADDB}"/>
              </a:ext>
            </a:extLst>
          </p:cNvPr>
          <p:cNvSpPr txBox="1"/>
          <p:nvPr/>
        </p:nvSpPr>
        <p:spPr>
          <a:xfrm>
            <a:off x="7305995" y="4805907"/>
            <a:ext cx="40265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198;p20">
            <a:extLst>
              <a:ext uri="{FF2B5EF4-FFF2-40B4-BE49-F238E27FC236}">
                <a16:creationId xmlns:a16="http://schemas.microsoft.com/office/drawing/2014/main" id="{BE4FA482-BEC9-11C5-D916-ECA1BEF50253}"/>
              </a:ext>
            </a:extLst>
          </p:cNvPr>
          <p:cNvSpPr txBox="1"/>
          <p:nvPr/>
        </p:nvSpPr>
        <p:spPr>
          <a:xfrm>
            <a:off x="8185410" y="4410286"/>
            <a:ext cx="135379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198;p20">
            <a:extLst>
              <a:ext uri="{FF2B5EF4-FFF2-40B4-BE49-F238E27FC236}">
                <a16:creationId xmlns:a16="http://schemas.microsoft.com/office/drawing/2014/main" id="{12D35FC0-79B2-C7D7-D3F6-6BE6CAF31800}"/>
              </a:ext>
            </a:extLst>
          </p:cNvPr>
          <p:cNvSpPr txBox="1"/>
          <p:nvPr/>
        </p:nvSpPr>
        <p:spPr>
          <a:xfrm>
            <a:off x="9446781" y="4868115"/>
            <a:ext cx="135379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Print x*2 + 1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4259536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6091B6A-D115-EDA5-5934-0097C0DBF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C52B005-07F3-279D-F230-5A52421508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01D8883-44EC-89C2-1A00-AB3899245EFD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AF1DE06-C9E1-586C-19C1-D67D64F4054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24759E-AC85-3B50-8F66-298F6765620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36F96C2F-71CA-3409-3E73-A60C00F8D601}"/>
              </a:ext>
            </a:extLst>
          </p:cNvPr>
          <p:cNvGrpSpPr/>
          <p:nvPr/>
        </p:nvGrpSpPr>
        <p:grpSpPr>
          <a:xfrm>
            <a:off x="8016771" y="4783075"/>
            <a:ext cx="1173610" cy="737697"/>
            <a:chOff x="7024345" y="4739327"/>
            <a:chExt cx="1540665" cy="1477150"/>
          </a:xfrm>
          <a:solidFill>
            <a:schemeClr val="bg1">
              <a:lumMod val="65000"/>
            </a:schemeClr>
          </a:solidFill>
        </p:grpSpPr>
        <p:sp>
          <p:nvSpPr>
            <p:cNvPr id="9" name="Flowchart: Manual Operation 8">
              <a:extLst>
                <a:ext uri="{FF2B5EF4-FFF2-40B4-BE49-F238E27FC236}">
                  <a16:creationId xmlns:a16="http://schemas.microsoft.com/office/drawing/2014/main" id="{0EB48C99-B474-C3E2-28DC-FAE26EF58500}"/>
                </a:ext>
              </a:extLst>
            </p:cNvPr>
            <p:cNvSpPr/>
            <p:nvPr/>
          </p:nvSpPr>
          <p:spPr>
            <a:xfrm rot="16200000">
              <a:off x="6507153" y="5256519"/>
              <a:ext cx="1477150" cy="442765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3917167-33AF-F938-9B6C-47FAB8453463}"/>
                </a:ext>
              </a:extLst>
            </p:cNvPr>
            <p:cNvSpPr/>
            <p:nvPr/>
          </p:nvSpPr>
          <p:spPr>
            <a:xfrm>
              <a:off x="7465219" y="5036879"/>
              <a:ext cx="719137" cy="882491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Flowchart: Manual Operation 15">
              <a:extLst>
                <a:ext uri="{FF2B5EF4-FFF2-40B4-BE49-F238E27FC236}">
                  <a16:creationId xmlns:a16="http://schemas.microsoft.com/office/drawing/2014/main" id="{233BD6EF-A023-4CF4-346E-DB0090B636F1}"/>
                </a:ext>
              </a:extLst>
            </p:cNvPr>
            <p:cNvSpPr/>
            <p:nvPr/>
          </p:nvSpPr>
          <p:spPr>
            <a:xfrm rot="16200000" flipV="1">
              <a:off x="7636109" y="5287574"/>
              <a:ext cx="1477148" cy="380654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7E36010-6507-E952-4BDD-5A70EAEF7BBF}"/>
              </a:ext>
            </a:extLst>
          </p:cNvPr>
          <p:cNvCxnSpPr>
            <a:cxnSpLocks/>
          </p:cNvCxnSpPr>
          <p:nvPr/>
        </p:nvCxnSpPr>
        <p:spPr>
          <a:xfrm flipV="1">
            <a:off x="7250722" y="5201533"/>
            <a:ext cx="552470" cy="174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00303E5-CFEA-5417-067B-4989E7EBECCD}"/>
              </a:ext>
            </a:extLst>
          </p:cNvPr>
          <p:cNvCxnSpPr>
            <a:cxnSpLocks/>
          </p:cNvCxnSpPr>
          <p:nvPr/>
        </p:nvCxnSpPr>
        <p:spPr>
          <a:xfrm>
            <a:off x="9346222" y="5166932"/>
            <a:ext cx="505333" cy="28526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Google Shape;198;p20">
            <a:extLst>
              <a:ext uri="{FF2B5EF4-FFF2-40B4-BE49-F238E27FC236}">
                <a16:creationId xmlns:a16="http://schemas.microsoft.com/office/drawing/2014/main" id="{CA7BB4A3-F7A0-E2E2-FE1B-60A3EA8D803F}"/>
              </a:ext>
            </a:extLst>
          </p:cNvPr>
          <p:cNvSpPr txBox="1"/>
          <p:nvPr/>
        </p:nvSpPr>
        <p:spPr>
          <a:xfrm>
            <a:off x="8185410" y="4410286"/>
            <a:ext cx="135379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3809257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AA6DABA-F1BB-B784-A1C8-20399BE4C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AE1808E-26DB-264F-051A-42741A039D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3613EBD-5669-7183-2527-6FB2BC2CCFAE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Suppose we ran this: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9418831-65FA-73C0-A78B-F1D57A05A7E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20DC32A-9C21-39AB-1AF3-580B09E4DDB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57DF6898-F8BF-4B81-9116-6710F921B394}"/>
              </a:ext>
            </a:extLst>
          </p:cNvPr>
          <p:cNvGrpSpPr/>
          <p:nvPr/>
        </p:nvGrpSpPr>
        <p:grpSpPr>
          <a:xfrm>
            <a:off x="8016771" y="4783075"/>
            <a:ext cx="1173610" cy="737697"/>
            <a:chOff x="7024345" y="4739327"/>
            <a:chExt cx="1540665" cy="1477150"/>
          </a:xfrm>
          <a:solidFill>
            <a:schemeClr val="bg1">
              <a:lumMod val="65000"/>
            </a:schemeClr>
          </a:solidFill>
        </p:grpSpPr>
        <p:sp>
          <p:nvSpPr>
            <p:cNvPr id="9" name="Flowchart: Manual Operation 8">
              <a:extLst>
                <a:ext uri="{FF2B5EF4-FFF2-40B4-BE49-F238E27FC236}">
                  <a16:creationId xmlns:a16="http://schemas.microsoft.com/office/drawing/2014/main" id="{C6A0AE8E-1ECE-20A3-AE9D-57B9DBB714DE}"/>
                </a:ext>
              </a:extLst>
            </p:cNvPr>
            <p:cNvSpPr/>
            <p:nvPr/>
          </p:nvSpPr>
          <p:spPr>
            <a:xfrm rot="16200000">
              <a:off x="6507153" y="5256519"/>
              <a:ext cx="1477150" cy="442765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BEE6623-EF51-E14D-1632-C4A02DE26684}"/>
                </a:ext>
              </a:extLst>
            </p:cNvPr>
            <p:cNvSpPr/>
            <p:nvPr/>
          </p:nvSpPr>
          <p:spPr>
            <a:xfrm>
              <a:off x="7465219" y="5036879"/>
              <a:ext cx="719137" cy="882491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Flowchart: Manual Operation 11">
              <a:extLst>
                <a:ext uri="{FF2B5EF4-FFF2-40B4-BE49-F238E27FC236}">
                  <a16:creationId xmlns:a16="http://schemas.microsoft.com/office/drawing/2014/main" id="{8D3BC370-2CE6-00BB-88B5-FC071989D6C2}"/>
                </a:ext>
              </a:extLst>
            </p:cNvPr>
            <p:cNvSpPr/>
            <p:nvPr/>
          </p:nvSpPr>
          <p:spPr>
            <a:xfrm rot="16200000" flipV="1">
              <a:off x="7636109" y="5287574"/>
              <a:ext cx="1477148" cy="380654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59961D5-8C73-40CA-7480-9B0DFA9DB283}"/>
              </a:ext>
            </a:extLst>
          </p:cNvPr>
          <p:cNvCxnSpPr>
            <a:cxnSpLocks/>
          </p:cNvCxnSpPr>
          <p:nvPr/>
        </p:nvCxnSpPr>
        <p:spPr>
          <a:xfrm flipV="1">
            <a:off x="7250722" y="5201533"/>
            <a:ext cx="552470" cy="174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47189C7-7F12-94BD-2529-E9BA9000BE2D}"/>
              </a:ext>
            </a:extLst>
          </p:cNvPr>
          <p:cNvCxnSpPr>
            <a:cxnSpLocks/>
          </p:cNvCxnSpPr>
          <p:nvPr/>
        </p:nvCxnSpPr>
        <p:spPr>
          <a:xfrm>
            <a:off x="9346222" y="5166932"/>
            <a:ext cx="505333" cy="28526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198;p20">
            <a:extLst>
              <a:ext uri="{FF2B5EF4-FFF2-40B4-BE49-F238E27FC236}">
                <a16:creationId xmlns:a16="http://schemas.microsoft.com/office/drawing/2014/main" id="{212E96B3-ED09-2E55-BA05-5607D54193B5}"/>
              </a:ext>
            </a:extLst>
          </p:cNvPr>
          <p:cNvSpPr txBox="1"/>
          <p:nvPr/>
        </p:nvSpPr>
        <p:spPr>
          <a:xfrm>
            <a:off x="8185410" y="4410286"/>
            <a:ext cx="135379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4440155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5B4EB39-141F-4922-67B2-2EA21824A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F3F8697-5136-80C1-5E6C-21EFBFFDBA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507EB45-E350-8FE5-9289-B8594A3E8929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Suppose we ran this: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FDABC34-C446-2FCB-074E-F5AF0D1F47F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DBA9B30-3C95-A4F8-6EFF-1470489865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D474193-FF84-47A4-7A3D-0659A7CC8C8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96" t="65116" r="61016" b="28324"/>
          <a:stretch>
            <a:fillRect/>
          </a:stretch>
        </p:blipFill>
        <p:spPr>
          <a:xfrm>
            <a:off x="3742035" y="5298972"/>
            <a:ext cx="2850467" cy="45917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9B35A160-471C-724E-470E-DA7682C23B2D}"/>
              </a:ext>
            </a:extLst>
          </p:cNvPr>
          <p:cNvGrpSpPr/>
          <p:nvPr/>
        </p:nvGrpSpPr>
        <p:grpSpPr>
          <a:xfrm>
            <a:off x="8016771" y="4783075"/>
            <a:ext cx="1173610" cy="737697"/>
            <a:chOff x="7024345" y="4739327"/>
            <a:chExt cx="1540665" cy="1477150"/>
          </a:xfrm>
          <a:solidFill>
            <a:schemeClr val="bg1">
              <a:lumMod val="65000"/>
            </a:schemeClr>
          </a:solidFill>
        </p:grpSpPr>
        <p:sp>
          <p:nvSpPr>
            <p:cNvPr id="9" name="Flowchart: Manual Operation 8">
              <a:extLst>
                <a:ext uri="{FF2B5EF4-FFF2-40B4-BE49-F238E27FC236}">
                  <a16:creationId xmlns:a16="http://schemas.microsoft.com/office/drawing/2014/main" id="{ABA715A3-0643-8EC4-2ED8-9F704046C599}"/>
                </a:ext>
              </a:extLst>
            </p:cNvPr>
            <p:cNvSpPr/>
            <p:nvPr/>
          </p:nvSpPr>
          <p:spPr>
            <a:xfrm rot="16200000">
              <a:off x="6507153" y="5256519"/>
              <a:ext cx="1477150" cy="442765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AF56293-0582-8FB8-8F88-36C7B71D6050}"/>
                </a:ext>
              </a:extLst>
            </p:cNvPr>
            <p:cNvSpPr/>
            <p:nvPr/>
          </p:nvSpPr>
          <p:spPr>
            <a:xfrm>
              <a:off x="7465219" y="5036879"/>
              <a:ext cx="719137" cy="882491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Flowchart: Manual Operation 11">
              <a:extLst>
                <a:ext uri="{FF2B5EF4-FFF2-40B4-BE49-F238E27FC236}">
                  <a16:creationId xmlns:a16="http://schemas.microsoft.com/office/drawing/2014/main" id="{B63D693D-C026-B437-E8CD-7CB9C51265E4}"/>
                </a:ext>
              </a:extLst>
            </p:cNvPr>
            <p:cNvSpPr/>
            <p:nvPr/>
          </p:nvSpPr>
          <p:spPr>
            <a:xfrm rot="16200000" flipV="1">
              <a:off x="7636109" y="5287574"/>
              <a:ext cx="1477148" cy="380654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2162F25-B633-FA6E-78A8-BE80470A4663}"/>
              </a:ext>
            </a:extLst>
          </p:cNvPr>
          <p:cNvCxnSpPr>
            <a:cxnSpLocks/>
          </p:cNvCxnSpPr>
          <p:nvPr/>
        </p:nvCxnSpPr>
        <p:spPr>
          <a:xfrm flipV="1">
            <a:off x="7250722" y="5201533"/>
            <a:ext cx="552470" cy="174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FBED8E3-7CCF-E539-138A-9C70057BEAAB}"/>
              </a:ext>
            </a:extLst>
          </p:cNvPr>
          <p:cNvCxnSpPr>
            <a:cxnSpLocks/>
          </p:cNvCxnSpPr>
          <p:nvPr/>
        </p:nvCxnSpPr>
        <p:spPr>
          <a:xfrm>
            <a:off x="9346222" y="5166932"/>
            <a:ext cx="505333" cy="28526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198;p20">
            <a:extLst>
              <a:ext uri="{FF2B5EF4-FFF2-40B4-BE49-F238E27FC236}">
                <a16:creationId xmlns:a16="http://schemas.microsoft.com/office/drawing/2014/main" id="{88BBFAED-3B82-3B0B-A325-C34F8EA3E214}"/>
              </a:ext>
            </a:extLst>
          </p:cNvPr>
          <p:cNvSpPr txBox="1"/>
          <p:nvPr/>
        </p:nvSpPr>
        <p:spPr>
          <a:xfrm>
            <a:off x="8185410" y="4410286"/>
            <a:ext cx="135379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25884D-51E7-4D41-0733-5A77EC883F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838" t="35220" r="56315" b="61851"/>
          <a:stretch>
            <a:fillRect/>
          </a:stretch>
        </p:blipFill>
        <p:spPr>
          <a:xfrm>
            <a:off x="3742035" y="5520770"/>
            <a:ext cx="2811165" cy="23737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8705597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26B30F3-9679-10FF-1C53-5896240D8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DF2626E-4644-8862-3744-BACAF7EDB2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96BDBB1-60F6-B4B2-E853-004FB35B90B7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Suppose we ran this: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8FC7CE5-4C90-FFAD-2CC1-755F87DF725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23F51C7-BE13-EAAA-14FB-BC18A47FE7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3804E96-1731-D9B9-91C9-F7898A3B00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96" t="65116" r="61016" b="28324"/>
          <a:stretch>
            <a:fillRect/>
          </a:stretch>
        </p:blipFill>
        <p:spPr>
          <a:xfrm>
            <a:off x="3742035" y="5298972"/>
            <a:ext cx="2850467" cy="45917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3463A28-DAEA-BF6B-6D1B-28C9F802AD0E}"/>
              </a:ext>
            </a:extLst>
          </p:cNvPr>
          <p:cNvGrpSpPr/>
          <p:nvPr/>
        </p:nvGrpSpPr>
        <p:grpSpPr>
          <a:xfrm>
            <a:off x="8016771" y="4783075"/>
            <a:ext cx="1173610" cy="737697"/>
            <a:chOff x="7024345" y="4739327"/>
            <a:chExt cx="1540665" cy="1477150"/>
          </a:xfrm>
          <a:solidFill>
            <a:schemeClr val="bg1">
              <a:lumMod val="65000"/>
            </a:schemeClr>
          </a:solidFill>
        </p:grpSpPr>
        <p:sp>
          <p:nvSpPr>
            <p:cNvPr id="9" name="Flowchart: Manual Operation 8">
              <a:extLst>
                <a:ext uri="{FF2B5EF4-FFF2-40B4-BE49-F238E27FC236}">
                  <a16:creationId xmlns:a16="http://schemas.microsoft.com/office/drawing/2014/main" id="{928F8B47-1FAA-ADF1-A1AC-DC972BDD2A21}"/>
                </a:ext>
              </a:extLst>
            </p:cNvPr>
            <p:cNvSpPr/>
            <p:nvPr/>
          </p:nvSpPr>
          <p:spPr>
            <a:xfrm rot="16200000">
              <a:off x="6507153" y="5256519"/>
              <a:ext cx="1477150" cy="442765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45AD023-5605-2556-43F9-DE9BE38BB9EA}"/>
                </a:ext>
              </a:extLst>
            </p:cNvPr>
            <p:cNvSpPr/>
            <p:nvPr/>
          </p:nvSpPr>
          <p:spPr>
            <a:xfrm>
              <a:off x="7465219" y="5036879"/>
              <a:ext cx="719137" cy="882491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Flowchart: Manual Operation 11">
              <a:extLst>
                <a:ext uri="{FF2B5EF4-FFF2-40B4-BE49-F238E27FC236}">
                  <a16:creationId xmlns:a16="http://schemas.microsoft.com/office/drawing/2014/main" id="{12D660FA-739B-4B75-4A9D-C42195F83165}"/>
                </a:ext>
              </a:extLst>
            </p:cNvPr>
            <p:cNvSpPr/>
            <p:nvPr/>
          </p:nvSpPr>
          <p:spPr>
            <a:xfrm rot="16200000" flipV="1">
              <a:off x="7636109" y="5287574"/>
              <a:ext cx="1477148" cy="380654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5F7FABA-AD9C-E871-ACB0-AD91AA0A4660}"/>
              </a:ext>
            </a:extLst>
          </p:cNvPr>
          <p:cNvCxnSpPr>
            <a:cxnSpLocks/>
          </p:cNvCxnSpPr>
          <p:nvPr/>
        </p:nvCxnSpPr>
        <p:spPr>
          <a:xfrm flipV="1">
            <a:off x="7250722" y="5201533"/>
            <a:ext cx="552470" cy="174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E004D65-A1B7-C7D1-7AD7-09456218F318}"/>
              </a:ext>
            </a:extLst>
          </p:cNvPr>
          <p:cNvCxnSpPr>
            <a:cxnSpLocks/>
          </p:cNvCxnSpPr>
          <p:nvPr/>
        </p:nvCxnSpPr>
        <p:spPr>
          <a:xfrm>
            <a:off x="9346222" y="5166932"/>
            <a:ext cx="505333" cy="28526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198;p20">
            <a:extLst>
              <a:ext uri="{FF2B5EF4-FFF2-40B4-BE49-F238E27FC236}">
                <a16:creationId xmlns:a16="http://schemas.microsoft.com/office/drawing/2014/main" id="{F8EE040C-0A54-0AE0-517D-649620C28FCA}"/>
              </a:ext>
            </a:extLst>
          </p:cNvPr>
          <p:cNvSpPr txBox="1"/>
          <p:nvPr/>
        </p:nvSpPr>
        <p:spPr>
          <a:xfrm>
            <a:off x="8185410" y="4410286"/>
            <a:ext cx="135379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7578718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4A3366D-83FF-E96F-9F6F-2C940D4D9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E822283-241C-3BF7-D15F-8BA4B3A0B1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F15AAA1-B616-4699-6994-8A3BCC10D791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Suppose we ran this: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43709B9-966A-1425-67BF-B97054994AF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906FC2B-6C90-E4E7-EA90-BB0BF9FE53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A19DE57-94ED-79E6-DA92-24D0690F2E2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96" t="65116" r="61016" b="28324"/>
          <a:stretch>
            <a:fillRect/>
          </a:stretch>
        </p:blipFill>
        <p:spPr>
          <a:xfrm>
            <a:off x="3742035" y="5298972"/>
            <a:ext cx="2850467" cy="4591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E2517B0C-C374-D0D3-7859-D572C2C5BA16}"/>
              </a:ext>
            </a:extLst>
          </p:cNvPr>
          <p:cNvSpPr txBox="1"/>
          <p:nvPr/>
        </p:nvSpPr>
        <p:spPr>
          <a:xfrm>
            <a:off x="6866822" y="2080658"/>
            <a:ext cx="4250749" cy="14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will run the code inside the function, but with x replaced by k. 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433E7CD-CBF4-836F-F69A-D9C709E4D1B2}"/>
              </a:ext>
            </a:extLst>
          </p:cNvPr>
          <p:cNvGrpSpPr/>
          <p:nvPr/>
        </p:nvGrpSpPr>
        <p:grpSpPr>
          <a:xfrm>
            <a:off x="8016771" y="4783075"/>
            <a:ext cx="1173610" cy="737697"/>
            <a:chOff x="7024345" y="4739327"/>
            <a:chExt cx="1540665" cy="1477150"/>
          </a:xfrm>
          <a:solidFill>
            <a:schemeClr val="bg1">
              <a:lumMod val="65000"/>
            </a:schemeClr>
          </a:solidFill>
        </p:grpSpPr>
        <p:sp>
          <p:nvSpPr>
            <p:cNvPr id="9" name="Flowchart: Manual Operation 8">
              <a:extLst>
                <a:ext uri="{FF2B5EF4-FFF2-40B4-BE49-F238E27FC236}">
                  <a16:creationId xmlns:a16="http://schemas.microsoft.com/office/drawing/2014/main" id="{817421F7-E63C-4B37-8D4C-0C7BF56BDFD6}"/>
                </a:ext>
              </a:extLst>
            </p:cNvPr>
            <p:cNvSpPr/>
            <p:nvPr/>
          </p:nvSpPr>
          <p:spPr>
            <a:xfrm rot="16200000">
              <a:off x="6507153" y="5256519"/>
              <a:ext cx="1477150" cy="442765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D48C112-881F-B811-60B0-4CE29AEB3AD0}"/>
                </a:ext>
              </a:extLst>
            </p:cNvPr>
            <p:cNvSpPr/>
            <p:nvPr/>
          </p:nvSpPr>
          <p:spPr>
            <a:xfrm>
              <a:off x="7465219" y="5036879"/>
              <a:ext cx="719137" cy="882491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Flowchart: Manual Operation 11">
              <a:extLst>
                <a:ext uri="{FF2B5EF4-FFF2-40B4-BE49-F238E27FC236}">
                  <a16:creationId xmlns:a16="http://schemas.microsoft.com/office/drawing/2014/main" id="{E7146A9E-9C1F-6766-BB26-829F7E599F66}"/>
                </a:ext>
              </a:extLst>
            </p:cNvPr>
            <p:cNvSpPr/>
            <p:nvPr/>
          </p:nvSpPr>
          <p:spPr>
            <a:xfrm rot="16200000" flipV="1">
              <a:off x="7636109" y="5287574"/>
              <a:ext cx="1477148" cy="380654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1152E51-B026-EFD2-0E46-CFFDE2C72414}"/>
              </a:ext>
            </a:extLst>
          </p:cNvPr>
          <p:cNvCxnSpPr>
            <a:cxnSpLocks/>
          </p:cNvCxnSpPr>
          <p:nvPr/>
        </p:nvCxnSpPr>
        <p:spPr>
          <a:xfrm flipV="1">
            <a:off x="7250722" y="5201533"/>
            <a:ext cx="552470" cy="174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283DBE5-CE0B-AE09-93FD-6A393F827947}"/>
              </a:ext>
            </a:extLst>
          </p:cNvPr>
          <p:cNvCxnSpPr>
            <a:cxnSpLocks/>
          </p:cNvCxnSpPr>
          <p:nvPr/>
        </p:nvCxnSpPr>
        <p:spPr>
          <a:xfrm>
            <a:off x="9346222" y="5166932"/>
            <a:ext cx="505333" cy="28526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198;p20">
            <a:extLst>
              <a:ext uri="{FF2B5EF4-FFF2-40B4-BE49-F238E27FC236}">
                <a16:creationId xmlns:a16="http://schemas.microsoft.com/office/drawing/2014/main" id="{1F7B4E02-F10B-D15E-47DF-2A67CC90D813}"/>
              </a:ext>
            </a:extLst>
          </p:cNvPr>
          <p:cNvSpPr txBox="1"/>
          <p:nvPr/>
        </p:nvSpPr>
        <p:spPr>
          <a:xfrm>
            <a:off x="8185410" y="4410286"/>
            <a:ext cx="135379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449525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D23749F-6038-BB1F-2EB2-58BF7B9DA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712A252-A5B5-E1D0-6DC2-5E46D87AC1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7F3694D-B8DC-8F67-03F2-8E68ADFB8FFB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Suppose we ran this: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891764F-4523-53A4-F25F-E216D84AD1A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692805-AABF-BD3D-3F4A-AB423B9066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14C55FA-6C4B-FAA2-DF34-798ED75214F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96" t="65116" r="61016" b="28324"/>
          <a:stretch>
            <a:fillRect/>
          </a:stretch>
        </p:blipFill>
        <p:spPr>
          <a:xfrm>
            <a:off x="3742035" y="5298972"/>
            <a:ext cx="2850467" cy="4591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Google Shape;136;p17">
            <a:extLst>
              <a:ext uri="{FF2B5EF4-FFF2-40B4-BE49-F238E27FC236}">
                <a16:creationId xmlns:a16="http://schemas.microsoft.com/office/drawing/2014/main" id="{336955AC-F46B-C885-7B34-59E3B0062CD9}"/>
              </a:ext>
            </a:extLst>
          </p:cNvPr>
          <p:cNvSpPr/>
          <p:nvPr/>
        </p:nvSpPr>
        <p:spPr>
          <a:xfrm>
            <a:off x="5446015" y="3171615"/>
            <a:ext cx="304800" cy="34311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A2F3B200-B5B7-6C45-A1A6-A4BA12C558ED}"/>
              </a:ext>
            </a:extLst>
          </p:cNvPr>
          <p:cNvSpPr txBox="1"/>
          <p:nvPr/>
        </p:nvSpPr>
        <p:spPr>
          <a:xfrm>
            <a:off x="6866822" y="2080658"/>
            <a:ext cx="4250749" cy="14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will run the code inside the function, but with x replaced by k. 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F130AAE-7874-DB15-9F9D-832464F74367}"/>
              </a:ext>
            </a:extLst>
          </p:cNvPr>
          <p:cNvGrpSpPr/>
          <p:nvPr/>
        </p:nvGrpSpPr>
        <p:grpSpPr>
          <a:xfrm>
            <a:off x="8016771" y="4783075"/>
            <a:ext cx="1173610" cy="737697"/>
            <a:chOff x="7024345" y="4739327"/>
            <a:chExt cx="1540665" cy="1477150"/>
          </a:xfrm>
          <a:solidFill>
            <a:schemeClr val="bg1">
              <a:lumMod val="65000"/>
            </a:schemeClr>
          </a:solidFill>
        </p:grpSpPr>
        <p:sp>
          <p:nvSpPr>
            <p:cNvPr id="9" name="Flowchart: Manual Operation 8">
              <a:extLst>
                <a:ext uri="{FF2B5EF4-FFF2-40B4-BE49-F238E27FC236}">
                  <a16:creationId xmlns:a16="http://schemas.microsoft.com/office/drawing/2014/main" id="{2790F9EF-A316-E44F-6B26-642F15587D30}"/>
                </a:ext>
              </a:extLst>
            </p:cNvPr>
            <p:cNvSpPr/>
            <p:nvPr/>
          </p:nvSpPr>
          <p:spPr>
            <a:xfrm rot="16200000">
              <a:off x="6507153" y="5256519"/>
              <a:ext cx="1477150" cy="442765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DBDE12D-DC3C-1386-46DA-CA6463C95898}"/>
                </a:ext>
              </a:extLst>
            </p:cNvPr>
            <p:cNvSpPr/>
            <p:nvPr/>
          </p:nvSpPr>
          <p:spPr>
            <a:xfrm>
              <a:off x="7465219" y="5036879"/>
              <a:ext cx="719137" cy="882491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Flowchart: Manual Operation 11">
              <a:extLst>
                <a:ext uri="{FF2B5EF4-FFF2-40B4-BE49-F238E27FC236}">
                  <a16:creationId xmlns:a16="http://schemas.microsoft.com/office/drawing/2014/main" id="{08C532F4-DB8C-E8E2-0ED3-F6262DE01EF4}"/>
                </a:ext>
              </a:extLst>
            </p:cNvPr>
            <p:cNvSpPr/>
            <p:nvPr/>
          </p:nvSpPr>
          <p:spPr>
            <a:xfrm rot="16200000" flipV="1">
              <a:off x="7636109" y="5287574"/>
              <a:ext cx="1477148" cy="380654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959A284-1DB7-E2F8-FDC7-1D77980C0863}"/>
              </a:ext>
            </a:extLst>
          </p:cNvPr>
          <p:cNvCxnSpPr>
            <a:cxnSpLocks/>
          </p:cNvCxnSpPr>
          <p:nvPr/>
        </p:nvCxnSpPr>
        <p:spPr>
          <a:xfrm flipV="1">
            <a:off x="7250722" y="5201533"/>
            <a:ext cx="552470" cy="174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8578EA1-C653-1A45-3E83-4F35085FBE15}"/>
              </a:ext>
            </a:extLst>
          </p:cNvPr>
          <p:cNvCxnSpPr>
            <a:cxnSpLocks/>
          </p:cNvCxnSpPr>
          <p:nvPr/>
        </p:nvCxnSpPr>
        <p:spPr>
          <a:xfrm>
            <a:off x="9346222" y="5166932"/>
            <a:ext cx="505333" cy="28526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198;p20">
            <a:extLst>
              <a:ext uri="{FF2B5EF4-FFF2-40B4-BE49-F238E27FC236}">
                <a16:creationId xmlns:a16="http://schemas.microsoft.com/office/drawing/2014/main" id="{40CEB37A-1B63-1EC6-1D8C-3C082ABD164F}"/>
              </a:ext>
            </a:extLst>
          </p:cNvPr>
          <p:cNvSpPr txBox="1"/>
          <p:nvPr/>
        </p:nvSpPr>
        <p:spPr>
          <a:xfrm>
            <a:off x="8185410" y="4410286"/>
            <a:ext cx="135379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762416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90D2D5C-7308-87DA-1059-4EDE4D270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477A046-0FAF-D0E3-3175-46DB4716E3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B827FEC-1390-256E-5B97-57B7F74DD81E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Suppose we ran this: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F943A30-DB34-D704-53BC-6F93E46A38E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40F5D9A-EAFF-AE27-0C06-8C83D8BE2E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2B44AF9-C851-CA17-6A57-FB5CC44E13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96" t="65116" r="61016" b="28324"/>
          <a:stretch>
            <a:fillRect/>
          </a:stretch>
        </p:blipFill>
        <p:spPr>
          <a:xfrm>
            <a:off x="3742035" y="5298972"/>
            <a:ext cx="2850467" cy="4591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Google Shape;136;p17">
            <a:extLst>
              <a:ext uri="{FF2B5EF4-FFF2-40B4-BE49-F238E27FC236}">
                <a16:creationId xmlns:a16="http://schemas.microsoft.com/office/drawing/2014/main" id="{9863CA2F-1DE8-3D4D-40ED-0C2A0D9D5B11}"/>
              </a:ext>
            </a:extLst>
          </p:cNvPr>
          <p:cNvSpPr/>
          <p:nvPr/>
        </p:nvSpPr>
        <p:spPr>
          <a:xfrm>
            <a:off x="5446015" y="3171615"/>
            <a:ext cx="304800" cy="34311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136;p17">
            <a:extLst>
              <a:ext uri="{FF2B5EF4-FFF2-40B4-BE49-F238E27FC236}">
                <a16:creationId xmlns:a16="http://schemas.microsoft.com/office/drawing/2014/main" id="{29056D7D-B926-0408-709D-68324DCFDFB0}"/>
              </a:ext>
            </a:extLst>
          </p:cNvPr>
          <p:cNvSpPr/>
          <p:nvPr/>
        </p:nvSpPr>
        <p:spPr>
          <a:xfrm>
            <a:off x="6294138" y="5460744"/>
            <a:ext cx="298363" cy="297398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454F8D73-D187-F919-6008-56E17CF1B345}"/>
              </a:ext>
            </a:extLst>
          </p:cNvPr>
          <p:cNvSpPr txBox="1"/>
          <p:nvPr/>
        </p:nvSpPr>
        <p:spPr>
          <a:xfrm>
            <a:off x="6866822" y="2080658"/>
            <a:ext cx="4250749" cy="14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will run the code inside the function, but with x replaced by k. 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03E5C46-84BB-42D1-13EB-A5591B1ECDB7}"/>
              </a:ext>
            </a:extLst>
          </p:cNvPr>
          <p:cNvGrpSpPr/>
          <p:nvPr/>
        </p:nvGrpSpPr>
        <p:grpSpPr>
          <a:xfrm>
            <a:off x="8016771" y="4783075"/>
            <a:ext cx="1173610" cy="737697"/>
            <a:chOff x="7024345" y="4739327"/>
            <a:chExt cx="1540665" cy="1477150"/>
          </a:xfrm>
          <a:solidFill>
            <a:schemeClr val="bg1">
              <a:lumMod val="65000"/>
            </a:schemeClr>
          </a:solidFill>
        </p:grpSpPr>
        <p:sp>
          <p:nvSpPr>
            <p:cNvPr id="9" name="Flowchart: Manual Operation 8">
              <a:extLst>
                <a:ext uri="{FF2B5EF4-FFF2-40B4-BE49-F238E27FC236}">
                  <a16:creationId xmlns:a16="http://schemas.microsoft.com/office/drawing/2014/main" id="{6FFC37B2-C25F-4FAE-3B73-9CF7C0249F5C}"/>
                </a:ext>
              </a:extLst>
            </p:cNvPr>
            <p:cNvSpPr/>
            <p:nvPr/>
          </p:nvSpPr>
          <p:spPr>
            <a:xfrm rot="16200000">
              <a:off x="6507153" y="5256519"/>
              <a:ext cx="1477150" cy="442765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FD8C04C-B351-6BB8-2B85-DF491F00F63A}"/>
                </a:ext>
              </a:extLst>
            </p:cNvPr>
            <p:cNvSpPr/>
            <p:nvPr/>
          </p:nvSpPr>
          <p:spPr>
            <a:xfrm>
              <a:off x="7465219" y="5036879"/>
              <a:ext cx="719137" cy="882491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Flowchart: Manual Operation 11">
              <a:extLst>
                <a:ext uri="{FF2B5EF4-FFF2-40B4-BE49-F238E27FC236}">
                  <a16:creationId xmlns:a16="http://schemas.microsoft.com/office/drawing/2014/main" id="{9D70E3D9-E389-5074-D14B-ABC1C1635CBA}"/>
                </a:ext>
              </a:extLst>
            </p:cNvPr>
            <p:cNvSpPr/>
            <p:nvPr/>
          </p:nvSpPr>
          <p:spPr>
            <a:xfrm rot="16200000" flipV="1">
              <a:off x="7636109" y="5287574"/>
              <a:ext cx="1477148" cy="380654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5FDACBF-4DD5-94A5-00A6-13752F2F2ABF}"/>
              </a:ext>
            </a:extLst>
          </p:cNvPr>
          <p:cNvCxnSpPr>
            <a:cxnSpLocks/>
          </p:cNvCxnSpPr>
          <p:nvPr/>
        </p:nvCxnSpPr>
        <p:spPr>
          <a:xfrm flipV="1">
            <a:off x="7250722" y="5201533"/>
            <a:ext cx="552470" cy="174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8A3FA49-09F2-89EB-93C8-007FD59C69F3}"/>
              </a:ext>
            </a:extLst>
          </p:cNvPr>
          <p:cNvCxnSpPr>
            <a:cxnSpLocks/>
          </p:cNvCxnSpPr>
          <p:nvPr/>
        </p:nvCxnSpPr>
        <p:spPr>
          <a:xfrm>
            <a:off x="9346222" y="5166932"/>
            <a:ext cx="505333" cy="28526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198;p20">
            <a:extLst>
              <a:ext uri="{FF2B5EF4-FFF2-40B4-BE49-F238E27FC236}">
                <a16:creationId xmlns:a16="http://schemas.microsoft.com/office/drawing/2014/main" id="{8098A0BE-3DEF-CFFB-4A49-C6739E60F914}"/>
              </a:ext>
            </a:extLst>
          </p:cNvPr>
          <p:cNvSpPr txBox="1"/>
          <p:nvPr/>
        </p:nvSpPr>
        <p:spPr>
          <a:xfrm>
            <a:off x="8185410" y="4410286"/>
            <a:ext cx="135379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8733620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0474C06-A46B-853B-C793-D2D30A506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D92E7BB-0BFF-FD28-8A8B-2F7C548797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7F8523D-3CF6-A040-4EFD-56A18E49D67D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Suppose we ran this: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1D66484-4286-41B2-6DCA-9AB277FF292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E0BAD6A-8197-763C-B0B5-02F684009F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D855AE1-EC9D-1E57-973C-3494D07C7A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96" t="65116" r="61016" b="28324"/>
          <a:stretch>
            <a:fillRect/>
          </a:stretch>
        </p:blipFill>
        <p:spPr>
          <a:xfrm>
            <a:off x="3742035" y="5298972"/>
            <a:ext cx="2850467" cy="4591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9B9C778E-255B-4CEB-AA43-7298BCDEA150}"/>
              </a:ext>
            </a:extLst>
          </p:cNvPr>
          <p:cNvSpPr txBox="1"/>
          <p:nvPr/>
        </p:nvSpPr>
        <p:spPr>
          <a:xfrm>
            <a:off x="6866822" y="2080658"/>
            <a:ext cx="4250749" cy="14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will run the code inside the function, but with x replaced by k. 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C2D7C09-5924-62AD-085C-53FA481CFEC5}"/>
              </a:ext>
            </a:extLst>
          </p:cNvPr>
          <p:cNvGrpSpPr/>
          <p:nvPr/>
        </p:nvGrpSpPr>
        <p:grpSpPr>
          <a:xfrm>
            <a:off x="8016771" y="4783075"/>
            <a:ext cx="1173610" cy="737697"/>
            <a:chOff x="7024345" y="4739327"/>
            <a:chExt cx="1540665" cy="1477150"/>
          </a:xfrm>
          <a:solidFill>
            <a:schemeClr val="bg1">
              <a:lumMod val="65000"/>
            </a:schemeClr>
          </a:solidFill>
        </p:grpSpPr>
        <p:sp>
          <p:nvSpPr>
            <p:cNvPr id="9" name="Flowchart: Manual Operation 8">
              <a:extLst>
                <a:ext uri="{FF2B5EF4-FFF2-40B4-BE49-F238E27FC236}">
                  <a16:creationId xmlns:a16="http://schemas.microsoft.com/office/drawing/2014/main" id="{CA64B786-9E38-BA6E-F63C-43A3702EC9D0}"/>
                </a:ext>
              </a:extLst>
            </p:cNvPr>
            <p:cNvSpPr/>
            <p:nvPr/>
          </p:nvSpPr>
          <p:spPr>
            <a:xfrm rot="16200000">
              <a:off x="6507153" y="5256519"/>
              <a:ext cx="1477150" cy="442765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6234C34-025F-C9CC-7071-739E4D2B55CB}"/>
                </a:ext>
              </a:extLst>
            </p:cNvPr>
            <p:cNvSpPr/>
            <p:nvPr/>
          </p:nvSpPr>
          <p:spPr>
            <a:xfrm>
              <a:off x="7465219" y="5036879"/>
              <a:ext cx="719137" cy="882491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Flowchart: Manual Operation 11">
              <a:extLst>
                <a:ext uri="{FF2B5EF4-FFF2-40B4-BE49-F238E27FC236}">
                  <a16:creationId xmlns:a16="http://schemas.microsoft.com/office/drawing/2014/main" id="{8E22F8FE-2347-D5B8-01D3-532EB15A60F3}"/>
                </a:ext>
              </a:extLst>
            </p:cNvPr>
            <p:cNvSpPr/>
            <p:nvPr/>
          </p:nvSpPr>
          <p:spPr>
            <a:xfrm rot="16200000" flipV="1">
              <a:off x="7636109" y="5287574"/>
              <a:ext cx="1477148" cy="380654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D61C17C-7349-1D1D-3C4A-59120C0A45AA}"/>
              </a:ext>
            </a:extLst>
          </p:cNvPr>
          <p:cNvCxnSpPr>
            <a:cxnSpLocks/>
          </p:cNvCxnSpPr>
          <p:nvPr/>
        </p:nvCxnSpPr>
        <p:spPr>
          <a:xfrm flipV="1">
            <a:off x="7250722" y="5201533"/>
            <a:ext cx="552470" cy="174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2906A1D-7184-D19D-33A6-B2F9471AFAAC}"/>
              </a:ext>
            </a:extLst>
          </p:cNvPr>
          <p:cNvCxnSpPr>
            <a:cxnSpLocks/>
          </p:cNvCxnSpPr>
          <p:nvPr/>
        </p:nvCxnSpPr>
        <p:spPr>
          <a:xfrm>
            <a:off x="9346222" y="5166932"/>
            <a:ext cx="505333" cy="28526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198;p20">
            <a:extLst>
              <a:ext uri="{FF2B5EF4-FFF2-40B4-BE49-F238E27FC236}">
                <a16:creationId xmlns:a16="http://schemas.microsoft.com/office/drawing/2014/main" id="{8E69108D-F0E4-1420-E951-7CE4471A55E4}"/>
              </a:ext>
            </a:extLst>
          </p:cNvPr>
          <p:cNvSpPr txBox="1"/>
          <p:nvPr/>
        </p:nvSpPr>
        <p:spPr>
          <a:xfrm>
            <a:off x="8185410" y="4410286"/>
            <a:ext cx="135379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9169894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5A5FD66-D412-6BC7-A3AB-0939CC823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F8A83F6-644D-E19E-8EF8-262400A15D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219C6F6-E9EA-2F22-E750-CC1CB179E2B7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Suppose we ran this: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639656B-9D82-DDCA-C7B7-9F43CCA9CEF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40D3FA8-7018-D76D-9EBF-CA8C62F562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1A999C1-2672-5A24-FF50-59EA914802D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96" t="65116" r="61016" b="28324"/>
          <a:stretch>
            <a:fillRect/>
          </a:stretch>
        </p:blipFill>
        <p:spPr>
          <a:xfrm>
            <a:off x="3742035" y="5298972"/>
            <a:ext cx="2850467" cy="4591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5C8B726B-4904-A8D1-0CA8-0BE9AA145F49}"/>
              </a:ext>
            </a:extLst>
          </p:cNvPr>
          <p:cNvSpPr txBox="1"/>
          <p:nvPr/>
        </p:nvSpPr>
        <p:spPr>
          <a:xfrm>
            <a:off x="6866822" y="2080658"/>
            <a:ext cx="4250749" cy="14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will run the code inside the function, but with x replaced by k: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7D942A6-893F-21B6-1CC3-6807398AE0BF}"/>
              </a:ext>
            </a:extLst>
          </p:cNvPr>
          <p:cNvGrpSpPr/>
          <p:nvPr/>
        </p:nvGrpSpPr>
        <p:grpSpPr>
          <a:xfrm>
            <a:off x="8016771" y="4783075"/>
            <a:ext cx="1173610" cy="737697"/>
            <a:chOff x="7024345" y="4739327"/>
            <a:chExt cx="1540665" cy="1477150"/>
          </a:xfrm>
          <a:solidFill>
            <a:schemeClr val="bg1">
              <a:lumMod val="65000"/>
            </a:schemeClr>
          </a:solidFill>
        </p:grpSpPr>
        <p:sp>
          <p:nvSpPr>
            <p:cNvPr id="9" name="Flowchart: Manual Operation 8">
              <a:extLst>
                <a:ext uri="{FF2B5EF4-FFF2-40B4-BE49-F238E27FC236}">
                  <a16:creationId xmlns:a16="http://schemas.microsoft.com/office/drawing/2014/main" id="{27CEA83D-6592-4E81-1C9C-7CC6196A629B}"/>
                </a:ext>
              </a:extLst>
            </p:cNvPr>
            <p:cNvSpPr/>
            <p:nvPr/>
          </p:nvSpPr>
          <p:spPr>
            <a:xfrm rot="16200000">
              <a:off x="6507153" y="5256519"/>
              <a:ext cx="1477150" cy="442765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128340C-27EF-BEA6-1413-D0A3E9C520EF}"/>
                </a:ext>
              </a:extLst>
            </p:cNvPr>
            <p:cNvSpPr/>
            <p:nvPr/>
          </p:nvSpPr>
          <p:spPr>
            <a:xfrm>
              <a:off x="7465219" y="5036879"/>
              <a:ext cx="719137" cy="882491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Flowchart: Manual Operation 11">
              <a:extLst>
                <a:ext uri="{FF2B5EF4-FFF2-40B4-BE49-F238E27FC236}">
                  <a16:creationId xmlns:a16="http://schemas.microsoft.com/office/drawing/2014/main" id="{581CDE31-DDF3-A538-F252-CBC0D209935A}"/>
                </a:ext>
              </a:extLst>
            </p:cNvPr>
            <p:cNvSpPr/>
            <p:nvPr/>
          </p:nvSpPr>
          <p:spPr>
            <a:xfrm rot="16200000" flipV="1">
              <a:off x="7636109" y="5287574"/>
              <a:ext cx="1477148" cy="380654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175FD7C-F1C9-7471-DCB0-2E46278F0C06}"/>
              </a:ext>
            </a:extLst>
          </p:cNvPr>
          <p:cNvCxnSpPr>
            <a:cxnSpLocks/>
          </p:cNvCxnSpPr>
          <p:nvPr/>
        </p:nvCxnSpPr>
        <p:spPr>
          <a:xfrm flipV="1">
            <a:off x="7250722" y="5201533"/>
            <a:ext cx="552470" cy="174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CE8FB9C-764E-FF33-F6D9-79B6CA85E984}"/>
              </a:ext>
            </a:extLst>
          </p:cNvPr>
          <p:cNvCxnSpPr>
            <a:cxnSpLocks/>
          </p:cNvCxnSpPr>
          <p:nvPr/>
        </p:nvCxnSpPr>
        <p:spPr>
          <a:xfrm>
            <a:off x="9346222" y="5166932"/>
            <a:ext cx="505333" cy="28526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198;p20">
            <a:extLst>
              <a:ext uri="{FF2B5EF4-FFF2-40B4-BE49-F238E27FC236}">
                <a16:creationId xmlns:a16="http://schemas.microsoft.com/office/drawing/2014/main" id="{7CB3D253-B997-BAE6-5F01-93CCC2562D06}"/>
              </a:ext>
            </a:extLst>
          </p:cNvPr>
          <p:cNvSpPr txBox="1"/>
          <p:nvPr/>
        </p:nvSpPr>
        <p:spPr>
          <a:xfrm>
            <a:off x="8185410" y="4410286"/>
            <a:ext cx="135379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953969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E25AD93-29A1-3442-7DE2-1CF7FA425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5FA714A-0E32-59F3-7000-79D47DA36F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C5C70CC-62BA-582E-A0F7-306772992C87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Suppose we ran this: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24B4BAE-470C-C704-D01E-435949210DD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EBEADBF-AD90-8E95-3360-95EC7AE9BA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BCEAC15-C260-18DF-8374-8F7AE970CA1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96" t="65116" r="61016" b="28324"/>
          <a:stretch>
            <a:fillRect/>
          </a:stretch>
        </p:blipFill>
        <p:spPr>
          <a:xfrm>
            <a:off x="3742035" y="5298972"/>
            <a:ext cx="2850467" cy="4591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045CBD94-1F6B-AB71-684E-01D08679A6CE}"/>
              </a:ext>
            </a:extLst>
          </p:cNvPr>
          <p:cNvSpPr txBox="1"/>
          <p:nvPr/>
        </p:nvSpPr>
        <p:spPr>
          <a:xfrm>
            <a:off x="6866822" y="2080658"/>
            <a:ext cx="4250749" cy="14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will run the code inside the function, but with x replaced by k: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136;p17">
            <a:extLst>
              <a:ext uri="{FF2B5EF4-FFF2-40B4-BE49-F238E27FC236}">
                <a16:creationId xmlns:a16="http://schemas.microsoft.com/office/drawing/2014/main" id="{8AEC404A-9D2F-534B-75F3-052B24181A0C}"/>
              </a:ext>
            </a:extLst>
          </p:cNvPr>
          <p:cNvSpPr/>
          <p:nvPr/>
        </p:nvSpPr>
        <p:spPr>
          <a:xfrm>
            <a:off x="2487569" y="3949831"/>
            <a:ext cx="1650797" cy="32051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673DCA0-0BFA-95BD-4D63-EE74299E0F46}"/>
              </a:ext>
            </a:extLst>
          </p:cNvPr>
          <p:cNvGrpSpPr/>
          <p:nvPr/>
        </p:nvGrpSpPr>
        <p:grpSpPr>
          <a:xfrm>
            <a:off x="8016771" y="4783075"/>
            <a:ext cx="1173610" cy="737697"/>
            <a:chOff x="7024345" y="4739327"/>
            <a:chExt cx="1540665" cy="1477150"/>
          </a:xfrm>
          <a:solidFill>
            <a:schemeClr val="bg1">
              <a:lumMod val="65000"/>
            </a:schemeClr>
          </a:solidFill>
        </p:grpSpPr>
        <p:sp>
          <p:nvSpPr>
            <p:cNvPr id="9" name="Flowchart: Manual Operation 8">
              <a:extLst>
                <a:ext uri="{FF2B5EF4-FFF2-40B4-BE49-F238E27FC236}">
                  <a16:creationId xmlns:a16="http://schemas.microsoft.com/office/drawing/2014/main" id="{7821C532-16EC-9977-B4A5-7A437BEF80CB}"/>
                </a:ext>
              </a:extLst>
            </p:cNvPr>
            <p:cNvSpPr/>
            <p:nvPr/>
          </p:nvSpPr>
          <p:spPr>
            <a:xfrm rot="16200000">
              <a:off x="6507153" y="5256519"/>
              <a:ext cx="1477150" cy="442765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7CCD83C-7CE2-41BC-4673-F9E24B4C8A3A}"/>
                </a:ext>
              </a:extLst>
            </p:cNvPr>
            <p:cNvSpPr/>
            <p:nvPr/>
          </p:nvSpPr>
          <p:spPr>
            <a:xfrm>
              <a:off x="7465219" y="5036879"/>
              <a:ext cx="719137" cy="882491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Flowchart: Manual Operation 11">
              <a:extLst>
                <a:ext uri="{FF2B5EF4-FFF2-40B4-BE49-F238E27FC236}">
                  <a16:creationId xmlns:a16="http://schemas.microsoft.com/office/drawing/2014/main" id="{1EC337EB-0314-5BB1-A424-D67F7EFB159F}"/>
                </a:ext>
              </a:extLst>
            </p:cNvPr>
            <p:cNvSpPr/>
            <p:nvPr/>
          </p:nvSpPr>
          <p:spPr>
            <a:xfrm rot="16200000" flipV="1">
              <a:off x="7636109" y="5287574"/>
              <a:ext cx="1477148" cy="380654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C296B43-AA33-4BBC-996D-44B00A5519B9}"/>
              </a:ext>
            </a:extLst>
          </p:cNvPr>
          <p:cNvCxnSpPr>
            <a:cxnSpLocks/>
          </p:cNvCxnSpPr>
          <p:nvPr/>
        </p:nvCxnSpPr>
        <p:spPr>
          <a:xfrm flipV="1">
            <a:off x="7250722" y="5201533"/>
            <a:ext cx="552470" cy="174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32EB08A-98C1-4856-F773-5084AB4FF609}"/>
              </a:ext>
            </a:extLst>
          </p:cNvPr>
          <p:cNvCxnSpPr>
            <a:cxnSpLocks/>
          </p:cNvCxnSpPr>
          <p:nvPr/>
        </p:nvCxnSpPr>
        <p:spPr>
          <a:xfrm>
            <a:off x="9346222" y="5166932"/>
            <a:ext cx="505333" cy="28526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198;p20">
            <a:extLst>
              <a:ext uri="{FF2B5EF4-FFF2-40B4-BE49-F238E27FC236}">
                <a16:creationId xmlns:a16="http://schemas.microsoft.com/office/drawing/2014/main" id="{B42E3F12-3855-41A9-59F4-F94F9F03FA94}"/>
              </a:ext>
            </a:extLst>
          </p:cNvPr>
          <p:cNvSpPr txBox="1"/>
          <p:nvPr/>
        </p:nvSpPr>
        <p:spPr>
          <a:xfrm>
            <a:off x="8185410" y="4410286"/>
            <a:ext cx="135379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4756965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40153F1-9DDB-F955-9FB9-F675BA7AD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32B0418-12FD-7F0A-7096-2B0BFE3E54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DBC83E3-D2E6-664F-E298-EA63F907C591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Suppose we ran this: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427F0FF-5265-9D45-B576-848D6E37764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7D1C8D9-234B-EDBC-0A77-D3ED027BF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32DDA67-95D0-F7B1-C4D7-8552801018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96" t="65116" r="61016" b="28324"/>
          <a:stretch>
            <a:fillRect/>
          </a:stretch>
        </p:blipFill>
        <p:spPr>
          <a:xfrm>
            <a:off x="3742035" y="5298972"/>
            <a:ext cx="2850467" cy="4591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A8F1EA30-CCD2-6E7E-976F-C9804EDFD7FF}"/>
              </a:ext>
            </a:extLst>
          </p:cNvPr>
          <p:cNvSpPr txBox="1"/>
          <p:nvPr/>
        </p:nvSpPr>
        <p:spPr>
          <a:xfrm>
            <a:off x="6866822" y="2080658"/>
            <a:ext cx="4250749" cy="14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will run the code inside the function, but with x replaced by k: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y = k * 2 + 1</a:t>
            </a:r>
          </a:p>
        </p:txBody>
      </p:sp>
      <p:sp>
        <p:nvSpPr>
          <p:cNvPr id="8" name="Google Shape;136;p17">
            <a:extLst>
              <a:ext uri="{FF2B5EF4-FFF2-40B4-BE49-F238E27FC236}">
                <a16:creationId xmlns:a16="http://schemas.microsoft.com/office/drawing/2014/main" id="{00029E03-3A2F-B951-1A59-8B0CA27C8C09}"/>
              </a:ext>
            </a:extLst>
          </p:cNvPr>
          <p:cNvSpPr/>
          <p:nvPr/>
        </p:nvSpPr>
        <p:spPr>
          <a:xfrm>
            <a:off x="2487569" y="3949831"/>
            <a:ext cx="1650797" cy="32051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809FBBE-7F4F-212B-4FC7-DBD56CA602C9}"/>
              </a:ext>
            </a:extLst>
          </p:cNvPr>
          <p:cNvGrpSpPr/>
          <p:nvPr/>
        </p:nvGrpSpPr>
        <p:grpSpPr>
          <a:xfrm>
            <a:off x="8016771" y="4783075"/>
            <a:ext cx="1173610" cy="737697"/>
            <a:chOff x="7024345" y="4739327"/>
            <a:chExt cx="1540665" cy="1477150"/>
          </a:xfrm>
          <a:solidFill>
            <a:schemeClr val="bg1">
              <a:lumMod val="65000"/>
            </a:schemeClr>
          </a:solidFill>
        </p:grpSpPr>
        <p:sp>
          <p:nvSpPr>
            <p:cNvPr id="9" name="Flowchart: Manual Operation 8">
              <a:extLst>
                <a:ext uri="{FF2B5EF4-FFF2-40B4-BE49-F238E27FC236}">
                  <a16:creationId xmlns:a16="http://schemas.microsoft.com/office/drawing/2014/main" id="{38D0C458-26DD-0577-0105-974D186333AF}"/>
                </a:ext>
              </a:extLst>
            </p:cNvPr>
            <p:cNvSpPr/>
            <p:nvPr/>
          </p:nvSpPr>
          <p:spPr>
            <a:xfrm rot="16200000">
              <a:off x="6507153" y="5256519"/>
              <a:ext cx="1477150" cy="442765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893E133-39EF-0546-4C2F-45BC4B558C2B}"/>
                </a:ext>
              </a:extLst>
            </p:cNvPr>
            <p:cNvSpPr/>
            <p:nvPr/>
          </p:nvSpPr>
          <p:spPr>
            <a:xfrm>
              <a:off x="7465219" y="5036879"/>
              <a:ext cx="719137" cy="882491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Flowchart: Manual Operation 11">
              <a:extLst>
                <a:ext uri="{FF2B5EF4-FFF2-40B4-BE49-F238E27FC236}">
                  <a16:creationId xmlns:a16="http://schemas.microsoft.com/office/drawing/2014/main" id="{8D3EFCA4-7C30-7494-CFED-50C4AB22CF37}"/>
                </a:ext>
              </a:extLst>
            </p:cNvPr>
            <p:cNvSpPr/>
            <p:nvPr/>
          </p:nvSpPr>
          <p:spPr>
            <a:xfrm rot="16200000" flipV="1">
              <a:off x="7636109" y="5287574"/>
              <a:ext cx="1477148" cy="380654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BF456F1-9E29-16CE-F6FE-E13603F38176}"/>
              </a:ext>
            </a:extLst>
          </p:cNvPr>
          <p:cNvCxnSpPr>
            <a:cxnSpLocks/>
          </p:cNvCxnSpPr>
          <p:nvPr/>
        </p:nvCxnSpPr>
        <p:spPr>
          <a:xfrm flipV="1">
            <a:off x="7250722" y="5201533"/>
            <a:ext cx="552470" cy="174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9C73F49-82BD-D042-85B1-E2CB64A86DF7}"/>
              </a:ext>
            </a:extLst>
          </p:cNvPr>
          <p:cNvCxnSpPr>
            <a:cxnSpLocks/>
          </p:cNvCxnSpPr>
          <p:nvPr/>
        </p:nvCxnSpPr>
        <p:spPr>
          <a:xfrm>
            <a:off x="9346222" y="5166932"/>
            <a:ext cx="505333" cy="28526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198;p20">
            <a:extLst>
              <a:ext uri="{FF2B5EF4-FFF2-40B4-BE49-F238E27FC236}">
                <a16:creationId xmlns:a16="http://schemas.microsoft.com/office/drawing/2014/main" id="{8ABA1562-010E-C42D-7905-1B691B77CAFB}"/>
              </a:ext>
            </a:extLst>
          </p:cNvPr>
          <p:cNvSpPr txBox="1"/>
          <p:nvPr/>
        </p:nvSpPr>
        <p:spPr>
          <a:xfrm>
            <a:off x="8185410" y="4410286"/>
            <a:ext cx="135379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2049610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1F52E40-70A9-0043-E13C-0BC3D8837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8193497-1954-1A68-5E88-049CD6C2C7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6A5BF65-F92E-0D3C-4AF7-9239C9B492A4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Suppose we ran this: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813597D-08ED-5F03-48A5-3AE56265957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19367F6-8C44-48C1-E7AA-9C70D728BD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6AB8FD2-38C4-553F-2AC3-D28C6179B1A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96" t="65116" r="61016" b="28324"/>
          <a:stretch>
            <a:fillRect/>
          </a:stretch>
        </p:blipFill>
        <p:spPr>
          <a:xfrm>
            <a:off x="3742035" y="5298972"/>
            <a:ext cx="2850467" cy="4591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9C1C40F2-83CF-C562-3363-7BBFED080041}"/>
              </a:ext>
            </a:extLst>
          </p:cNvPr>
          <p:cNvSpPr txBox="1"/>
          <p:nvPr/>
        </p:nvSpPr>
        <p:spPr>
          <a:xfrm>
            <a:off x="6866822" y="2080658"/>
            <a:ext cx="4250749" cy="14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will run the code inside the function, but with x replaced by k: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y = k * 2 + 1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D13B93A-5248-48F9-6C46-1832C74FF3EB}"/>
              </a:ext>
            </a:extLst>
          </p:cNvPr>
          <p:cNvGrpSpPr/>
          <p:nvPr/>
        </p:nvGrpSpPr>
        <p:grpSpPr>
          <a:xfrm>
            <a:off x="8016771" y="4783075"/>
            <a:ext cx="1173610" cy="737697"/>
            <a:chOff x="7024345" y="4739327"/>
            <a:chExt cx="1540665" cy="1477150"/>
          </a:xfrm>
          <a:solidFill>
            <a:schemeClr val="bg1">
              <a:lumMod val="65000"/>
            </a:schemeClr>
          </a:solidFill>
        </p:grpSpPr>
        <p:sp>
          <p:nvSpPr>
            <p:cNvPr id="9" name="Flowchart: Manual Operation 8">
              <a:extLst>
                <a:ext uri="{FF2B5EF4-FFF2-40B4-BE49-F238E27FC236}">
                  <a16:creationId xmlns:a16="http://schemas.microsoft.com/office/drawing/2014/main" id="{064F1616-F800-2BD1-3BFE-1B1D350DE7D0}"/>
                </a:ext>
              </a:extLst>
            </p:cNvPr>
            <p:cNvSpPr/>
            <p:nvPr/>
          </p:nvSpPr>
          <p:spPr>
            <a:xfrm rot="16200000">
              <a:off x="6507153" y="5256519"/>
              <a:ext cx="1477150" cy="442765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1DF1413-9A08-675F-76E3-F44201088942}"/>
                </a:ext>
              </a:extLst>
            </p:cNvPr>
            <p:cNvSpPr/>
            <p:nvPr/>
          </p:nvSpPr>
          <p:spPr>
            <a:xfrm>
              <a:off x="7465219" y="5036879"/>
              <a:ext cx="719137" cy="882491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Flowchart: Manual Operation 11">
              <a:extLst>
                <a:ext uri="{FF2B5EF4-FFF2-40B4-BE49-F238E27FC236}">
                  <a16:creationId xmlns:a16="http://schemas.microsoft.com/office/drawing/2014/main" id="{CDF0FFB8-D91B-A2A3-FD8E-63C09C905B2B}"/>
                </a:ext>
              </a:extLst>
            </p:cNvPr>
            <p:cNvSpPr/>
            <p:nvPr/>
          </p:nvSpPr>
          <p:spPr>
            <a:xfrm rot="16200000" flipV="1">
              <a:off x="7636109" y="5287574"/>
              <a:ext cx="1477148" cy="380654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83384B0-CF8D-1E4D-51CF-BF304C38975B}"/>
              </a:ext>
            </a:extLst>
          </p:cNvPr>
          <p:cNvCxnSpPr>
            <a:cxnSpLocks/>
          </p:cNvCxnSpPr>
          <p:nvPr/>
        </p:nvCxnSpPr>
        <p:spPr>
          <a:xfrm flipV="1">
            <a:off x="7250722" y="5201533"/>
            <a:ext cx="552470" cy="174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C825538-D712-4C31-2A15-6D7FB78A708A}"/>
              </a:ext>
            </a:extLst>
          </p:cNvPr>
          <p:cNvCxnSpPr>
            <a:cxnSpLocks/>
          </p:cNvCxnSpPr>
          <p:nvPr/>
        </p:nvCxnSpPr>
        <p:spPr>
          <a:xfrm>
            <a:off x="9346222" y="5166932"/>
            <a:ext cx="505333" cy="28526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198;p20">
            <a:extLst>
              <a:ext uri="{FF2B5EF4-FFF2-40B4-BE49-F238E27FC236}">
                <a16:creationId xmlns:a16="http://schemas.microsoft.com/office/drawing/2014/main" id="{68435398-A729-D402-E1A2-8066B88DCC52}"/>
              </a:ext>
            </a:extLst>
          </p:cNvPr>
          <p:cNvSpPr txBox="1"/>
          <p:nvPr/>
        </p:nvSpPr>
        <p:spPr>
          <a:xfrm>
            <a:off x="8185410" y="4410286"/>
            <a:ext cx="135379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1820898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B6CCE45-1D89-2745-E800-AE1A197EE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3934087-E2A4-F468-E76D-8290A2440A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C729A6C-FEE8-0CD8-F059-CCE18CE8044C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Suppose we ran this: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D1EA5FB-AA1D-4256-8D64-3F7A14803A7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AA0EED-316C-2AE3-1E4E-44801D0437E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E93871-A324-8422-2767-868CEA71F3E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96" t="65116" r="61016" b="28324"/>
          <a:stretch>
            <a:fillRect/>
          </a:stretch>
        </p:blipFill>
        <p:spPr>
          <a:xfrm>
            <a:off x="3742035" y="5298972"/>
            <a:ext cx="2850467" cy="4591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2A73B7B0-3D68-4743-7B5E-6829F645A591}"/>
              </a:ext>
            </a:extLst>
          </p:cNvPr>
          <p:cNvSpPr txBox="1"/>
          <p:nvPr/>
        </p:nvSpPr>
        <p:spPr>
          <a:xfrm>
            <a:off x="6866822" y="2080658"/>
            <a:ext cx="4250749" cy="14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will run the code inside the function, but with x replaced by k: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y = k * 2 + 1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CBB6619-E82D-E643-59CA-75D824037FF2}"/>
              </a:ext>
            </a:extLst>
          </p:cNvPr>
          <p:cNvGrpSpPr/>
          <p:nvPr/>
        </p:nvGrpSpPr>
        <p:grpSpPr>
          <a:xfrm>
            <a:off x="8016771" y="4783075"/>
            <a:ext cx="1173610" cy="737697"/>
            <a:chOff x="7024345" y="4739327"/>
            <a:chExt cx="1540665" cy="1477150"/>
          </a:xfrm>
          <a:solidFill>
            <a:schemeClr val="bg1">
              <a:lumMod val="65000"/>
            </a:schemeClr>
          </a:solidFill>
        </p:grpSpPr>
        <p:sp>
          <p:nvSpPr>
            <p:cNvPr id="9" name="Flowchart: Manual Operation 8">
              <a:extLst>
                <a:ext uri="{FF2B5EF4-FFF2-40B4-BE49-F238E27FC236}">
                  <a16:creationId xmlns:a16="http://schemas.microsoft.com/office/drawing/2014/main" id="{5D4CB899-91C8-1E0D-58F8-1D52DFE3E80C}"/>
                </a:ext>
              </a:extLst>
            </p:cNvPr>
            <p:cNvSpPr/>
            <p:nvPr/>
          </p:nvSpPr>
          <p:spPr>
            <a:xfrm rot="16200000">
              <a:off x="6507153" y="5256519"/>
              <a:ext cx="1477150" cy="442765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1E5C5BC-2044-BFDF-DC13-AC56BD79B0D8}"/>
                </a:ext>
              </a:extLst>
            </p:cNvPr>
            <p:cNvSpPr/>
            <p:nvPr/>
          </p:nvSpPr>
          <p:spPr>
            <a:xfrm>
              <a:off x="7465219" y="5036879"/>
              <a:ext cx="719137" cy="882491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Flowchart: Manual Operation 11">
              <a:extLst>
                <a:ext uri="{FF2B5EF4-FFF2-40B4-BE49-F238E27FC236}">
                  <a16:creationId xmlns:a16="http://schemas.microsoft.com/office/drawing/2014/main" id="{8CB95B00-5A72-5D91-1CA7-F5F53770D442}"/>
                </a:ext>
              </a:extLst>
            </p:cNvPr>
            <p:cNvSpPr/>
            <p:nvPr/>
          </p:nvSpPr>
          <p:spPr>
            <a:xfrm rot="16200000" flipV="1">
              <a:off x="7636109" y="5287574"/>
              <a:ext cx="1477148" cy="380654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F644022-105D-5F49-9A4D-5989DDFCCD84}"/>
              </a:ext>
            </a:extLst>
          </p:cNvPr>
          <p:cNvCxnSpPr>
            <a:cxnSpLocks/>
          </p:cNvCxnSpPr>
          <p:nvPr/>
        </p:nvCxnSpPr>
        <p:spPr>
          <a:xfrm flipV="1">
            <a:off x="7250722" y="5201533"/>
            <a:ext cx="552470" cy="174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9F70527-9EFD-FE61-BD44-A51E1B12B5AF}"/>
              </a:ext>
            </a:extLst>
          </p:cNvPr>
          <p:cNvCxnSpPr>
            <a:cxnSpLocks/>
          </p:cNvCxnSpPr>
          <p:nvPr/>
        </p:nvCxnSpPr>
        <p:spPr>
          <a:xfrm>
            <a:off x="9346222" y="5166932"/>
            <a:ext cx="505333" cy="28526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198;p20">
            <a:extLst>
              <a:ext uri="{FF2B5EF4-FFF2-40B4-BE49-F238E27FC236}">
                <a16:creationId xmlns:a16="http://schemas.microsoft.com/office/drawing/2014/main" id="{28FE2628-A690-B94C-9B1F-A5BCE51003CB}"/>
              </a:ext>
            </a:extLst>
          </p:cNvPr>
          <p:cNvSpPr txBox="1"/>
          <p:nvPr/>
        </p:nvSpPr>
        <p:spPr>
          <a:xfrm>
            <a:off x="8185410" y="4410286"/>
            <a:ext cx="135379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36;p17">
            <a:extLst>
              <a:ext uri="{FF2B5EF4-FFF2-40B4-BE49-F238E27FC236}">
                <a16:creationId xmlns:a16="http://schemas.microsoft.com/office/drawing/2014/main" id="{F7653221-664C-D046-B889-EE8171E3F79C}"/>
              </a:ext>
            </a:extLst>
          </p:cNvPr>
          <p:cNvSpPr/>
          <p:nvPr/>
        </p:nvSpPr>
        <p:spPr>
          <a:xfrm>
            <a:off x="2487569" y="4250031"/>
            <a:ext cx="1063351" cy="32051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332619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94796FC-7FBD-5528-D975-78410D286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DAF07F8-6BA0-269F-D824-AE67CB1D99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D784DB1-68E3-D4F4-8E47-CEBA3A47DF7D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Suppose we ran this: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F12C9BC-CF67-4D1B-114D-9EA4C710195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05D94A-0E7D-794E-BC75-4BC05A8683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516D204-E208-CF37-2A1A-FC1D0CD00C4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96" t="65116" r="61016" b="28324"/>
          <a:stretch>
            <a:fillRect/>
          </a:stretch>
        </p:blipFill>
        <p:spPr>
          <a:xfrm>
            <a:off x="3742035" y="5298972"/>
            <a:ext cx="2850467" cy="4591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372DB997-0C71-578F-1EDE-45B3E1F6E4F4}"/>
              </a:ext>
            </a:extLst>
          </p:cNvPr>
          <p:cNvSpPr txBox="1"/>
          <p:nvPr/>
        </p:nvSpPr>
        <p:spPr>
          <a:xfrm>
            <a:off x="6866822" y="2080658"/>
            <a:ext cx="4250749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will run the code inside the function, but with x replaced by k: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y = k * 2 + 1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print(y)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007E3DF-9E85-9BE0-9AEA-1FA8D2DDA619}"/>
              </a:ext>
            </a:extLst>
          </p:cNvPr>
          <p:cNvGrpSpPr/>
          <p:nvPr/>
        </p:nvGrpSpPr>
        <p:grpSpPr>
          <a:xfrm>
            <a:off x="8016771" y="4783075"/>
            <a:ext cx="1173610" cy="737697"/>
            <a:chOff x="7024345" y="4739327"/>
            <a:chExt cx="1540665" cy="1477150"/>
          </a:xfrm>
          <a:solidFill>
            <a:schemeClr val="bg1">
              <a:lumMod val="65000"/>
            </a:schemeClr>
          </a:solidFill>
        </p:grpSpPr>
        <p:sp>
          <p:nvSpPr>
            <p:cNvPr id="9" name="Flowchart: Manual Operation 8">
              <a:extLst>
                <a:ext uri="{FF2B5EF4-FFF2-40B4-BE49-F238E27FC236}">
                  <a16:creationId xmlns:a16="http://schemas.microsoft.com/office/drawing/2014/main" id="{26FDF40F-5124-1BF3-616D-375CE8BAC972}"/>
                </a:ext>
              </a:extLst>
            </p:cNvPr>
            <p:cNvSpPr/>
            <p:nvPr/>
          </p:nvSpPr>
          <p:spPr>
            <a:xfrm rot="16200000">
              <a:off x="6507153" y="5256519"/>
              <a:ext cx="1477150" cy="442765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6A8BA66-5A1D-B7EE-D7B6-B3607C234C7A}"/>
                </a:ext>
              </a:extLst>
            </p:cNvPr>
            <p:cNvSpPr/>
            <p:nvPr/>
          </p:nvSpPr>
          <p:spPr>
            <a:xfrm>
              <a:off x="7465219" y="5036879"/>
              <a:ext cx="719137" cy="882491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Flowchart: Manual Operation 11">
              <a:extLst>
                <a:ext uri="{FF2B5EF4-FFF2-40B4-BE49-F238E27FC236}">
                  <a16:creationId xmlns:a16="http://schemas.microsoft.com/office/drawing/2014/main" id="{88993BC8-F550-E63C-68B5-180B8E3F2819}"/>
                </a:ext>
              </a:extLst>
            </p:cNvPr>
            <p:cNvSpPr/>
            <p:nvPr/>
          </p:nvSpPr>
          <p:spPr>
            <a:xfrm rot="16200000" flipV="1">
              <a:off x="7636109" y="5287574"/>
              <a:ext cx="1477148" cy="380654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03D008A-5D48-159C-8030-AA510DEF9725}"/>
              </a:ext>
            </a:extLst>
          </p:cNvPr>
          <p:cNvCxnSpPr>
            <a:cxnSpLocks/>
          </p:cNvCxnSpPr>
          <p:nvPr/>
        </p:nvCxnSpPr>
        <p:spPr>
          <a:xfrm flipV="1">
            <a:off x="7250722" y="5201533"/>
            <a:ext cx="552470" cy="174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DF1C6D5-2C71-86B5-9CE1-C1F98744B97A}"/>
              </a:ext>
            </a:extLst>
          </p:cNvPr>
          <p:cNvCxnSpPr>
            <a:cxnSpLocks/>
          </p:cNvCxnSpPr>
          <p:nvPr/>
        </p:nvCxnSpPr>
        <p:spPr>
          <a:xfrm>
            <a:off x="9346222" y="5166932"/>
            <a:ext cx="505333" cy="28526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198;p20">
            <a:extLst>
              <a:ext uri="{FF2B5EF4-FFF2-40B4-BE49-F238E27FC236}">
                <a16:creationId xmlns:a16="http://schemas.microsoft.com/office/drawing/2014/main" id="{BF8077E5-6E41-85BB-E203-AE16B8001116}"/>
              </a:ext>
            </a:extLst>
          </p:cNvPr>
          <p:cNvSpPr txBox="1"/>
          <p:nvPr/>
        </p:nvSpPr>
        <p:spPr>
          <a:xfrm>
            <a:off x="8185410" y="4410286"/>
            <a:ext cx="135379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36;p17">
            <a:extLst>
              <a:ext uri="{FF2B5EF4-FFF2-40B4-BE49-F238E27FC236}">
                <a16:creationId xmlns:a16="http://schemas.microsoft.com/office/drawing/2014/main" id="{D7F89B6E-69BE-445B-ED2E-7EE0CE0B429F}"/>
              </a:ext>
            </a:extLst>
          </p:cNvPr>
          <p:cNvSpPr/>
          <p:nvPr/>
        </p:nvSpPr>
        <p:spPr>
          <a:xfrm>
            <a:off x="2487569" y="4250031"/>
            <a:ext cx="1063351" cy="32051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4551183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221397E-A163-27C7-D788-E9316753D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6E64997-43E9-49D6-4273-F519AFC566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C3DEB8E-6D2B-311A-AD93-F1482BAA4518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Suppose we ran this: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7F04FEE-E0E7-C359-B46B-50E8B8693C5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BA65A2F-FD51-92FF-7DCC-1902E7ACBC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72D5347-708D-8281-C5D3-F9AB865111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96" t="65116" r="61016" b="28324"/>
          <a:stretch>
            <a:fillRect/>
          </a:stretch>
        </p:blipFill>
        <p:spPr>
          <a:xfrm>
            <a:off x="3742035" y="5298972"/>
            <a:ext cx="2850467" cy="4591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FC726231-4F5F-73E3-E040-361FEF321F2F}"/>
              </a:ext>
            </a:extLst>
          </p:cNvPr>
          <p:cNvSpPr txBox="1"/>
          <p:nvPr/>
        </p:nvSpPr>
        <p:spPr>
          <a:xfrm>
            <a:off x="6866822" y="2080658"/>
            <a:ext cx="4250749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will run the code inside the function, but with x replaced by k: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y = k * 2 + 1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print(y)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006A53D-CD6A-3ABD-7A6A-5F5BCD4762B3}"/>
              </a:ext>
            </a:extLst>
          </p:cNvPr>
          <p:cNvGrpSpPr/>
          <p:nvPr/>
        </p:nvGrpSpPr>
        <p:grpSpPr>
          <a:xfrm>
            <a:off x="8016771" y="4783075"/>
            <a:ext cx="1173610" cy="737697"/>
            <a:chOff x="7024345" y="4739327"/>
            <a:chExt cx="1540665" cy="1477150"/>
          </a:xfrm>
          <a:solidFill>
            <a:schemeClr val="bg1">
              <a:lumMod val="65000"/>
            </a:schemeClr>
          </a:solidFill>
        </p:grpSpPr>
        <p:sp>
          <p:nvSpPr>
            <p:cNvPr id="9" name="Flowchart: Manual Operation 8">
              <a:extLst>
                <a:ext uri="{FF2B5EF4-FFF2-40B4-BE49-F238E27FC236}">
                  <a16:creationId xmlns:a16="http://schemas.microsoft.com/office/drawing/2014/main" id="{6E73408F-5F5E-BB62-925B-D34970D2CD3A}"/>
                </a:ext>
              </a:extLst>
            </p:cNvPr>
            <p:cNvSpPr/>
            <p:nvPr/>
          </p:nvSpPr>
          <p:spPr>
            <a:xfrm rot="16200000">
              <a:off x="6507153" y="5256519"/>
              <a:ext cx="1477150" cy="442765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6383FD2-DED0-2509-4AD4-3F1DB14553F3}"/>
                </a:ext>
              </a:extLst>
            </p:cNvPr>
            <p:cNvSpPr/>
            <p:nvPr/>
          </p:nvSpPr>
          <p:spPr>
            <a:xfrm>
              <a:off x="7465219" y="5036879"/>
              <a:ext cx="719137" cy="882491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Flowchart: Manual Operation 11">
              <a:extLst>
                <a:ext uri="{FF2B5EF4-FFF2-40B4-BE49-F238E27FC236}">
                  <a16:creationId xmlns:a16="http://schemas.microsoft.com/office/drawing/2014/main" id="{B4671B88-944B-97CD-6340-9F663F60542A}"/>
                </a:ext>
              </a:extLst>
            </p:cNvPr>
            <p:cNvSpPr/>
            <p:nvPr/>
          </p:nvSpPr>
          <p:spPr>
            <a:xfrm rot="16200000" flipV="1">
              <a:off x="7636109" y="5287574"/>
              <a:ext cx="1477148" cy="380654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5E2ECB7-CE1E-F649-5C0A-58BC7B928A9C}"/>
              </a:ext>
            </a:extLst>
          </p:cNvPr>
          <p:cNvCxnSpPr>
            <a:cxnSpLocks/>
          </p:cNvCxnSpPr>
          <p:nvPr/>
        </p:nvCxnSpPr>
        <p:spPr>
          <a:xfrm flipV="1">
            <a:off x="7250722" y="5201533"/>
            <a:ext cx="552470" cy="174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8596EB0-4718-72AD-AEB7-12C6185AAD76}"/>
              </a:ext>
            </a:extLst>
          </p:cNvPr>
          <p:cNvCxnSpPr>
            <a:cxnSpLocks/>
          </p:cNvCxnSpPr>
          <p:nvPr/>
        </p:nvCxnSpPr>
        <p:spPr>
          <a:xfrm>
            <a:off x="9346222" y="5166932"/>
            <a:ext cx="505333" cy="28526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198;p20">
            <a:extLst>
              <a:ext uri="{FF2B5EF4-FFF2-40B4-BE49-F238E27FC236}">
                <a16:creationId xmlns:a16="http://schemas.microsoft.com/office/drawing/2014/main" id="{807FC617-949E-387B-9149-8579CC75BC23}"/>
              </a:ext>
            </a:extLst>
          </p:cNvPr>
          <p:cNvSpPr txBox="1"/>
          <p:nvPr/>
        </p:nvSpPr>
        <p:spPr>
          <a:xfrm>
            <a:off x="8185410" y="4410286"/>
            <a:ext cx="135379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0568797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CC4C252-CD01-4079-11EA-4ADBA381E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3D3C27B-51C7-0B0B-B5CF-91A9230AC1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347B90D-FC38-3274-90BE-3BA5DBB408E5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Suppose we ran this: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33BD611-E99B-9CB3-785D-C3444EE1806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068040C-723A-1DD2-BA3B-0F5EC2A2EA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E9916C6-25BE-5722-3A4D-6ADB816935A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96" t="65116" r="61016" b="28324"/>
          <a:stretch>
            <a:fillRect/>
          </a:stretch>
        </p:blipFill>
        <p:spPr>
          <a:xfrm>
            <a:off x="3742035" y="5298972"/>
            <a:ext cx="2850467" cy="4591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1D077AEA-D84D-4CEE-5B34-59ACC03A45E1}"/>
              </a:ext>
            </a:extLst>
          </p:cNvPr>
          <p:cNvSpPr txBox="1"/>
          <p:nvPr/>
        </p:nvSpPr>
        <p:spPr>
          <a:xfrm>
            <a:off x="6866822" y="2080658"/>
            <a:ext cx="4250749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will run the code inside the function, but with x replaced by k: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y = k * 2 + 1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print(y)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8E258FC-1224-81DF-6E09-465B17D3984E}"/>
              </a:ext>
            </a:extLst>
          </p:cNvPr>
          <p:cNvGrpSpPr/>
          <p:nvPr/>
        </p:nvGrpSpPr>
        <p:grpSpPr>
          <a:xfrm>
            <a:off x="8016771" y="4783075"/>
            <a:ext cx="1173610" cy="737697"/>
            <a:chOff x="7024345" y="4739327"/>
            <a:chExt cx="1540665" cy="1477150"/>
          </a:xfrm>
          <a:solidFill>
            <a:schemeClr val="bg1">
              <a:lumMod val="65000"/>
            </a:schemeClr>
          </a:solidFill>
        </p:grpSpPr>
        <p:sp>
          <p:nvSpPr>
            <p:cNvPr id="9" name="Flowchart: Manual Operation 8">
              <a:extLst>
                <a:ext uri="{FF2B5EF4-FFF2-40B4-BE49-F238E27FC236}">
                  <a16:creationId xmlns:a16="http://schemas.microsoft.com/office/drawing/2014/main" id="{F1DB6435-98C4-7AC8-A199-81D91A14EC06}"/>
                </a:ext>
              </a:extLst>
            </p:cNvPr>
            <p:cNvSpPr/>
            <p:nvPr/>
          </p:nvSpPr>
          <p:spPr>
            <a:xfrm rot="16200000">
              <a:off x="6507153" y="5256519"/>
              <a:ext cx="1477150" cy="442765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358FA07-6EA2-9914-ECD0-2A55CD4A0934}"/>
                </a:ext>
              </a:extLst>
            </p:cNvPr>
            <p:cNvSpPr/>
            <p:nvPr/>
          </p:nvSpPr>
          <p:spPr>
            <a:xfrm>
              <a:off x="7465219" y="5036879"/>
              <a:ext cx="719137" cy="882491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Flowchart: Manual Operation 11">
              <a:extLst>
                <a:ext uri="{FF2B5EF4-FFF2-40B4-BE49-F238E27FC236}">
                  <a16:creationId xmlns:a16="http://schemas.microsoft.com/office/drawing/2014/main" id="{5CFF974C-CA1B-E9DC-AB53-A629C5E738A7}"/>
                </a:ext>
              </a:extLst>
            </p:cNvPr>
            <p:cNvSpPr/>
            <p:nvPr/>
          </p:nvSpPr>
          <p:spPr>
            <a:xfrm rot="16200000" flipV="1">
              <a:off x="7636109" y="5287574"/>
              <a:ext cx="1477148" cy="380654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3D5E2EC-83F7-E52C-279C-9F0E58B6A889}"/>
              </a:ext>
            </a:extLst>
          </p:cNvPr>
          <p:cNvCxnSpPr>
            <a:cxnSpLocks/>
          </p:cNvCxnSpPr>
          <p:nvPr/>
        </p:nvCxnSpPr>
        <p:spPr>
          <a:xfrm flipV="1">
            <a:off x="7250722" y="5201533"/>
            <a:ext cx="552470" cy="174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0AEBC1C-6301-F9CA-F36B-4DE94E033210}"/>
              </a:ext>
            </a:extLst>
          </p:cNvPr>
          <p:cNvCxnSpPr>
            <a:cxnSpLocks/>
          </p:cNvCxnSpPr>
          <p:nvPr/>
        </p:nvCxnSpPr>
        <p:spPr>
          <a:xfrm>
            <a:off x="9346222" y="5166932"/>
            <a:ext cx="505333" cy="28526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Google Shape;198;p20">
            <a:extLst>
              <a:ext uri="{FF2B5EF4-FFF2-40B4-BE49-F238E27FC236}">
                <a16:creationId xmlns:a16="http://schemas.microsoft.com/office/drawing/2014/main" id="{90A89010-85E7-5990-DEDE-421A58D7D8E6}"/>
              </a:ext>
            </a:extLst>
          </p:cNvPr>
          <p:cNvSpPr txBox="1"/>
          <p:nvPr/>
        </p:nvSpPr>
        <p:spPr>
          <a:xfrm>
            <a:off x="7202660" y="4805907"/>
            <a:ext cx="505993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k=3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98;p20">
            <a:extLst>
              <a:ext uri="{FF2B5EF4-FFF2-40B4-BE49-F238E27FC236}">
                <a16:creationId xmlns:a16="http://schemas.microsoft.com/office/drawing/2014/main" id="{DB200F8C-B05E-3D78-65F5-E566C18D192D}"/>
              </a:ext>
            </a:extLst>
          </p:cNvPr>
          <p:cNvSpPr txBox="1"/>
          <p:nvPr/>
        </p:nvSpPr>
        <p:spPr>
          <a:xfrm>
            <a:off x="8185410" y="4410286"/>
            <a:ext cx="135379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3162729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9D9A32A-048C-3C41-C164-F9DD02911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2FC5EBB-FA96-2B62-7EB8-89BAB7B712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FBD8298-4F6B-6E51-6A66-30B17A53D1F3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Let’s look at an example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Suppose we ran this: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0148E99-70B3-5540-279E-9E8426F9785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B7772C6-5FAC-2CF5-DF45-98611207EEE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CAF15AB-E9A1-F45A-86A0-80FE1FEB917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96" t="65116" r="61016" b="28324"/>
          <a:stretch>
            <a:fillRect/>
          </a:stretch>
        </p:blipFill>
        <p:spPr>
          <a:xfrm>
            <a:off x="3742035" y="5298972"/>
            <a:ext cx="2850467" cy="4591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198;p20">
            <a:extLst>
              <a:ext uri="{FF2B5EF4-FFF2-40B4-BE49-F238E27FC236}">
                <a16:creationId xmlns:a16="http://schemas.microsoft.com/office/drawing/2014/main" id="{6300800E-8D01-1163-6164-47872661EBCC}"/>
              </a:ext>
            </a:extLst>
          </p:cNvPr>
          <p:cNvSpPr txBox="1"/>
          <p:nvPr/>
        </p:nvSpPr>
        <p:spPr>
          <a:xfrm>
            <a:off x="6866822" y="2080658"/>
            <a:ext cx="4250749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will run the code inside the function, but with x replaced by k: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y = k * 2 + 1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print(y)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9EE1788-78EB-89F8-1105-9B314AF1D5FB}"/>
              </a:ext>
            </a:extLst>
          </p:cNvPr>
          <p:cNvGrpSpPr/>
          <p:nvPr/>
        </p:nvGrpSpPr>
        <p:grpSpPr>
          <a:xfrm>
            <a:off x="8016771" y="4783075"/>
            <a:ext cx="1173610" cy="737697"/>
            <a:chOff x="7024345" y="4739327"/>
            <a:chExt cx="1540665" cy="1477150"/>
          </a:xfrm>
          <a:solidFill>
            <a:schemeClr val="bg1">
              <a:lumMod val="65000"/>
            </a:schemeClr>
          </a:solidFill>
        </p:grpSpPr>
        <p:sp>
          <p:nvSpPr>
            <p:cNvPr id="9" name="Flowchart: Manual Operation 8">
              <a:extLst>
                <a:ext uri="{FF2B5EF4-FFF2-40B4-BE49-F238E27FC236}">
                  <a16:creationId xmlns:a16="http://schemas.microsoft.com/office/drawing/2014/main" id="{DB86A21B-5A07-BE51-2142-FF24FEDC2B52}"/>
                </a:ext>
              </a:extLst>
            </p:cNvPr>
            <p:cNvSpPr/>
            <p:nvPr/>
          </p:nvSpPr>
          <p:spPr>
            <a:xfrm rot="16200000">
              <a:off x="6507153" y="5256519"/>
              <a:ext cx="1477150" cy="442765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20AE4EF-FDAC-3935-277B-934908C3503B}"/>
                </a:ext>
              </a:extLst>
            </p:cNvPr>
            <p:cNvSpPr/>
            <p:nvPr/>
          </p:nvSpPr>
          <p:spPr>
            <a:xfrm>
              <a:off x="7465219" y="5036879"/>
              <a:ext cx="719137" cy="882491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Flowchart: Manual Operation 11">
              <a:extLst>
                <a:ext uri="{FF2B5EF4-FFF2-40B4-BE49-F238E27FC236}">
                  <a16:creationId xmlns:a16="http://schemas.microsoft.com/office/drawing/2014/main" id="{8BF85C18-0061-B0D6-AE03-AD31C01ADDCA}"/>
                </a:ext>
              </a:extLst>
            </p:cNvPr>
            <p:cNvSpPr/>
            <p:nvPr/>
          </p:nvSpPr>
          <p:spPr>
            <a:xfrm rot="16200000" flipV="1">
              <a:off x="7636109" y="5287574"/>
              <a:ext cx="1477148" cy="380654"/>
            </a:xfrm>
            <a:prstGeom prst="flowChartManualOperation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2C3D13C-D1B9-4279-D9C3-A0A4B671727D}"/>
              </a:ext>
            </a:extLst>
          </p:cNvPr>
          <p:cNvCxnSpPr>
            <a:cxnSpLocks/>
          </p:cNvCxnSpPr>
          <p:nvPr/>
        </p:nvCxnSpPr>
        <p:spPr>
          <a:xfrm flipV="1">
            <a:off x="7250722" y="5201533"/>
            <a:ext cx="552470" cy="174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20A49BE-8281-9E2B-EF3F-100EAFABAFBD}"/>
              </a:ext>
            </a:extLst>
          </p:cNvPr>
          <p:cNvCxnSpPr>
            <a:cxnSpLocks/>
          </p:cNvCxnSpPr>
          <p:nvPr/>
        </p:nvCxnSpPr>
        <p:spPr>
          <a:xfrm>
            <a:off x="9346222" y="5166932"/>
            <a:ext cx="505333" cy="28526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Google Shape;198;p20">
            <a:extLst>
              <a:ext uri="{FF2B5EF4-FFF2-40B4-BE49-F238E27FC236}">
                <a16:creationId xmlns:a16="http://schemas.microsoft.com/office/drawing/2014/main" id="{0202AA98-23E8-AD56-905D-E6CA64637E65}"/>
              </a:ext>
            </a:extLst>
          </p:cNvPr>
          <p:cNvSpPr txBox="1"/>
          <p:nvPr/>
        </p:nvSpPr>
        <p:spPr>
          <a:xfrm>
            <a:off x="7202660" y="4805907"/>
            <a:ext cx="505993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k=3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98;p20">
            <a:extLst>
              <a:ext uri="{FF2B5EF4-FFF2-40B4-BE49-F238E27FC236}">
                <a16:creationId xmlns:a16="http://schemas.microsoft.com/office/drawing/2014/main" id="{6AE992D1-6461-6F37-FC19-BE59B6F5FF1C}"/>
              </a:ext>
            </a:extLst>
          </p:cNvPr>
          <p:cNvSpPr txBox="1"/>
          <p:nvPr/>
        </p:nvSpPr>
        <p:spPr>
          <a:xfrm>
            <a:off x="8185410" y="4410286"/>
            <a:ext cx="1353798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98;p20">
            <a:extLst>
              <a:ext uri="{FF2B5EF4-FFF2-40B4-BE49-F238E27FC236}">
                <a16:creationId xmlns:a16="http://schemas.microsoft.com/office/drawing/2014/main" id="{FBE279DB-BA64-715D-D0BB-ADB47BE5A76B}"/>
              </a:ext>
            </a:extLst>
          </p:cNvPr>
          <p:cNvSpPr txBox="1"/>
          <p:nvPr/>
        </p:nvSpPr>
        <p:spPr>
          <a:xfrm>
            <a:off x="9446780" y="4868115"/>
            <a:ext cx="1830819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Print 3*2+1 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       (i.e. 7)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0114775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DB0E5A9-2BCE-E4F2-F482-62D9530A8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805F218-D7A9-F367-A0AF-0B6F3C5A2E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F59C539-ED49-1BFD-43E7-593B382292D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A7755F-5FF4-A7AE-D7F4-699B5556C0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2259560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DC8C164-27B2-62B0-2BE2-F04AC8F65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8C75158-0ED9-918F-D9B0-37CE2DA9C6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ECD5AC4-C653-D375-3DFD-003D80F63ACD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this function to simplify the code from earlier!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474AAF1-098A-9FE8-89F7-A3148130738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AB8A3C-F6D7-E903-A3DB-7B7CD43FB4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7455244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683384B-EA36-6A18-25B4-25B81C40B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3C9E23F-8BA8-549A-9FF0-73ED463073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EEE3A64-6AAF-C63E-159F-2F357F829419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this function to simplify the code from earlier!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829EA16-F3B7-304D-0048-E76B3A2F10D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1271C8-5426-DCF0-8FD7-FBD719453DC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F08FB91-A113-EE48-F063-5A8E7CB2E7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475082E-CBA6-FC30-CDF7-A58C4D0947A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4213" t="77334" r="77558" b="17433"/>
          <a:stretch>
            <a:fillRect/>
          </a:stretch>
        </p:blipFill>
        <p:spPr>
          <a:xfrm>
            <a:off x="7345892" y="4865632"/>
            <a:ext cx="1307772" cy="43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51262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318B013-10F2-95B5-33A6-72A6E9581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E9D6948-AD1D-AC2E-5950-E51BB03846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EA08D4A-B1A5-B67B-A77E-8D24673F86B9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this function to simplify the code from earlier!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43446CE-FCD9-5F5A-A01F-4DFCF9DA70E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B3D8A1-4547-FAB3-D0C1-72A61DD64A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C450236-F484-6847-8E9C-FE03257B3CE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36;p17">
            <a:extLst>
              <a:ext uri="{FF2B5EF4-FFF2-40B4-BE49-F238E27FC236}">
                <a16:creationId xmlns:a16="http://schemas.microsoft.com/office/drawing/2014/main" id="{63E9AD8A-61DA-9300-F830-C9600855C36B}"/>
              </a:ext>
            </a:extLst>
          </p:cNvPr>
          <p:cNvSpPr/>
          <p:nvPr/>
        </p:nvSpPr>
        <p:spPr>
          <a:xfrm>
            <a:off x="7318375" y="2501807"/>
            <a:ext cx="1410846" cy="51477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24680D-CE08-4AF0-BC6A-A38DE5E4A9C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4213" t="77334" r="77558" b="17433"/>
          <a:stretch>
            <a:fillRect/>
          </a:stretch>
        </p:blipFill>
        <p:spPr>
          <a:xfrm>
            <a:off x="7345892" y="4865632"/>
            <a:ext cx="1307772" cy="43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86487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EEB0163-B091-AFEB-4276-1BF7F3E6C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CC870FB-6009-8054-C1AA-703229006A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32BDB43-6B80-CB11-1CB1-451A68039391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this function to simplify the code from earlier!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7921655-F320-82B1-1385-4DBBFEB6E7F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D7E2E7-4A0A-5F7D-3C0F-E610179E97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7162E1-E111-70C8-AC62-56A6523DEBE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6DD5B28-A494-96AD-FC69-3C5B7BE4075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187" t="35899" r="57943" b="54167"/>
          <a:stretch>
            <a:fillRect/>
          </a:stretch>
        </p:blipFill>
        <p:spPr>
          <a:xfrm>
            <a:off x="7344668" y="2536131"/>
            <a:ext cx="1275458" cy="411857"/>
          </a:xfrm>
          <a:prstGeom prst="rect">
            <a:avLst/>
          </a:prstGeom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5199B0-7D5B-21D3-E92E-BC28EA14A20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500" t="33704" r="60785" b="62887"/>
          <a:stretch>
            <a:fillRect/>
          </a:stretch>
        </p:blipFill>
        <p:spPr>
          <a:xfrm>
            <a:off x="7357596" y="2536131"/>
            <a:ext cx="2647464" cy="223416"/>
          </a:xfrm>
          <a:prstGeom prst="rect">
            <a:avLst/>
          </a:prstGeom>
        </p:spPr>
      </p:pic>
      <p:sp>
        <p:nvSpPr>
          <p:cNvPr id="13" name="Google Shape;136;p17">
            <a:extLst>
              <a:ext uri="{FF2B5EF4-FFF2-40B4-BE49-F238E27FC236}">
                <a16:creationId xmlns:a16="http://schemas.microsoft.com/office/drawing/2014/main" id="{511FC2DA-C513-2052-5D44-993BECE543D6}"/>
              </a:ext>
            </a:extLst>
          </p:cNvPr>
          <p:cNvSpPr/>
          <p:nvPr/>
        </p:nvSpPr>
        <p:spPr>
          <a:xfrm>
            <a:off x="7327800" y="2501807"/>
            <a:ext cx="2677259" cy="292064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EA5428-21E5-B52C-6038-64F382EFC04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4213" t="77334" r="77558" b="17433"/>
          <a:stretch>
            <a:fillRect/>
          </a:stretch>
        </p:blipFill>
        <p:spPr>
          <a:xfrm>
            <a:off x="7345892" y="4865632"/>
            <a:ext cx="1307772" cy="43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959898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5D01316-2722-4C00-9430-4F586BFA6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21B77D5-5C88-A628-9F45-B6425CB494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B7590D3-60B0-E965-9E6B-A79207D4244F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this function to simplify the code from earlier!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0216B0B-18FC-B2B4-9FEB-F8E665217D5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7CD9BB-1B89-8885-665B-AE2291647C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42A732E-AF2A-F7A9-FEE3-731533C6BA5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6C33078-F33C-C6C0-0E46-2F8182BC6A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187" t="35899" r="57943" b="54167"/>
          <a:stretch>
            <a:fillRect/>
          </a:stretch>
        </p:blipFill>
        <p:spPr>
          <a:xfrm>
            <a:off x="7344668" y="2536131"/>
            <a:ext cx="1275458" cy="411857"/>
          </a:xfrm>
          <a:prstGeom prst="rect">
            <a:avLst/>
          </a:prstGeom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2A0225A-84FB-0890-5EB7-4F26FBA4B16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500" t="33704" r="60785" b="62887"/>
          <a:stretch>
            <a:fillRect/>
          </a:stretch>
        </p:blipFill>
        <p:spPr>
          <a:xfrm>
            <a:off x="7357596" y="2536131"/>
            <a:ext cx="2647464" cy="223416"/>
          </a:xfrm>
          <a:prstGeom prst="rect">
            <a:avLst/>
          </a:prstGeom>
        </p:spPr>
      </p:pic>
      <p:sp>
        <p:nvSpPr>
          <p:cNvPr id="6" name="Google Shape;136;p17">
            <a:extLst>
              <a:ext uri="{FF2B5EF4-FFF2-40B4-BE49-F238E27FC236}">
                <a16:creationId xmlns:a16="http://schemas.microsoft.com/office/drawing/2014/main" id="{EB6BDCAD-391D-9A0E-D4C6-62345A5F50D6}"/>
              </a:ext>
            </a:extLst>
          </p:cNvPr>
          <p:cNvSpPr/>
          <p:nvPr/>
        </p:nvSpPr>
        <p:spPr>
          <a:xfrm>
            <a:off x="7318375" y="3781476"/>
            <a:ext cx="1410846" cy="51477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D82772B-36E2-CB58-D0DA-29954CB452E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4213" t="77334" r="77558" b="17433"/>
          <a:stretch>
            <a:fillRect/>
          </a:stretch>
        </p:blipFill>
        <p:spPr>
          <a:xfrm>
            <a:off x="7345892" y="4865632"/>
            <a:ext cx="1307772" cy="43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27769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B483D65-5956-CA31-F6A2-9063035D1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2E5D143-1BE0-F3D2-4C3D-5BB2B0490C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BEB6768-816D-8908-B4D1-987D96430F77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this function to simplify the code from earlier!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A224BA9-FF36-9697-03B2-863331748A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DA10CF-4401-8D75-60B1-B4935E5384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68884A4-E2E3-1DFD-BFD7-4BC00D69EF5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32AA6F8-AECE-DACC-0DCB-8184A38C65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187" t="35899" r="57943" b="54167"/>
          <a:stretch>
            <a:fillRect/>
          </a:stretch>
        </p:blipFill>
        <p:spPr>
          <a:xfrm>
            <a:off x="7344668" y="2536131"/>
            <a:ext cx="1275458" cy="411857"/>
          </a:xfrm>
          <a:prstGeom prst="rect">
            <a:avLst/>
          </a:prstGeom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4743BC0-7026-53CB-AA06-934E8C39328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500" t="33704" r="60785" b="62887"/>
          <a:stretch>
            <a:fillRect/>
          </a:stretch>
        </p:blipFill>
        <p:spPr>
          <a:xfrm>
            <a:off x="7357596" y="2536131"/>
            <a:ext cx="2647464" cy="2234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11FE278-B899-04DB-116E-5B36FEAAD3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187" t="35899" r="57943" b="54167"/>
          <a:stretch>
            <a:fillRect/>
          </a:stretch>
        </p:blipFill>
        <p:spPr>
          <a:xfrm>
            <a:off x="7344668" y="3832932"/>
            <a:ext cx="1275458" cy="411857"/>
          </a:xfrm>
          <a:prstGeom prst="rect">
            <a:avLst/>
          </a:prstGeom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4EF68AB-74A6-0372-2E37-3C34BEE5A4D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280" t="49630" r="61160" b="46961"/>
          <a:stretch>
            <a:fillRect/>
          </a:stretch>
        </p:blipFill>
        <p:spPr>
          <a:xfrm>
            <a:off x="7327799" y="3808047"/>
            <a:ext cx="2628614" cy="223416"/>
          </a:xfrm>
          <a:prstGeom prst="rect">
            <a:avLst/>
          </a:prstGeom>
        </p:spPr>
      </p:pic>
      <p:sp>
        <p:nvSpPr>
          <p:cNvPr id="15" name="Google Shape;136;p17">
            <a:extLst>
              <a:ext uri="{FF2B5EF4-FFF2-40B4-BE49-F238E27FC236}">
                <a16:creationId xmlns:a16="http://schemas.microsoft.com/office/drawing/2014/main" id="{150874F7-B362-0CBC-32F9-14ADF5AE846D}"/>
              </a:ext>
            </a:extLst>
          </p:cNvPr>
          <p:cNvSpPr/>
          <p:nvPr/>
        </p:nvSpPr>
        <p:spPr>
          <a:xfrm>
            <a:off x="7318375" y="3798638"/>
            <a:ext cx="2677258" cy="265492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BC9247-5C48-5423-E132-0E32AACD221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4213" t="77334" r="77558" b="17433"/>
          <a:stretch>
            <a:fillRect/>
          </a:stretch>
        </p:blipFill>
        <p:spPr>
          <a:xfrm>
            <a:off x="7345892" y="4865632"/>
            <a:ext cx="1307772" cy="43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48132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08FF718-CC3B-42B2-B144-CA4D33662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F3878A5-678B-E2AB-47DC-31FD515317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F0F85E0-61BF-1FCD-9ECF-977AF07E3967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this function to simplify the code from earlier!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A714F8A-3B6A-E31A-E6B1-93029896017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C3247A-4FE0-7915-3856-69FA9EE469C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D788B5D-79B4-F3DB-3155-70C44C853AF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1A84B12-CCF8-B91A-1E50-91F7031722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187" t="35899" r="57943" b="54167"/>
          <a:stretch>
            <a:fillRect/>
          </a:stretch>
        </p:blipFill>
        <p:spPr>
          <a:xfrm>
            <a:off x="7344668" y="2536131"/>
            <a:ext cx="1275458" cy="411857"/>
          </a:xfrm>
          <a:prstGeom prst="rect">
            <a:avLst/>
          </a:prstGeom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0D6647-81E0-6FE0-C48D-0A68DD71FF2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500" t="33704" r="60785" b="62887"/>
          <a:stretch>
            <a:fillRect/>
          </a:stretch>
        </p:blipFill>
        <p:spPr>
          <a:xfrm>
            <a:off x="7357596" y="2536131"/>
            <a:ext cx="2647464" cy="22341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1CB8C55-1806-6E7B-317D-BE6725A9DBE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4213" t="77334" r="77558" b="17433"/>
          <a:stretch>
            <a:fillRect/>
          </a:stretch>
        </p:blipFill>
        <p:spPr>
          <a:xfrm>
            <a:off x="7345892" y="4865632"/>
            <a:ext cx="1307772" cy="436618"/>
          </a:xfrm>
          <a:prstGeom prst="rect">
            <a:avLst/>
          </a:prstGeom>
        </p:spPr>
      </p:pic>
      <p:sp>
        <p:nvSpPr>
          <p:cNvPr id="8" name="Google Shape;136;p17">
            <a:extLst>
              <a:ext uri="{FF2B5EF4-FFF2-40B4-BE49-F238E27FC236}">
                <a16:creationId xmlns:a16="http://schemas.microsoft.com/office/drawing/2014/main" id="{DB518D10-9D82-9793-6E13-47FE7D25AC89}"/>
              </a:ext>
            </a:extLst>
          </p:cNvPr>
          <p:cNvSpPr/>
          <p:nvPr/>
        </p:nvSpPr>
        <p:spPr>
          <a:xfrm>
            <a:off x="7308949" y="4803406"/>
            <a:ext cx="1410846" cy="51477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8D84590-A425-943F-325A-7D7C271C4B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187" t="35899" r="57943" b="54167"/>
          <a:stretch>
            <a:fillRect/>
          </a:stretch>
        </p:blipFill>
        <p:spPr>
          <a:xfrm>
            <a:off x="7344668" y="3832932"/>
            <a:ext cx="1275458" cy="411857"/>
          </a:xfrm>
          <a:prstGeom prst="rect">
            <a:avLst/>
          </a:prstGeom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6407CED-8549-3F0C-DBAB-D32FAF2AB6D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280" t="49630" r="61160" b="46961"/>
          <a:stretch>
            <a:fillRect/>
          </a:stretch>
        </p:blipFill>
        <p:spPr>
          <a:xfrm>
            <a:off x="7327799" y="3808047"/>
            <a:ext cx="2628614" cy="223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23936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88BD301-4104-7696-598F-0273CABA2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615B47F-C7E5-02B7-28ED-4DBFAC6435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56F31BE-E4AD-9EC7-151E-CD21BF111924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this function to simplify the code from earlier!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D8BF49B-3AEF-1D95-E107-AEEB7818FBC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63DBE3-8132-71A1-C1CE-A95EA88E37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3BDCB6-7571-909C-3E47-AFEE04666F0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FC4D39A-F154-3A25-7CEB-18689E50AB0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187" t="35899" r="57943" b="54167"/>
          <a:stretch>
            <a:fillRect/>
          </a:stretch>
        </p:blipFill>
        <p:spPr>
          <a:xfrm>
            <a:off x="7353277" y="4854862"/>
            <a:ext cx="1275458" cy="411857"/>
          </a:xfrm>
          <a:prstGeom prst="rect">
            <a:avLst/>
          </a:prstGeom>
          <a:ln>
            <a:noFill/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06E26F2-77FD-ABF9-421B-C492DB5ACC8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300" t="62820" r="61140" b="33771"/>
          <a:stretch>
            <a:fillRect/>
          </a:stretch>
        </p:blipFill>
        <p:spPr>
          <a:xfrm>
            <a:off x="7332561" y="4827237"/>
            <a:ext cx="2628614" cy="22341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6419AD9-7BD6-7CA9-9666-40E116EAA1B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4108" t="80988" r="69121" b="15705"/>
          <a:stretch>
            <a:fillRect/>
          </a:stretch>
        </p:blipFill>
        <p:spPr>
          <a:xfrm>
            <a:off x="7339388" y="4803405"/>
            <a:ext cx="2659309" cy="275291"/>
          </a:xfrm>
          <a:prstGeom prst="rect">
            <a:avLst/>
          </a:prstGeom>
        </p:spPr>
      </p:pic>
      <p:sp>
        <p:nvSpPr>
          <p:cNvPr id="17" name="Google Shape;136;p17">
            <a:extLst>
              <a:ext uri="{FF2B5EF4-FFF2-40B4-BE49-F238E27FC236}">
                <a16:creationId xmlns:a16="http://schemas.microsoft.com/office/drawing/2014/main" id="{CAD17D41-D5D6-E44E-F03E-5AB882DA6E45}"/>
              </a:ext>
            </a:extLst>
          </p:cNvPr>
          <p:cNvSpPr/>
          <p:nvPr/>
        </p:nvSpPr>
        <p:spPr>
          <a:xfrm>
            <a:off x="7318375" y="4803406"/>
            <a:ext cx="2638038" cy="25773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43002A7-AFE4-1E3D-960B-5542C56243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187" t="35899" r="57943" b="54167"/>
          <a:stretch>
            <a:fillRect/>
          </a:stretch>
        </p:blipFill>
        <p:spPr>
          <a:xfrm>
            <a:off x="7344668" y="2536131"/>
            <a:ext cx="1275458" cy="411857"/>
          </a:xfrm>
          <a:prstGeom prst="rect">
            <a:avLst/>
          </a:prstGeom>
          <a:ln>
            <a:noFill/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CDC89A4-EB40-7292-F989-53231ACE996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500" t="33704" r="60785" b="62887"/>
          <a:stretch>
            <a:fillRect/>
          </a:stretch>
        </p:blipFill>
        <p:spPr>
          <a:xfrm>
            <a:off x="7357596" y="2536131"/>
            <a:ext cx="2647464" cy="22341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B77E615-2E81-1CB1-F043-3D28981D6A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187" t="35899" r="57943" b="54167"/>
          <a:stretch>
            <a:fillRect/>
          </a:stretch>
        </p:blipFill>
        <p:spPr>
          <a:xfrm>
            <a:off x="7344668" y="3832932"/>
            <a:ext cx="1275458" cy="411857"/>
          </a:xfrm>
          <a:prstGeom prst="rect">
            <a:avLst/>
          </a:prstGeom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985C518-FEA6-FF87-EAF5-DE7D89FE7E9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280" t="49630" r="61160" b="46961"/>
          <a:stretch>
            <a:fillRect/>
          </a:stretch>
        </p:blipFill>
        <p:spPr>
          <a:xfrm>
            <a:off x="7327799" y="3808047"/>
            <a:ext cx="2628614" cy="223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58035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50BDA55-6CB1-1DC2-4CBC-2D00C1DC2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9FB05D7-DB95-85AF-677E-4135CE2BEC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CE32F9A-E510-A800-C65C-5F05DA7E8072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this function to simplify the code from earlier!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3BF0B29-9E5E-2D52-C49C-74BFA223068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E56C926-7C45-5BA2-0B8B-7172A85BE7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7318375" y="2244776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29A3E31-05FC-CC71-9FA6-6183027DCC3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B7255AD-7FCF-F477-76D1-B5B361D4E5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187" t="35899" r="57943" b="54167"/>
          <a:stretch>
            <a:fillRect/>
          </a:stretch>
        </p:blipFill>
        <p:spPr>
          <a:xfrm>
            <a:off x="7353277" y="4854862"/>
            <a:ext cx="1275458" cy="411857"/>
          </a:xfrm>
          <a:prstGeom prst="rect">
            <a:avLst/>
          </a:prstGeom>
          <a:ln>
            <a:noFill/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604D0E6-56E3-4CD0-642C-FCE36204455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300" t="62820" r="61140" b="33771"/>
          <a:stretch>
            <a:fillRect/>
          </a:stretch>
        </p:blipFill>
        <p:spPr>
          <a:xfrm>
            <a:off x="7332561" y="4827237"/>
            <a:ext cx="2628614" cy="22341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407FE76-6E51-2FD8-4EB7-B2657CD28B4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4108" t="80988" r="69121" b="15705"/>
          <a:stretch>
            <a:fillRect/>
          </a:stretch>
        </p:blipFill>
        <p:spPr>
          <a:xfrm>
            <a:off x="7339388" y="4803405"/>
            <a:ext cx="2659309" cy="2752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D08291B-F53B-58D7-84FD-F26DF5E4AF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187" t="35899" r="57943" b="54167"/>
          <a:stretch>
            <a:fillRect/>
          </a:stretch>
        </p:blipFill>
        <p:spPr>
          <a:xfrm>
            <a:off x="7344668" y="2536131"/>
            <a:ext cx="1275458" cy="411857"/>
          </a:xfrm>
          <a:prstGeom prst="rect">
            <a:avLst/>
          </a:prstGeom>
          <a:ln>
            <a:noFill/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F519804-C330-ABBB-8D89-C0D5D383BC9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500" t="33704" r="60785" b="62887"/>
          <a:stretch>
            <a:fillRect/>
          </a:stretch>
        </p:blipFill>
        <p:spPr>
          <a:xfrm>
            <a:off x="7357596" y="2536131"/>
            <a:ext cx="2647464" cy="22341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154FD66-F809-C96E-D93E-54FCF99C55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187" t="35899" r="57943" b="54167"/>
          <a:stretch>
            <a:fillRect/>
          </a:stretch>
        </p:blipFill>
        <p:spPr>
          <a:xfrm>
            <a:off x="7344668" y="3832932"/>
            <a:ext cx="1275458" cy="411857"/>
          </a:xfrm>
          <a:prstGeom prst="rect">
            <a:avLst/>
          </a:prstGeom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6ED577B-7236-29CD-C256-1B62315A144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280" t="49630" r="61160" b="46961"/>
          <a:stretch>
            <a:fillRect/>
          </a:stretch>
        </p:blipFill>
        <p:spPr>
          <a:xfrm>
            <a:off x="7327799" y="3808047"/>
            <a:ext cx="2628614" cy="223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49949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1DD5892-5BCD-9147-0D97-2E98829E1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7C44256-410F-3B08-DE2E-F8321D44A7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0C258CE-10A2-BB65-75D6-8560940CF6BE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this function to simplify the code from earlier!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6EEBFA5-1EDF-183E-180D-CF2075237B1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4888C98-3F6E-A25F-2B41-39E161A639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2012950" y="2902615"/>
            <a:ext cx="4006811" cy="16979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FEF272-4FFE-55F3-78A9-F2A2481D9CC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187" t="35899" r="57943" b="54167"/>
          <a:stretch>
            <a:fillRect/>
          </a:stretch>
        </p:blipFill>
        <p:spPr>
          <a:xfrm>
            <a:off x="7344668" y="2536131"/>
            <a:ext cx="1275458" cy="411857"/>
          </a:xfrm>
          <a:prstGeom prst="rect">
            <a:avLst/>
          </a:prstGeom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6139B4-75E8-891C-0F1A-6456FDD27F6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187" t="35899" r="57943" b="54167"/>
          <a:stretch>
            <a:fillRect/>
          </a:stretch>
        </p:blipFill>
        <p:spPr>
          <a:xfrm>
            <a:off x="7344668" y="3832932"/>
            <a:ext cx="1275458" cy="411857"/>
          </a:xfrm>
          <a:prstGeom prst="rect">
            <a:avLst/>
          </a:prstGeom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7AAF25-E007-CE60-DEB2-BC7393E2132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179" t="29934" r="50347" b="33362"/>
          <a:stretch>
            <a:fillRect/>
          </a:stretch>
        </p:blipFill>
        <p:spPr>
          <a:xfrm>
            <a:off x="7318375" y="2289174"/>
            <a:ext cx="3959225" cy="24053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DE08BD7-19B1-7ADD-898B-29226389ED3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4108" t="80988" r="69121" b="15705"/>
          <a:stretch>
            <a:fillRect/>
          </a:stretch>
        </p:blipFill>
        <p:spPr>
          <a:xfrm>
            <a:off x="7335309" y="4416175"/>
            <a:ext cx="2689072" cy="278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67826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A9CE303-CE8C-0D9D-E1CB-571614E21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7099684-C74D-3D4B-A1A6-3FA5EDA584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322DBB9-8A1E-1A02-B3FF-15A0A9B3ECA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8/12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118555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646A2F9-993C-AC3A-9DB8-8C3FB8D64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4A3899E-1986-BF87-0A62-1A1113D098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7F496F7-E39F-52E6-DF2D-2B304D76A4F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B11D9C-F8CD-D444-F15C-B39493490B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1774825" y="2470149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98;p20">
            <a:extLst>
              <a:ext uri="{FF2B5EF4-FFF2-40B4-BE49-F238E27FC236}">
                <a16:creationId xmlns:a16="http://schemas.microsoft.com/office/drawing/2014/main" id="{6C970998-131F-3C78-2C28-F5AAC21B0546}"/>
              </a:ext>
            </a:extLst>
          </p:cNvPr>
          <p:cNvSpPr txBox="1"/>
          <p:nvPr/>
        </p:nvSpPr>
        <p:spPr>
          <a:xfrm>
            <a:off x="1742372" y="1997542"/>
            <a:ext cx="4250749" cy="1169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We’ve reduced this…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43D1CD0-4403-3CE4-DD00-8FF157E0C64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213" t="77334" r="77558" b="17433"/>
          <a:stretch>
            <a:fillRect/>
          </a:stretch>
        </p:blipFill>
        <p:spPr>
          <a:xfrm>
            <a:off x="1806575" y="5086293"/>
            <a:ext cx="1307772" cy="43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46035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94DB7D0-7EFA-D707-166B-C34367833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5001B39-3B6F-12FA-8E91-6D606A268A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546B64E-FA31-187E-EC21-A32B918BE3F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5DDE727-F3EA-360C-A8ED-16FA0330A4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187" t="35899" r="57943" b="54167"/>
          <a:stretch>
            <a:fillRect/>
          </a:stretch>
        </p:blipFill>
        <p:spPr>
          <a:xfrm>
            <a:off x="6744593" y="2536131"/>
            <a:ext cx="1275458" cy="411857"/>
          </a:xfrm>
          <a:prstGeom prst="rect">
            <a:avLst/>
          </a:prstGeom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8BA5046-14A3-8930-575B-3646E1116D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187" t="35899" r="57943" b="54167"/>
          <a:stretch>
            <a:fillRect/>
          </a:stretch>
        </p:blipFill>
        <p:spPr>
          <a:xfrm>
            <a:off x="6744593" y="3832932"/>
            <a:ext cx="1275458" cy="411857"/>
          </a:xfrm>
          <a:prstGeom prst="rect">
            <a:avLst/>
          </a:prstGeom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1CB63B5-3791-1126-F521-A0FCF9600B2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79" t="29934" r="50347" b="33362"/>
          <a:stretch>
            <a:fillRect/>
          </a:stretch>
        </p:blipFill>
        <p:spPr>
          <a:xfrm>
            <a:off x="6718300" y="2289174"/>
            <a:ext cx="3959225" cy="24053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B219A9E-78B2-5FD8-5A7F-8C4D0F906B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62" t="34302" r="50365" b="18798"/>
          <a:stretch>
            <a:fillRect/>
          </a:stretch>
        </p:blipFill>
        <p:spPr>
          <a:xfrm>
            <a:off x="1774825" y="2470149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98;p20">
            <a:extLst>
              <a:ext uri="{FF2B5EF4-FFF2-40B4-BE49-F238E27FC236}">
                <a16:creationId xmlns:a16="http://schemas.microsoft.com/office/drawing/2014/main" id="{4E39B622-5468-A5A0-BA24-13F9F82CDDE9}"/>
              </a:ext>
            </a:extLst>
          </p:cNvPr>
          <p:cNvSpPr txBox="1"/>
          <p:nvPr/>
        </p:nvSpPr>
        <p:spPr>
          <a:xfrm>
            <a:off x="1742372" y="1997542"/>
            <a:ext cx="4250749" cy="1169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We’ve reduced this…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98;p20">
            <a:extLst>
              <a:ext uri="{FF2B5EF4-FFF2-40B4-BE49-F238E27FC236}">
                <a16:creationId xmlns:a16="http://schemas.microsoft.com/office/drawing/2014/main" id="{FC478512-36A2-4E78-5F75-C398340FDF26}"/>
              </a:ext>
            </a:extLst>
          </p:cNvPr>
          <p:cNvSpPr txBox="1"/>
          <p:nvPr/>
        </p:nvSpPr>
        <p:spPr>
          <a:xfrm>
            <a:off x="6718300" y="1822210"/>
            <a:ext cx="4250749" cy="1169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To this…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CD1658-5FA9-51EB-1403-C6D4C351C0E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4108" t="80988" r="69121" b="16055"/>
          <a:stretch>
            <a:fillRect/>
          </a:stretch>
        </p:blipFill>
        <p:spPr>
          <a:xfrm>
            <a:off x="6744594" y="4413250"/>
            <a:ext cx="2657640" cy="2571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DFB3590-09BE-4996-D2FC-DD457A2F9C9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4213" t="77334" r="77558" b="17433"/>
          <a:stretch>
            <a:fillRect/>
          </a:stretch>
        </p:blipFill>
        <p:spPr>
          <a:xfrm>
            <a:off x="1806575" y="5086293"/>
            <a:ext cx="1307772" cy="43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68004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986D5EE-30A8-E6B7-5956-0AAF46995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26C452E-D7C6-4D78-6FD1-3447A22B63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C4DE603-5328-0BE5-506F-0EF674B528F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87CE4F2-8E9D-0812-97F0-CD53A235F4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46" t="35220" r="56315" b="43778"/>
          <a:stretch>
            <a:fillRect/>
          </a:stretch>
        </p:blipFill>
        <p:spPr>
          <a:xfrm>
            <a:off x="6744593" y="4941504"/>
            <a:ext cx="3051136" cy="12929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4589E4-8191-AC3A-EEE7-FA123A092CC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187" t="35899" r="57943" b="54167"/>
          <a:stretch>
            <a:fillRect/>
          </a:stretch>
        </p:blipFill>
        <p:spPr>
          <a:xfrm>
            <a:off x="6744593" y="2536131"/>
            <a:ext cx="1275458" cy="411857"/>
          </a:xfrm>
          <a:prstGeom prst="rect">
            <a:avLst/>
          </a:prstGeom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2B023AA-1E48-5DA8-8D4E-B2000F03DC6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187" t="35899" r="57943" b="54167"/>
          <a:stretch>
            <a:fillRect/>
          </a:stretch>
        </p:blipFill>
        <p:spPr>
          <a:xfrm>
            <a:off x="6744593" y="3832932"/>
            <a:ext cx="1275458" cy="411857"/>
          </a:xfrm>
          <a:prstGeom prst="rect">
            <a:avLst/>
          </a:prstGeom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94E3899-154D-DFB1-0052-F26B5E7158B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179" t="29934" r="50347" b="33362"/>
          <a:stretch>
            <a:fillRect/>
          </a:stretch>
        </p:blipFill>
        <p:spPr>
          <a:xfrm>
            <a:off x="6718300" y="2289174"/>
            <a:ext cx="3959225" cy="24053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62B0865-D99A-0874-6181-D7E78B8A6F6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62" t="34302" r="50365" b="18798"/>
          <a:stretch>
            <a:fillRect/>
          </a:stretch>
        </p:blipFill>
        <p:spPr>
          <a:xfrm>
            <a:off x="1774825" y="2470149"/>
            <a:ext cx="3959225" cy="30734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98;p20">
            <a:extLst>
              <a:ext uri="{FF2B5EF4-FFF2-40B4-BE49-F238E27FC236}">
                <a16:creationId xmlns:a16="http://schemas.microsoft.com/office/drawing/2014/main" id="{4C50B623-6B45-E159-2F02-8B268B2AA8B2}"/>
              </a:ext>
            </a:extLst>
          </p:cNvPr>
          <p:cNvSpPr txBox="1"/>
          <p:nvPr/>
        </p:nvSpPr>
        <p:spPr>
          <a:xfrm>
            <a:off x="1742372" y="1997542"/>
            <a:ext cx="4250749" cy="1169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We’ve reduced this…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98;p20">
            <a:extLst>
              <a:ext uri="{FF2B5EF4-FFF2-40B4-BE49-F238E27FC236}">
                <a16:creationId xmlns:a16="http://schemas.microsoft.com/office/drawing/2014/main" id="{86D8A07E-8494-BCC5-F68D-A1439D07D194}"/>
              </a:ext>
            </a:extLst>
          </p:cNvPr>
          <p:cNvSpPr txBox="1"/>
          <p:nvPr/>
        </p:nvSpPr>
        <p:spPr>
          <a:xfrm>
            <a:off x="6718300" y="1822210"/>
            <a:ext cx="4250749" cy="1169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To this…</a:t>
            </a: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9AC970-BE6C-313E-20BA-8EE0ABEB218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4108" t="80988" r="69121" b="16055"/>
          <a:stretch>
            <a:fillRect/>
          </a:stretch>
        </p:blipFill>
        <p:spPr>
          <a:xfrm>
            <a:off x="6744594" y="4413250"/>
            <a:ext cx="2657640" cy="2571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DE4F30F-6B5E-746E-3801-7338F88341D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213" t="77334" r="77558" b="17433"/>
          <a:stretch>
            <a:fillRect/>
          </a:stretch>
        </p:blipFill>
        <p:spPr>
          <a:xfrm>
            <a:off x="1806575" y="5086293"/>
            <a:ext cx="1307772" cy="43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49212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B77ABDD-8BF4-E771-509A-B3C3D403F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D26C060-7AF0-531F-A22D-55A64258CD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3D4946E-F1DC-7DC0-1E51-1125D74DE494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Functions are useful for a number of reasons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DB7DCE-D813-4AEA-F94D-4026751433B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9/12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651693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A64D3CD-B5D0-E9E8-04CA-A3B79D904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5A9E498-DB00-33CB-ADD3-1CFD3C77B8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A8788C2-D183-E5A1-F15A-B7CE327E487C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Functions are useful for a number of reasons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Reduce repetitiveness in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BB26D44-18F1-8E6D-D34D-2FBBC79D266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9/12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454158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D4B7604-65D3-87E8-BA44-4F78B5E39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A5C13DF-A832-0BF1-AAB6-8681C361F1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2E47439-ADEC-3520-6922-7D60B853EA39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Functions are useful for a number of reasons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Reduce repetitiveness in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Help organise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30C3A31-F5BE-7961-C42C-5ABCDF1BB9D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9/12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738889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F77130C-29C3-A5B4-0D54-A385E70D9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333471B-3A4C-C162-CF62-9B2CE8D293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F79ACC8-EA62-99E3-84DF-A7CF928C28FC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Functions are useful for a number of reasons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Reduce repetitiveness in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Help organise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Easier to edit, maintain and debug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B2B5EB2-98ED-7BB1-8E4A-AAD2338BBB5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9/12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905457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44E87AB-3AB8-A10E-327A-05EDB11EA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65169BF-C6B8-5BCC-5B62-9785649561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7C881D8-6816-2792-C751-C302987499B1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Functions are useful for a number of reasons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Reduce repetitiveness in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Help organise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Easier to edit, maintain and debug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Makes code easier to share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BDB24B5-71E1-A6A1-BFB6-87502865261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9/12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557859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DF53265-F822-89FC-2551-3B794AE7E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0E9EEA7-E865-4256-079D-AEDFA841E5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F3F18CC-4EA6-C34F-7FC0-EA7A1D2731BF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Functions are useful for a number of reasons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Reduce repetitiveness in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Help organise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Easier to edit, maintain and debug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Makes code easier to share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168AA8F-989A-9C70-C054-479E4E6BCFD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" name="Picture 3" descr="A cartoon of a child standing next to a computer&#10;&#10;AI-generated content may be incorrect.">
            <a:extLst>
              <a:ext uri="{FF2B5EF4-FFF2-40B4-BE49-F238E27FC236}">
                <a16:creationId xmlns:a16="http://schemas.microsoft.com/office/drawing/2014/main" id="{AEB296B4-D108-1FE9-ED2E-C7536FAFC3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300" y="2375525"/>
            <a:ext cx="4110150" cy="2761676"/>
          </a:xfrm>
          <a:prstGeom prst="rect">
            <a:avLst/>
          </a:prstGeom>
        </p:spPr>
      </p:pic>
      <p:pic>
        <p:nvPicPr>
          <p:cNvPr id="6" name="Picture 5" descr="Cartoon a child throwing a computer into a child&#10;&#10;AI-generated content may be incorrect.">
            <a:extLst>
              <a:ext uri="{FF2B5EF4-FFF2-40B4-BE49-F238E27FC236}">
                <a16:creationId xmlns:a16="http://schemas.microsoft.com/office/drawing/2014/main" id="{5FA18E97-900B-0238-4EB3-53EFAC5FD2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4798" y="2375525"/>
            <a:ext cx="4110150" cy="2761676"/>
          </a:xfrm>
          <a:prstGeom prst="rect">
            <a:avLst/>
          </a:prstGeom>
        </p:spPr>
      </p:pic>
      <p:pic>
        <p:nvPicPr>
          <p:cNvPr id="8" name="Picture 7" descr="Cartoon of a child holding a computer and waving&#10;&#10;AI-generated content may be incorrect.">
            <a:extLst>
              <a:ext uri="{FF2B5EF4-FFF2-40B4-BE49-F238E27FC236}">
                <a16:creationId xmlns:a16="http://schemas.microsoft.com/office/drawing/2014/main" id="{B454947D-0426-E749-04AB-100AF4BEF1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2300" y="2375525"/>
            <a:ext cx="4110150" cy="2761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79724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1A89F37-64F9-FA6A-9EAD-0A40BF001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24843EE-8BAF-D38F-1C4E-5E058B705A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C0D4579-36F9-8C14-2684-AF8DAEBA375E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Functions are useful for a number of reasons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Reduce repetitiveness in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Help organise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Easier to edit, maintain and debug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Makes code easier to share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77FCEC4-FE10-771B-01D7-D60886B9346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" name="Picture 3" descr="A cartoon of a child standing next to a computer&#10;&#10;AI-generated content may be incorrect.">
            <a:extLst>
              <a:ext uri="{FF2B5EF4-FFF2-40B4-BE49-F238E27FC236}">
                <a16:creationId xmlns:a16="http://schemas.microsoft.com/office/drawing/2014/main" id="{FB770385-7F6B-1133-B95E-A501E62DC8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300" y="2375525"/>
            <a:ext cx="4110150" cy="2761676"/>
          </a:xfrm>
          <a:prstGeom prst="rect">
            <a:avLst/>
          </a:prstGeom>
        </p:spPr>
      </p:pic>
      <p:pic>
        <p:nvPicPr>
          <p:cNvPr id="6" name="Picture 5" descr="Cartoon a child throwing a computer into a child&#10;&#10;AI-generated content may be incorrect.">
            <a:extLst>
              <a:ext uri="{FF2B5EF4-FFF2-40B4-BE49-F238E27FC236}">
                <a16:creationId xmlns:a16="http://schemas.microsoft.com/office/drawing/2014/main" id="{8EDA4EF7-3914-1BD6-4ECD-7936A42D3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4798" y="2375525"/>
            <a:ext cx="4110150" cy="2761676"/>
          </a:xfrm>
          <a:prstGeom prst="rect">
            <a:avLst/>
          </a:prstGeom>
        </p:spPr>
      </p:pic>
      <p:pic>
        <p:nvPicPr>
          <p:cNvPr id="8" name="Picture 7" descr="Cartoon of a child holding a computer and waving&#10;&#10;AI-generated content may be incorrect.">
            <a:extLst>
              <a:ext uri="{FF2B5EF4-FFF2-40B4-BE49-F238E27FC236}">
                <a16:creationId xmlns:a16="http://schemas.microsoft.com/office/drawing/2014/main" id="{0ED35A76-BA00-F0B6-E3A1-AFD237A902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2300" y="2375525"/>
            <a:ext cx="4110150" cy="2761676"/>
          </a:xfrm>
          <a:prstGeom prst="rect">
            <a:avLst/>
          </a:prstGeom>
        </p:spPr>
      </p:pic>
      <p:sp>
        <p:nvSpPr>
          <p:cNvPr id="9" name="Google Shape;198;p20">
            <a:extLst>
              <a:ext uri="{FF2B5EF4-FFF2-40B4-BE49-F238E27FC236}">
                <a16:creationId xmlns:a16="http://schemas.microsoft.com/office/drawing/2014/main" id="{D22B4307-0BD0-81AD-2AF6-05934F6B6056}"/>
              </a:ext>
            </a:extLst>
          </p:cNvPr>
          <p:cNvSpPr txBox="1"/>
          <p:nvPr/>
        </p:nvSpPr>
        <p:spPr>
          <a:xfrm>
            <a:off x="8699166" y="2268066"/>
            <a:ext cx="2578434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Hey can you share that bit of code with me?</a:t>
            </a:r>
            <a:endParaRPr sz="1600" b="1" dirty="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1623051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954FAF8-5835-EBA2-7641-F0EE8AFED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3DFA5D2-5CF7-9E31-9AA0-EA709F4C69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C71A310-41A1-5A71-81ED-911FE63E29F1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Functions are useful for a number of reasons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Reduce repetitiveness in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Help organise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Easier to edit, maintain and debug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Makes code easier to share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44CF6FC-F6AB-C6F0-AF8B-52F149A303E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" name="Picture 3" descr="A cartoon of a child standing next to a computer&#10;&#10;AI-generated content may be incorrect.">
            <a:extLst>
              <a:ext uri="{FF2B5EF4-FFF2-40B4-BE49-F238E27FC236}">
                <a16:creationId xmlns:a16="http://schemas.microsoft.com/office/drawing/2014/main" id="{B04F3837-F661-8260-5DF1-52F9F0C8E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300" y="2375525"/>
            <a:ext cx="4110150" cy="2761676"/>
          </a:xfrm>
          <a:prstGeom prst="rect">
            <a:avLst/>
          </a:prstGeom>
        </p:spPr>
      </p:pic>
      <p:pic>
        <p:nvPicPr>
          <p:cNvPr id="6" name="Picture 5" descr="Cartoon a child throwing a computer into a child&#10;&#10;AI-generated content may be incorrect.">
            <a:extLst>
              <a:ext uri="{FF2B5EF4-FFF2-40B4-BE49-F238E27FC236}">
                <a16:creationId xmlns:a16="http://schemas.microsoft.com/office/drawing/2014/main" id="{C0BEF02F-8859-ED2F-2C27-45B92BA20F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4798" y="2375525"/>
            <a:ext cx="4110150" cy="2761676"/>
          </a:xfrm>
          <a:prstGeom prst="rect">
            <a:avLst/>
          </a:prstGeom>
        </p:spPr>
      </p:pic>
      <p:pic>
        <p:nvPicPr>
          <p:cNvPr id="8" name="Picture 7" descr="Cartoon of a child holding a computer and waving&#10;&#10;AI-generated content may be incorrect.">
            <a:extLst>
              <a:ext uri="{FF2B5EF4-FFF2-40B4-BE49-F238E27FC236}">
                <a16:creationId xmlns:a16="http://schemas.microsoft.com/office/drawing/2014/main" id="{7037EE1A-361A-B2A9-FAF7-788423D670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2300" y="2375525"/>
            <a:ext cx="4110150" cy="2761676"/>
          </a:xfrm>
          <a:prstGeom prst="rect">
            <a:avLst/>
          </a:prstGeom>
        </p:spPr>
      </p:pic>
      <p:sp>
        <p:nvSpPr>
          <p:cNvPr id="10" name="Google Shape;198;p20">
            <a:extLst>
              <a:ext uri="{FF2B5EF4-FFF2-40B4-BE49-F238E27FC236}">
                <a16:creationId xmlns:a16="http://schemas.microsoft.com/office/drawing/2014/main" id="{86DCEF75-F509-CA5F-8068-187F6826853F}"/>
              </a:ext>
            </a:extLst>
          </p:cNvPr>
          <p:cNvSpPr txBox="1"/>
          <p:nvPr/>
        </p:nvSpPr>
        <p:spPr>
          <a:xfrm>
            <a:off x="6546516" y="2518087"/>
            <a:ext cx="2578434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chemeClr val="accent2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Sure!</a:t>
            </a:r>
            <a:endParaRPr sz="1600" b="1" dirty="0">
              <a:solidFill>
                <a:schemeClr val="accent2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27198279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1E0588C-1836-3C5F-3C94-E869C625C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ACEB93F-AB91-910A-4499-4F4A47C343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3938214-2D2A-89A8-2A7D-EA699FD0A8B4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Functions are useful for a number of reasons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Reduce repetitiveness in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Help organise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Easier to edit, maintain and debug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Makes code easier to share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CE0B43D-C052-4C27-40A2-2FE4A43017A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" name="Picture 3" descr="A cartoon of a child standing next to a computer&#10;&#10;AI-generated content may be incorrect.">
            <a:extLst>
              <a:ext uri="{FF2B5EF4-FFF2-40B4-BE49-F238E27FC236}">
                <a16:creationId xmlns:a16="http://schemas.microsoft.com/office/drawing/2014/main" id="{61153FEC-21AE-008E-8A20-C8AA6211FE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300" y="2375525"/>
            <a:ext cx="4110150" cy="2761676"/>
          </a:xfrm>
          <a:prstGeom prst="rect">
            <a:avLst/>
          </a:prstGeom>
        </p:spPr>
      </p:pic>
      <p:pic>
        <p:nvPicPr>
          <p:cNvPr id="6" name="Picture 5" descr="Cartoon a child throwing a computer into a child&#10;&#10;AI-generated content may be incorrect.">
            <a:extLst>
              <a:ext uri="{FF2B5EF4-FFF2-40B4-BE49-F238E27FC236}">
                <a16:creationId xmlns:a16="http://schemas.microsoft.com/office/drawing/2014/main" id="{89AECB0B-2A2D-02D8-5567-A2E4F92B7D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4798" y="2375525"/>
            <a:ext cx="4110150" cy="2761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52080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613D76B-EEC3-5AE4-24A2-792E508FC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DFC0E82-7C41-75A9-9A04-750618FE28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BD8AC74-AF71-18F0-AAB9-70FB5409AB9D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Functions are useful for a number of reasons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Reduce repetitiveness in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Help organise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Easier to edit, maintain and debug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Makes code easier to share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87D0331-B1D0-6474-217F-56C6458A4AC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" name="Picture 3" descr="A cartoon of a child standing next to a computer&#10;&#10;AI-generated content may be incorrect.">
            <a:extLst>
              <a:ext uri="{FF2B5EF4-FFF2-40B4-BE49-F238E27FC236}">
                <a16:creationId xmlns:a16="http://schemas.microsoft.com/office/drawing/2014/main" id="{803AFE26-A612-C697-B8FA-B5B29DDA1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300" y="2375525"/>
            <a:ext cx="4110150" cy="2761676"/>
          </a:xfrm>
          <a:prstGeom prst="rect">
            <a:avLst/>
          </a:prstGeom>
        </p:spPr>
      </p:pic>
      <p:pic>
        <p:nvPicPr>
          <p:cNvPr id="6" name="Picture 5" descr="Cartoon a child throwing a computer into a child&#10;&#10;AI-generated content may be incorrect.">
            <a:extLst>
              <a:ext uri="{FF2B5EF4-FFF2-40B4-BE49-F238E27FC236}">
                <a16:creationId xmlns:a16="http://schemas.microsoft.com/office/drawing/2014/main" id="{098062BA-C99B-49D2-4355-8D0D067283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4798" y="2375525"/>
            <a:ext cx="4110150" cy="2761676"/>
          </a:xfrm>
          <a:prstGeom prst="rect">
            <a:avLst/>
          </a:prstGeom>
        </p:spPr>
      </p:pic>
      <p:sp>
        <p:nvSpPr>
          <p:cNvPr id="13" name="Google Shape;198;p20">
            <a:extLst>
              <a:ext uri="{FF2B5EF4-FFF2-40B4-BE49-F238E27FC236}">
                <a16:creationId xmlns:a16="http://schemas.microsoft.com/office/drawing/2014/main" id="{ADAA08C6-84D0-20D5-78F0-3B2C7879497D}"/>
              </a:ext>
            </a:extLst>
          </p:cNvPr>
          <p:cNvSpPr txBox="1"/>
          <p:nvPr/>
        </p:nvSpPr>
        <p:spPr>
          <a:xfrm rot="19325154">
            <a:off x="8316683" y="3417855"/>
            <a:ext cx="1421384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Entire codebase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97795798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9A32157-435F-E067-A204-6B9CD3FDA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E4A3168-0057-DBDA-7BE5-64AB04617D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1AA9472-CF1B-43FC-41F8-B1E30BDE8629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Functions are useful for a number of reasons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Reduce repetitiveness in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Help organise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Easier to edit, maintain and debug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Makes code easier to share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E1FA79F-4F45-E410-5E46-73A23892569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" name="Picture 3" descr="A cartoon of a child standing next to a computer&#10;&#10;AI-generated content may be incorrect.">
            <a:extLst>
              <a:ext uri="{FF2B5EF4-FFF2-40B4-BE49-F238E27FC236}">
                <a16:creationId xmlns:a16="http://schemas.microsoft.com/office/drawing/2014/main" id="{A4D88C69-8EA5-2B52-945E-A9E80EB376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300" y="2375525"/>
            <a:ext cx="4110150" cy="2761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38668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663F071-B6C1-B512-44B9-80585A83B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22D8A5C-105B-4D48-D56C-70C9980889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Motivation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EFF9EC7-F5E9-1BAC-8F03-628FFB84DB23}"/>
              </a:ext>
            </a:extLst>
          </p:cNvPr>
          <p:cNvSpPr txBox="1"/>
          <p:nvPr/>
        </p:nvSpPr>
        <p:spPr>
          <a:xfrm>
            <a:off x="1176379" y="1882572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Functions are useful for a number of reasons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Reduce repetitiveness in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Help organise code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Easier to edit, maintain and debug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Makes code easier to share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Improve readability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0ADCC8D-C2DD-3F73-CA5B-24AA352D535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" name="Picture 3" descr="A cartoon of a child standing next to a computer&#10;&#10;AI-generated content may be incorrect.">
            <a:extLst>
              <a:ext uri="{FF2B5EF4-FFF2-40B4-BE49-F238E27FC236}">
                <a16:creationId xmlns:a16="http://schemas.microsoft.com/office/drawing/2014/main" id="{09D3DB1A-50A8-BD32-5ECC-13B1E27609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300" y="2375525"/>
            <a:ext cx="4110150" cy="2761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8170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153372C-CEE9-FB08-BFE4-3428E151B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246B1FF-60D1-AAFF-C1E5-AA8B7E995F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33" t="57461" r="55937" b="21754"/>
          <a:stretch>
            <a:fillRect/>
          </a:stretch>
        </p:blipFill>
        <p:spPr>
          <a:xfrm>
            <a:off x="7692271" y="2381250"/>
            <a:ext cx="3271003" cy="13620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65823B3-ECE3-CBAC-96A3-F3DD47D530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Inputs and Outputs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99A6668-A72D-6E70-7515-557D304F181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3676C7-B608-5F98-C5F3-FB2911852D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33" t="31541" r="55937" b="47674"/>
          <a:stretch>
            <a:fillRect/>
          </a:stretch>
        </p:blipFill>
        <p:spPr>
          <a:xfrm>
            <a:off x="7692271" y="2381250"/>
            <a:ext cx="3271003" cy="13620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3146863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45830C8-FFB3-CFA2-9588-CA69FAE10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4BF9523-6A14-6C8C-CFC2-6D47924A29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33" t="57461" r="55937" b="21754"/>
          <a:stretch>
            <a:fillRect/>
          </a:stretch>
        </p:blipFill>
        <p:spPr>
          <a:xfrm>
            <a:off x="7692271" y="2381250"/>
            <a:ext cx="3271003" cy="13620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184B4C8-DDEB-DF7C-FB46-F22213C397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Inputs and Outputs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9351305-068A-6980-8DCE-2E29DFFAC3A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296514E-2AF0-A796-7EAC-7CED62319B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33" t="31541" r="55937" b="47674"/>
          <a:stretch>
            <a:fillRect/>
          </a:stretch>
        </p:blipFill>
        <p:spPr>
          <a:xfrm>
            <a:off x="7692271" y="2381250"/>
            <a:ext cx="3271003" cy="13620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Google Shape;247;p31">
            <a:extLst>
              <a:ext uri="{FF2B5EF4-FFF2-40B4-BE49-F238E27FC236}">
                <a16:creationId xmlns:a16="http://schemas.microsoft.com/office/drawing/2014/main" id="{E1C7D2F6-8F9E-B629-8955-0A1F78CDB9E3}"/>
              </a:ext>
            </a:extLst>
          </p:cNvPr>
          <p:cNvSpPr txBox="1"/>
          <p:nvPr/>
        </p:nvSpPr>
        <p:spPr>
          <a:xfrm>
            <a:off x="1176379" y="1778875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Instead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printing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the result of our function, we can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return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0536650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5531455-CF0E-3633-ACAE-0FBEED69E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E01E291-21C8-1858-B6CD-969613D35A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33" t="57461" r="55937" b="21754"/>
          <a:stretch>
            <a:fillRect/>
          </a:stretch>
        </p:blipFill>
        <p:spPr>
          <a:xfrm>
            <a:off x="7692271" y="2381250"/>
            <a:ext cx="3271003" cy="13620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8BBA8E6-B9CD-D730-ED9C-3F611BCA9F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Inputs and Outputs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FC7C080-926F-07C3-4588-A224B7AA14C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8F7BAC0-F35D-85FB-C6C7-D6FDA7C602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33" t="31541" r="55937" b="47674"/>
          <a:stretch>
            <a:fillRect/>
          </a:stretch>
        </p:blipFill>
        <p:spPr>
          <a:xfrm>
            <a:off x="7692271" y="2381250"/>
            <a:ext cx="3271003" cy="13620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Google Shape;247;p31">
            <a:extLst>
              <a:ext uri="{FF2B5EF4-FFF2-40B4-BE49-F238E27FC236}">
                <a16:creationId xmlns:a16="http://schemas.microsoft.com/office/drawing/2014/main" id="{3768BA5F-08B0-A9F2-CE2D-6D740651EA74}"/>
              </a:ext>
            </a:extLst>
          </p:cNvPr>
          <p:cNvSpPr txBox="1"/>
          <p:nvPr/>
        </p:nvSpPr>
        <p:spPr>
          <a:xfrm>
            <a:off x="1176379" y="1778875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Instead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printing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the result of our function, we can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return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36;p17">
            <a:extLst>
              <a:ext uri="{FF2B5EF4-FFF2-40B4-BE49-F238E27FC236}">
                <a16:creationId xmlns:a16="http://schemas.microsoft.com/office/drawing/2014/main" id="{CF67BB77-96BB-6C35-91CF-855722FB3658}"/>
              </a:ext>
            </a:extLst>
          </p:cNvPr>
          <p:cNvSpPr/>
          <p:nvPr/>
        </p:nvSpPr>
        <p:spPr>
          <a:xfrm>
            <a:off x="8072520" y="3485941"/>
            <a:ext cx="826383" cy="257385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008634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4DC4BCC-C4D3-BF19-403F-62B395C9B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6EFA5190-D371-787A-C0A5-F709BF6140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33" t="57461" r="55937" b="21754"/>
          <a:stretch>
            <a:fillRect/>
          </a:stretch>
        </p:blipFill>
        <p:spPr>
          <a:xfrm>
            <a:off x="7692271" y="2381250"/>
            <a:ext cx="3271003" cy="13620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69AB950-65AF-8038-633D-61C684BF52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Inputs and Outputs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399ADB5-76FA-2CE8-E9B7-F1BB3674AD3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10/12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3" name="Google Shape;247;p31">
            <a:extLst>
              <a:ext uri="{FF2B5EF4-FFF2-40B4-BE49-F238E27FC236}">
                <a16:creationId xmlns:a16="http://schemas.microsoft.com/office/drawing/2014/main" id="{8AE71AE6-2775-8A1E-B7ED-3B5715396F0B}"/>
              </a:ext>
            </a:extLst>
          </p:cNvPr>
          <p:cNvSpPr txBox="1"/>
          <p:nvPr/>
        </p:nvSpPr>
        <p:spPr>
          <a:xfrm>
            <a:off x="1176379" y="1778875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Instead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printing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the result of our function, we can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return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36;p17">
            <a:extLst>
              <a:ext uri="{FF2B5EF4-FFF2-40B4-BE49-F238E27FC236}">
                <a16:creationId xmlns:a16="http://schemas.microsoft.com/office/drawing/2014/main" id="{11259C8F-7E9B-6D60-CCC4-D060B52890E4}"/>
              </a:ext>
            </a:extLst>
          </p:cNvPr>
          <p:cNvSpPr/>
          <p:nvPr/>
        </p:nvSpPr>
        <p:spPr>
          <a:xfrm>
            <a:off x="8072520" y="3485941"/>
            <a:ext cx="892093" cy="257385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47137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04CAD99-FAF2-6092-74C5-EEF98A8E1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50A2073-FB44-1977-C17D-27E408F2C4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33" t="57461" r="55937" b="21754"/>
          <a:stretch>
            <a:fillRect/>
          </a:stretch>
        </p:blipFill>
        <p:spPr>
          <a:xfrm>
            <a:off x="7692271" y="2381250"/>
            <a:ext cx="3271003" cy="13620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EB7E951-55A0-0315-56A6-52463C62DC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Inputs and Outputs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295D224-187D-5D6C-A2DE-AF00D759766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10/12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3" name="Google Shape;247;p31">
            <a:extLst>
              <a:ext uri="{FF2B5EF4-FFF2-40B4-BE49-F238E27FC236}">
                <a16:creationId xmlns:a16="http://schemas.microsoft.com/office/drawing/2014/main" id="{1C48F6B5-B478-4E21-71C4-E4FE40B674AE}"/>
              </a:ext>
            </a:extLst>
          </p:cNvPr>
          <p:cNvSpPr txBox="1"/>
          <p:nvPr/>
        </p:nvSpPr>
        <p:spPr>
          <a:xfrm>
            <a:off x="1176379" y="1778875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Instead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printing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the result of our function, we can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return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means that the function will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“spit out”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value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and we can save it using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= operator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30133064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C1CBA92-D824-84ED-9B4B-F37BC8E67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61AF5484-8DD3-5077-C4DD-5624CFD849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33" t="57461" r="55937" b="21754"/>
          <a:stretch>
            <a:fillRect/>
          </a:stretch>
        </p:blipFill>
        <p:spPr>
          <a:xfrm>
            <a:off x="7692271" y="2381250"/>
            <a:ext cx="3271003" cy="13620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95ED74C-760B-58A8-6F5E-8033C48AF3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Inputs and Outputs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73C273D-72D9-D8C7-AFC8-C4CFD42C2F5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10/12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3" name="Google Shape;247;p31">
            <a:extLst>
              <a:ext uri="{FF2B5EF4-FFF2-40B4-BE49-F238E27FC236}">
                <a16:creationId xmlns:a16="http://schemas.microsoft.com/office/drawing/2014/main" id="{708331AA-DA08-2146-31BA-9595D7882EFA}"/>
              </a:ext>
            </a:extLst>
          </p:cNvPr>
          <p:cNvSpPr txBox="1"/>
          <p:nvPr/>
        </p:nvSpPr>
        <p:spPr>
          <a:xfrm>
            <a:off x="1176379" y="1778875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Instead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printing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the result of our function, we can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return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means that the function will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“spit out”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value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and we can save it using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= operator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20C18D7-7C10-FA87-3A5A-2FB9F2344D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33" t="87531" r="55937" b="6518"/>
          <a:stretch>
            <a:fillRect/>
          </a:stretch>
        </p:blipFill>
        <p:spPr>
          <a:xfrm>
            <a:off x="7692270" y="4572000"/>
            <a:ext cx="3271003" cy="3899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17102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935E2E5-50DC-685B-8954-63C01CB5D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4701DA7-0681-34E8-A029-B9D4A4BE22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33" t="57461" r="55937" b="21754"/>
          <a:stretch>
            <a:fillRect/>
          </a:stretch>
        </p:blipFill>
        <p:spPr>
          <a:xfrm>
            <a:off x="7692271" y="2381250"/>
            <a:ext cx="3271003" cy="13620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AC85FE6-1351-2521-5215-FAB7ACCCF8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Inputs and Outputs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30416AE-85AD-330D-E8A0-896E677461A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10/12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3" name="Google Shape;247;p31">
            <a:extLst>
              <a:ext uri="{FF2B5EF4-FFF2-40B4-BE49-F238E27FC236}">
                <a16:creationId xmlns:a16="http://schemas.microsoft.com/office/drawing/2014/main" id="{11EF0972-438E-15CC-DB32-8DBB16253F43}"/>
              </a:ext>
            </a:extLst>
          </p:cNvPr>
          <p:cNvSpPr txBox="1"/>
          <p:nvPr/>
        </p:nvSpPr>
        <p:spPr>
          <a:xfrm>
            <a:off x="1176379" y="1778875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Instead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printing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the result of our function, we can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return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means that the function will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“spit out”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value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and we can save it using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= operator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D5182FD-DE89-C229-6320-928053EA61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33" t="87531" r="55937" b="6518"/>
          <a:stretch>
            <a:fillRect/>
          </a:stretch>
        </p:blipFill>
        <p:spPr>
          <a:xfrm>
            <a:off x="7692270" y="4572000"/>
            <a:ext cx="3271003" cy="3899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Google Shape;136;p17">
            <a:extLst>
              <a:ext uri="{FF2B5EF4-FFF2-40B4-BE49-F238E27FC236}">
                <a16:creationId xmlns:a16="http://schemas.microsoft.com/office/drawing/2014/main" id="{9F79D74B-AC29-2936-B1AD-1491B1A3A36F}"/>
              </a:ext>
            </a:extLst>
          </p:cNvPr>
          <p:cNvSpPr/>
          <p:nvPr/>
        </p:nvSpPr>
        <p:spPr>
          <a:xfrm>
            <a:off x="7692271" y="4766972"/>
            <a:ext cx="380250" cy="194973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98;p20">
            <a:extLst>
              <a:ext uri="{FF2B5EF4-FFF2-40B4-BE49-F238E27FC236}">
                <a16:creationId xmlns:a16="http://schemas.microsoft.com/office/drawing/2014/main" id="{F1076C84-1919-A735-EDAE-6D4D1C5C0503}"/>
              </a:ext>
            </a:extLst>
          </p:cNvPr>
          <p:cNvSpPr txBox="1"/>
          <p:nvPr/>
        </p:nvSpPr>
        <p:spPr>
          <a:xfrm>
            <a:off x="7941251" y="5684818"/>
            <a:ext cx="4250749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will save the result as z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B9FBD07-8870-33BA-14B6-4DE52C4755F9}"/>
              </a:ext>
            </a:extLst>
          </p:cNvPr>
          <p:cNvCxnSpPr>
            <a:cxnSpLocks/>
          </p:cNvCxnSpPr>
          <p:nvPr/>
        </p:nvCxnSpPr>
        <p:spPr>
          <a:xfrm flipH="1" flipV="1">
            <a:off x="8072520" y="5099901"/>
            <a:ext cx="364470" cy="69758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232245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E5671B4-E6D6-93D1-566C-1BF1B0854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426776B-42DE-8911-AAEF-5437BDF131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33" t="57461" r="55937" b="21754"/>
          <a:stretch>
            <a:fillRect/>
          </a:stretch>
        </p:blipFill>
        <p:spPr>
          <a:xfrm>
            <a:off x="7692271" y="2381250"/>
            <a:ext cx="3271003" cy="13620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7748E84-6D53-94D7-55BC-A576AC29DF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Inputs and Outputs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E196EF5-50E7-F968-0970-13ED8E5FA5A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10/12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3" name="Google Shape;247;p31">
            <a:extLst>
              <a:ext uri="{FF2B5EF4-FFF2-40B4-BE49-F238E27FC236}">
                <a16:creationId xmlns:a16="http://schemas.microsoft.com/office/drawing/2014/main" id="{C8DDC112-F62C-345F-AA80-36B05DFAA595}"/>
              </a:ext>
            </a:extLst>
          </p:cNvPr>
          <p:cNvSpPr txBox="1"/>
          <p:nvPr/>
        </p:nvSpPr>
        <p:spPr>
          <a:xfrm>
            <a:off x="1176379" y="1778875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Instead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printing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the result of our function, we can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return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means that the function will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“spit out”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value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and we can save it using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= operator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this example:</a:t>
            </a: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27AFF3C-9541-F0FE-6BF2-779D1D154A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33" t="87531" r="55937" b="6518"/>
          <a:stretch>
            <a:fillRect/>
          </a:stretch>
        </p:blipFill>
        <p:spPr>
          <a:xfrm>
            <a:off x="7692270" y="4572000"/>
            <a:ext cx="3271003" cy="3899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7035343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20D4742-3A70-C334-5832-B89D01A77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E820C9E-98EA-0801-45E7-E33CA79FF9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33" t="57461" r="55937" b="21754"/>
          <a:stretch>
            <a:fillRect/>
          </a:stretch>
        </p:blipFill>
        <p:spPr>
          <a:xfrm>
            <a:off x="7692271" y="2381250"/>
            <a:ext cx="3271003" cy="13620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9C2D0BD-BD1C-E474-E7F4-754934D58A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Inputs and Outputs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0F570A0-ECAD-3F53-F7FF-9799D2E5561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10/12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3" name="Google Shape;247;p31">
            <a:extLst>
              <a:ext uri="{FF2B5EF4-FFF2-40B4-BE49-F238E27FC236}">
                <a16:creationId xmlns:a16="http://schemas.microsoft.com/office/drawing/2014/main" id="{BD3407B7-41D5-7941-561E-5E69E0CCFD7D}"/>
              </a:ext>
            </a:extLst>
          </p:cNvPr>
          <p:cNvSpPr txBox="1"/>
          <p:nvPr/>
        </p:nvSpPr>
        <p:spPr>
          <a:xfrm>
            <a:off x="1176379" y="1778875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Instead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printing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the result of our function, we can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return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means that the function will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“spit out”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value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and we can save it using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= operator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this example:</a:t>
            </a: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x is an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input: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variable specified in the function definition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0743740-A9BD-A0DE-0185-E84BC90D51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33" t="87531" r="55937" b="6518"/>
          <a:stretch>
            <a:fillRect/>
          </a:stretch>
        </p:blipFill>
        <p:spPr>
          <a:xfrm>
            <a:off x="7692270" y="4572000"/>
            <a:ext cx="3271003" cy="3899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Google Shape;136;p17">
            <a:extLst>
              <a:ext uri="{FF2B5EF4-FFF2-40B4-BE49-F238E27FC236}">
                <a16:creationId xmlns:a16="http://schemas.microsoft.com/office/drawing/2014/main" id="{648F91CE-00BD-1700-DDB9-3937490C5172}"/>
              </a:ext>
            </a:extLst>
          </p:cNvPr>
          <p:cNvSpPr/>
          <p:nvPr/>
        </p:nvSpPr>
        <p:spPr>
          <a:xfrm>
            <a:off x="10420960" y="2658360"/>
            <a:ext cx="287889" cy="169682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761251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BC00FF7-D221-E82D-9D38-5AF05B66B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EB55593-D186-AE10-089E-4F03FE364D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33" t="57461" r="55937" b="21754"/>
          <a:stretch>
            <a:fillRect/>
          </a:stretch>
        </p:blipFill>
        <p:spPr>
          <a:xfrm>
            <a:off x="7692271" y="2381250"/>
            <a:ext cx="3271003" cy="13620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C294A7E-3E07-4033-D899-2DCC6C5BCA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Inputs and Outputs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99B71D-FD7F-D865-4758-D66AF6ADA41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10/12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3" name="Google Shape;247;p31">
            <a:extLst>
              <a:ext uri="{FF2B5EF4-FFF2-40B4-BE49-F238E27FC236}">
                <a16:creationId xmlns:a16="http://schemas.microsoft.com/office/drawing/2014/main" id="{ADFCEA6E-A004-0DF8-CB7F-CB62A7FF72CA}"/>
              </a:ext>
            </a:extLst>
          </p:cNvPr>
          <p:cNvSpPr txBox="1"/>
          <p:nvPr/>
        </p:nvSpPr>
        <p:spPr>
          <a:xfrm>
            <a:off x="1176379" y="1778875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Instead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printing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the result of our function, we can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return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means that the function will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“spit out”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value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and we can save it using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= operator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this example:</a:t>
            </a: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x is an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input: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variable specified in the function definition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is an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output: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 variable given back using the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return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statement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EDB102A-7A48-9B02-F84D-5669AD59E08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33" t="87531" r="55937" b="6518"/>
          <a:stretch>
            <a:fillRect/>
          </a:stretch>
        </p:blipFill>
        <p:spPr>
          <a:xfrm>
            <a:off x="7692270" y="4572000"/>
            <a:ext cx="3271003" cy="3899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36;p17">
            <a:extLst>
              <a:ext uri="{FF2B5EF4-FFF2-40B4-BE49-F238E27FC236}">
                <a16:creationId xmlns:a16="http://schemas.microsoft.com/office/drawing/2014/main" id="{2AD5758A-97BC-3C76-E89D-E34672BDDF51}"/>
              </a:ext>
            </a:extLst>
          </p:cNvPr>
          <p:cNvSpPr/>
          <p:nvPr/>
        </p:nvSpPr>
        <p:spPr>
          <a:xfrm>
            <a:off x="8072520" y="3428999"/>
            <a:ext cx="944480" cy="296425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3576045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8A5DFC7-8B2D-7D67-3965-31C30C68A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5103DB5-243C-A86F-C598-3F87E809DF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33" t="57461" r="55937" b="21754"/>
          <a:stretch>
            <a:fillRect/>
          </a:stretch>
        </p:blipFill>
        <p:spPr>
          <a:xfrm>
            <a:off x="7692271" y="2381250"/>
            <a:ext cx="3271003" cy="13620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505BB80-1519-FE50-80CB-67E79B3939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Inputs and Outputs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72FFF03-932F-A343-A4D5-1CD34EA7C9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10/12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3" name="Google Shape;247;p31">
            <a:extLst>
              <a:ext uri="{FF2B5EF4-FFF2-40B4-BE49-F238E27FC236}">
                <a16:creationId xmlns:a16="http://schemas.microsoft.com/office/drawing/2014/main" id="{D34818F7-BECE-56BE-FF0E-6317EFCA82AE}"/>
              </a:ext>
            </a:extLst>
          </p:cNvPr>
          <p:cNvSpPr txBox="1"/>
          <p:nvPr/>
        </p:nvSpPr>
        <p:spPr>
          <a:xfrm>
            <a:off x="1176379" y="1778875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Instead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printing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the result of our function, we can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return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means that the function will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“spit out”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value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and we can save it using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= operator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this example:</a:t>
            </a: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x is an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input: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variable specified in the function definition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is an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output: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 variable given back using the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return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statement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have multiple inputs and outputs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A85853D-EF74-9172-D6A2-E62AD253A6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33" t="87531" r="55937" b="6518"/>
          <a:stretch>
            <a:fillRect/>
          </a:stretch>
        </p:blipFill>
        <p:spPr>
          <a:xfrm>
            <a:off x="7692270" y="4572000"/>
            <a:ext cx="3271003" cy="3899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3432052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6377B64-C511-A71C-A556-DB2EE5F25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4D6FE78-D0AE-BED3-73F9-AE825548A6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33" t="57461" r="55937" b="21754"/>
          <a:stretch>
            <a:fillRect/>
          </a:stretch>
        </p:blipFill>
        <p:spPr>
          <a:xfrm>
            <a:off x="7692271" y="2381250"/>
            <a:ext cx="3271003" cy="13620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9CD3142-2236-C1D0-D89E-E1017CF893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70000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Inputs and Outputs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20DA215-E96A-82AE-408F-C1F46A0162B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10/12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3" name="Google Shape;247;p31">
            <a:extLst>
              <a:ext uri="{FF2B5EF4-FFF2-40B4-BE49-F238E27FC236}">
                <a16:creationId xmlns:a16="http://schemas.microsoft.com/office/drawing/2014/main" id="{E0EB3115-39E7-B8DD-1E16-E38477B0E9D7}"/>
              </a:ext>
            </a:extLst>
          </p:cNvPr>
          <p:cNvSpPr txBox="1"/>
          <p:nvPr/>
        </p:nvSpPr>
        <p:spPr>
          <a:xfrm>
            <a:off x="1176379" y="1778875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Instead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printing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the result of our function, we can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return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means that the function will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“spit out”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value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and we can save it using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= operator</a:t>
            </a:r>
            <a:b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this example:</a:t>
            </a: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x is an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input: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variable specified in the function definition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 is an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output: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 variable given back using the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return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statement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have multiple inputs and outputs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E19E67E-9BB2-48D9-DA5C-E531B470C1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33" t="87531" r="55937" b="6518"/>
          <a:stretch>
            <a:fillRect/>
          </a:stretch>
        </p:blipFill>
        <p:spPr>
          <a:xfrm>
            <a:off x="7692270" y="4572000"/>
            <a:ext cx="3271003" cy="3899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Google Shape;198;p20">
            <a:extLst>
              <a:ext uri="{FF2B5EF4-FFF2-40B4-BE49-F238E27FC236}">
                <a16:creationId xmlns:a16="http://schemas.microsoft.com/office/drawing/2014/main" id="{63F76E41-6AF8-AAEE-7173-015D14042CC5}"/>
              </a:ext>
            </a:extLst>
          </p:cNvPr>
          <p:cNvSpPr txBox="1"/>
          <p:nvPr/>
        </p:nvSpPr>
        <p:spPr>
          <a:xfrm>
            <a:off x="6487336" y="5593092"/>
            <a:ext cx="4250749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More on this in the practical…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41919122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7702FD8-585B-D996-7084-0DF682982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0546E16-3B05-2C45-5A00-1BF66F6306C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6F47A27-6A8F-E57E-650C-8B9B415779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F74F091-754D-E747-A154-8432A90DECB3}"/>
              </a:ext>
            </a:extLst>
          </p:cNvPr>
          <p:cNvSpPr txBox="1"/>
          <p:nvPr/>
        </p:nvSpPr>
        <p:spPr>
          <a:xfrm>
            <a:off x="1036320" y="1607111"/>
            <a:ext cx="499956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`week_04_home.ipynb`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– Defining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– Flexible Inputs and Outputs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– Lambda Functions and Functional Programming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8661554-2B37-757A-AD88-00BFA8C9949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FCD80F-7D90-DCE1-4FF2-6813AEB683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256" t="11154" r="14625"/>
          <a:stretch>
            <a:fillRect/>
          </a:stretch>
        </p:blipFill>
        <p:spPr>
          <a:xfrm>
            <a:off x="6318684" y="1830021"/>
            <a:ext cx="5590287" cy="35661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97581743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CC3AE86-C5E1-6DA4-48CA-5D3D7157B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42B3913-3C95-1F8B-18A3-76EEBAAC7E0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8D59E93-7849-FEF4-DDB1-E9459D75CF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C6F68EA-E4CF-75D0-47A5-B648B0320E42}"/>
              </a:ext>
            </a:extLst>
          </p:cNvPr>
          <p:cNvSpPr txBox="1"/>
          <p:nvPr/>
        </p:nvSpPr>
        <p:spPr>
          <a:xfrm>
            <a:off x="1036320" y="1607111"/>
            <a:ext cx="499956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`week_04_home.ipynb`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– Defining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– Flexible Inputs and Outputs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– Lambda Functions and Functional Programming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3076974-E5C0-5511-55D8-DC51AC4300B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DC98F7-F2B1-0F3D-A81D-29C5D46DD9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256" t="11154" r="14625"/>
          <a:stretch>
            <a:fillRect/>
          </a:stretch>
        </p:blipFill>
        <p:spPr>
          <a:xfrm>
            <a:off x="6318684" y="1830021"/>
            <a:ext cx="5590287" cy="35661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98;p20">
            <a:extLst>
              <a:ext uri="{FF2B5EF4-FFF2-40B4-BE49-F238E27FC236}">
                <a16:creationId xmlns:a16="http://schemas.microsoft.com/office/drawing/2014/main" id="{453A380E-06A8-019F-3961-503D91540AE8}"/>
              </a:ext>
            </a:extLst>
          </p:cNvPr>
          <p:cNvSpPr txBox="1"/>
          <p:nvPr/>
        </p:nvSpPr>
        <p:spPr>
          <a:xfrm>
            <a:off x="6096000" y="5519579"/>
            <a:ext cx="3532412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Do this if you are relatively new to Python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36;p17">
            <a:extLst>
              <a:ext uri="{FF2B5EF4-FFF2-40B4-BE49-F238E27FC236}">
                <a16:creationId xmlns:a16="http://schemas.microsoft.com/office/drawing/2014/main" id="{39ACB821-5BC5-CB26-8D80-8A53A940D09E}"/>
              </a:ext>
            </a:extLst>
          </p:cNvPr>
          <p:cNvSpPr/>
          <p:nvPr/>
        </p:nvSpPr>
        <p:spPr>
          <a:xfrm>
            <a:off x="1906094" y="4287296"/>
            <a:ext cx="3504105" cy="424404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61BC33B-1A5D-BE27-0E3F-CFCD048356B1}"/>
              </a:ext>
            </a:extLst>
          </p:cNvPr>
          <p:cNvCxnSpPr>
            <a:cxnSpLocks/>
          </p:cNvCxnSpPr>
          <p:nvPr/>
        </p:nvCxnSpPr>
        <p:spPr>
          <a:xfrm flipH="1" flipV="1">
            <a:off x="5552440" y="4607560"/>
            <a:ext cx="859245" cy="101318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27092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56E5456-E5CE-3AC2-BC4B-6622FF907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63CB729-3C35-4216-B852-5FF6369295F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EA8B70B-A12B-CC52-E7D9-DBAC490D2A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5441932-ACA9-AF25-7075-A41DAD990B2A}"/>
              </a:ext>
            </a:extLst>
          </p:cNvPr>
          <p:cNvSpPr txBox="1"/>
          <p:nvPr/>
        </p:nvSpPr>
        <p:spPr>
          <a:xfrm>
            <a:off x="1036320" y="1607111"/>
            <a:ext cx="499956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`week_04_home.ipynb`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– Defining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– Flexible Inputs and Outputs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– Lambda Functions and Functional Programming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061A11F-0C78-6692-D52D-F9B7E9B8201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C6A3E6-EE22-356B-48DC-910A343BFE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256" t="11154" r="14625"/>
          <a:stretch>
            <a:fillRect/>
          </a:stretch>
        </p:blipFill>
        <p:spPr>
          <a:xfrm>
            <a:off x="6318684" y="1830021"/>
            <a:ext cx="5590287" cy="35661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98;p20">
            <a:extLst>
              <a:ext uri="{FF2B5EF4-FFF2-40B4-BE49-F238E27FC236}">
                <a16:creationId xmlns:a16="http://schemas.microsoft.com/office/drawing/2014/main" id="{FCAE1DD5-2F81-D5DC-5757-761504441066}"/>
              </a:ext>
            </a:extLst>
          </p:cNvPr>
          <p:cNvSpPr txBox="1"/>
          <p:nvPr/>
        </p:nvSpPr>
        <p:spPr>
          <a:xfrm>
            <a:off x="6461284" y="5443562"/>
            <a:ext cx="4660900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Do this if you have some prior experience writing functions in Python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36;p17">
            <a:extLst>
              <a:ext uri="{FF2B5EF4-FFF2-40B4-BE49-F238E27FC236}">
                <a16:creationId xmlns:a16="http://schemas.microsoft.com/office/drawing/2014/main" id="{C2FA1455-AE06-3890-CA0D-8C03B502F2B6}"/>
              </a:ext>
            </a:extLst>
          </p:cNvPr>
          <p:cNvSpPr/>
          <p:nvPr/>
        </p:nvSpPr>
        <p:spPr>
          <a:xfrm>
            <a:off x="1861644" y="4789966"/>
            <a:ext cx="3815256" cy="556733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94CCFF6-E331-568A-6596-085BC747A515}"/>
              </a:ext>
            </a:extLst>
          </p:cNvPr>
          <p:cNvCxnSpPr>
            <a:cxnSpLocks/>
          </p:cNvCxnSpPr>
          <p:nvPr/>
        </p:nvCxnSpPr>
        <p:spPr>
          <a:xfrm flipH="1" flipV="1">
            <a:off x="5726499" y="5064013"/>
            <a:ext cx="685186" cy="57712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574142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8216828-3043-B965-49F0-6D46F554D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B432916-78F8-D6B1-36EC-41C92E8D7B4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A5BDB4D-46F7-BF62-03BF-CA99ACCBEE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0BA2C5C-2B04-0E94-F875-818CC9A367FE}"/>
              </a:ext>
            </a:extLst>
          </p:cNvPr>
          <p:cNvSpPr txBox="1"/>
          <p:nvPr/>
        </p:nvSpPr>
        <p:spPr>
          <a:xfrm>
            <a:off x="1036320" y="1607111"/>
            <a:ext cx="499956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`week_04_home.ipynb`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– Defining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– Flexible Inputs and Outputs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– Lambda Functions and Functional Programming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AF75F98-C097-DD04-1EE3-C82DFD5BE8D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7879FC-C7C3-BB7D-AF4D-2D866E7275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256" t="11154" r="14625"/>
          <a:stretch>
            <a:fillRect/>
          </a:stretch>
        </p:blipFill>
        <p:spPr>
          <a:xfrm>
            <a:off x="6318684" y="1830021"/>
            <a:ext cx="5590287" cy="35661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98;p20">
            <a:extLst>
              <a:ext uri="{FF2B5EF4-FFF2-40B4-BE49-F238E27FC236}">
                <a16:creationId xmlns:a16="http://schemas.microsoft.com/office/drawing/2014/main" id="{3C4C9AB4-E631-0DE2-8271-AC97398835F9}"/>
              </a:ext>
            </a:extLst>
          </p:cNvPr>
          <p:cNvSpPr txBox="1"/>
          <p:nvPr/>
        </p:nvSpPr>
        <p:spPr>
          <a:xfrm>
            <a:off x="7131699" y="5660356"/>
            <a:ext cx="4777272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Do this if you are already a pro at Python 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36;p17">
            <a:extLst>
              <a:ext uri="{FF2B5EF4-FFF2-40B4-BE49-F238E27FC236}">
                <a16:creationId xmlns:a16="http://schemas.microsoft.com/office/drawing/2014/main" id="{4E99F3C3-15C2-AC11-2261-31C84F9A1FF7}"/>
              </a:ext>
            </a:extLst>
          </p:cNvPr>
          <p:cNvSpPr/>
          <p:nvPr/>
        </p:nvSpPr>
        <p:spPr>
          <a:xfrm>
            <a:off x="1784047" y="5408544"/>
            <a:ext cx="3956353" cy="674756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80E24A-984E-D8B5-1AF8-5FCDC2642465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5889061" y="5606668"/>
            <a:ext cx="1242638" cy="29989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86788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BC68063-260C-1FAC-3B17-4C40723A8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99967E5-B412-F01E-C872-C609975FF80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81F7128-9A73-89AF-F63E-545601C79D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40362A1-ECB4-DA06-8376-43DFE3071C7D}"/>
              </a:ext>
            </a:extLst>
          </p:cNvPr>
          <p:cNvSpPr txBox="1"/>
          <p:nvPr/>
        </p:nvSpPr>
        <p:spPr>
          <a:xfrm>
            <a:off x="1036320" y="1607111"/>
            <a:ext cx="499956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`week_04_home.ipynb`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– Defining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– Flexible Inputs and Outputs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– Lambda Functions and Functional Programming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1C426DD-3988-DEC9-DF80-AB50E86B3DC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11/12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B5E07A-A375-4C3D-ACBA-71E2954151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256" t="11154" r="14625"/>
          <a:stretch>
            <a:fillRect/>
          </a:stretch>
        </p:blipFill>
        <p:spPr>
          <a:xfrm>
            <a:off x="6318684" y="1830021"/>
            <a:ext cx="5590287" cy="35661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8521670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Next Time</a:t>
            </a:r>
            <a:endParaRPr/>
          </a:p>
        </p:txBody>
      </p:sp>
      <p:sp>
        <p:nvSpPr>
          <p:cNvPr id="3213" name="Google Shape;3213;p184"/>
          <p:cNvSpPr txBox="1"/>
          <p:nvPr/>
        </p:nvSpPr>
        <p:spPr>
          <a:xfrm>
            <a:off x="1211100" y="17618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4: Functions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For and While Loops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Functions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Inputs and Outputs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5: Consolidation Week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The course so far</a:t>
            </a: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3D85C6"/>
              </a:buClr>
              <a:buSzPts val="1600"/>
              <a:buFont typeface="Calibri"/>
              <a:buChar char="○"/>
            </a:pP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Why learn to code?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Tackling Problems: A Worked Example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What’s next?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86F060B-22CF-5D76-9B92-2F8E9A616F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12/12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18056</TotalTime>
  <Words>4722</Words>
  <Application>Microsoft Office PowerPoint</Application>
  <PresentationFormat>Widescreen</PresentationFormat>
  <Paragraphs>769</Paragraphs>
  <Slides>126</Slides>
  <Notes>126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126</vt:i4>
      </vt:variant>
    </vt:vector>
  </HeadingPairs>
  <TitlesOfParts>
    <vt:vector size="129" baseType="lpstr">
      <vt:lpstr>Calibri</vt:lpstr>
      <vt:lpstr>Arial</vt:lpstr>
      <vt:lpstr>Retrospect</vt:lpstr>
      <vt:lpstr>Lecture 3:   Functions</vt:lpstr>
      <vt:lpstr>Today’s Lecture</vt:lpstr>
      <vt:lpstr>Important: Assessed Coursework 1</vt:lpstr>
      <vt:lpstr>Important: Assessed Coursework 1</vt:lpstr>
      <vt:lpstr>Important: Assessed Coursework 1</vt:lpstr>
      <vt:lpstr>Noteable Submission</vt:lpstr>
      <vt:lpstr>Noteable Submission</vt:lpstr>
      <vt:lpstr>Noteable Submission</vt:lpstr>
      <vt:lpstr>Noteable Submission</vt:lpstr>
      <vt:lpstr>Noteable Submission</vt:lpstr>
      <vt:lpstr>Noteable Submission</vt:lpstr>
      <vt:lpstr>Noteable Submission</vt:lpstr>
      <vt:lpstr>Noteable Submission</vt:lpstr>
      <vt:lpstr>Noteable Submission</vt:lpstr>
      <vt:lpstr>Noteable Submission</vt:lpstr>
      <vt:lpstr>Noteable Submission</vt:lpstr>
      <vt:lpstr>Noteable Submission</vt:lpstr>
      <vt:lpstr>Recap: For and While Loops</vt:lpstr>
      <vt:lpstr>Recap: For and While Loops</vt:lpstr>
      <vt:lpstr>Recap: For and While Loops</vt:lpstr>
      <vt:lpstr>Recap: For and While Loops</vt:lpstr>
      <vt:lpstr>Recap: For and While Loops</vt:lpstr>
      <vt:lpstr>Recap: For and While Loops</vt:lpstr>
      <vt:lpstr>Recap: For and While Loops</vt:lpstr>
      <vt:lpstr>Motivation</vt:lpstr>
      <vt:lpstr>Motivation</vt:lpstr>
      <vt:lpstr>Motivation</vt:lpstr>
      <vt:lpstr>Motivation</vt:lpstr>
      <vt:lpstr>Motivation</vt:lpstr>
      <vt:lpstr>Motivation</vt:lpstr>
      <vt:lpstr>Motivation</vt:lpstr>
      <vt:lpstr>Motivation</vt:lpstr>
      <vt:lpstr>Motivation</vt:lpstr>
      <vt:lpstr>Motivation</vt:lpstr>
      <vt:lpstr>Motivation</vt:lpstr>
      <vt:lpstr>Motivation</vt:lpstr>
      <vt:lpstr>Motivation</vt:lpstr>
      <vt:lpstr>Motivation</vt:lpstr>
      <vt:lpstr>Motivation</vt:lpstr>
      <vt:lpstr>Motivation</vt:lpstr>
      <vt:lpstr>Motivation</vt:lpstr>
      <vt:lpstr>Motivation</vt:lpstr>
      <vt:lpstr>Motivation</vt:lpstr>
      <vt:lpstr>Motivation</vt:lpstr>
      <vt:lpstr>Motivation</vt:lpstr>
      <vt:lpstr>Motivation</vt:lpstr>
      <vt:lpstr>Motivation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Functions</vt:lpstr>
      <vt:lpstr>Motivation</vt:lpstr>
      <vt:lpstr>Motivation</vt:lpstr>
      <vt:lpstr>Motivation</vt:lpstr>
      <vt:lpstr>Motivation</vt:lpstr>
      <vt:lpstr>Motivation</vt:lpstr>
      <vt:lpstr>Motivation</vt:lpstr>
      <vt:lpstr>Motivation</vt:lpstr>
      <vt:lpstr>Motivation</vt:lpstr>
      <vt:lpstr>Motivation</vt:lpstr>
      <vt:lpstr>Motivation</vt:lpstr>
      <vt:lpstr>Motivation</vt:lpstr>
      <vt:lpstr>Motivation</vt:lpstr>
      <vt:lpstr>Inputs and Outputs</vt:lpstr>
      <vt:lpstr>Inputs and Outputs</vt:lpstr>
      <vt:lpstr>Inputs and Outputs</vt:lpstr>
      <vt:lpstr>Inputs and Outputs</vt:lpstr>
      <vt:lpstr>Inputs and Outputs</vt:lpstr>
      <vt:lpstr>Inputs and Outputs</vt:lpstr>
      <vt:lpstr>Inputs and Outputs</vt:lpstr>
      <vt:lpstr>Inputs and Outputs</vt:lpstr>
      <vt:lpstr>Inputs and Outputs</vt:lpstr>
      <vt:lpstr>Inputs and Outputs</vt:lpstr>
      <vt:lpstr>Inputs and Outputs</vt:lpstr>
      <vt:lpstr>Inputs and Outputs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Tom Maullin-Sapey</dc:creator>
  <cp:lastModifiedBy>James Martin</cp:lastModifiedBy>
  <cp:revision>35</cp:revision>
  <dcterms:modified xsi:type="dcterms:W3CDTF">2026-10-12T13:08:49Z</dcterms:modified>
</cp:coreProperties>
</file>