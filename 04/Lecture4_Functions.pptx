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2"/>
  </p:notesMasterIdLst>
  <p:sldIdLst>
    <p:sldId id="256" r:id="rId2"/>
    <p:sldId id="1442" r:id="rId3"/>
    <p:sldId id="1378" r:id="rId4"/>
    <p:sldId id="1381" r:id="rId5"/>
    <p:sldId id="1384" r:id="rId6"/>
    <p:sldId id="1625" r:id="rId7"/>
    <p:sldId id="1626" r:id="rId8"/>
    <p:sldId id="1369" r:id="rId9"/>
    <p:sldId id="1396" r:id="rId10"/>
    <p:sldId id="1398" r:id="rId11"/>
    <p:sldId id="1399" r:id="rId12"/>
    <p:sldId id="1408" r:id="rId13"/>
    <p:sldId id="1411" r:id="rId14"/>
    <p:sldId id="1413" r:id="rId15"/>
    <p:sldId id="1420" r:id="rId16"/>
    <p:sldId id="1421" r:id="rId17"/>
    <p:sldId id="1426" r:id="rId18"/>
    <p:sldId id="1189" r:id="rId19"/>
    <p:sldId id="1451" r:id="rId20"/>
    <p:sldId id="1443" r:id="rId21"/>
    <p:sldId id="1444" r:id="rId22"/>
    <p:sldId id="1465" r:id="rId23"/>
    <p:sldId id="1466" r:id="rId24"/>
    <p:sldId id="1469" r:id="rId25"/>
    <p:sldId id="1467" r:id="rId26"/>
    <p:sldId id="1473" r:id="rId27"/>
    <p:sldId id="1474" r:id="rId28"/>
    <p:sldId id="1475" r:id="rId29"/>
    <p:sldId id="1476" r:id="rId30"/>
    <p:sldId id="1482" r:id="rId31"/>
    <p:sldId id="1483" r:id="rId32"/>
    <p:sldId id="1485" r:id="rId33"/>
    <p:sldId id="1370" r:id="rId34"/>
    <p:sldId id="1487" r:id="rId35"/>
    <p:sldId id="1488" r:id="rId36"/>
    <p:sldId id="1479" r:id="rId37"/>
    <p:sldId id="1492" r:id="rId38"/>
    <p:sldId id="1499" r:id="rId39"/>
    <p:sldId id="1491" r:id="rId40"/>
    <p:sldId id="1501" r:id="rId41"/>
    <p:sldId id="1500" r:id="rId42"/>
    <p:sldId id="1493" r:id="rId43"/>
    <p:sldId id="1509" r:id="rId44"/>
    <p:sldId id="1497" r:id="rId45"/>
    <p:sldId id="1372" r:id="rId46"/>
    <p:sldId id="1514" r:id="rId47"/>
    <p:sldId id="1517" r:id="rId48"/>
    <p:sldId id="1515" r:id="rId49"/>
    <p:sldId id="1519" r:id="rId50"/>
    <p:sldId id="1520" r:id="rId51"/>
    <p:sldId id="1525" r:id="rId52"/>
    <p:sldId id="1529" r:id="rId53"/>
    <p:sldId id="1522" r:id="rId54"/>
    <p:sldId id="1534" r:id="rId55"/>
    <p:sldId id="1535" r:id="rId56"/>
    <p:sldId id="1536" r:id="rId57"/>
    <p:sldId id="1537" r:id="rId58"/>
    <p:sldId id="1530" r:id="rId59"/>
    <p:sldId id="1538" r:id="rId60"/>
    <p:sldId id="1539" r:id="rId61"/>
    <p:sldId id="1371" r:id="rId62"/>
    <p:sldId id="1541" r:id="rId63"/>
    <p:sldId id="1542" r:id="rId64"/>
    <p:sldId id="1546" r:id="rId65"/>
    <p:sldId id="1550" r:id="rId66"/>
    <p:sldId id="1552" r:id="rId67"/>
    <p:sldId id="1555" r:id="rId68"/>
    <p:sldId id="1556" r:id="rId69"/>
    <p:sldId id="1375" r:id="rId70"/>
    <p:sldId id="1376" r:id="rId71"/>
    <p:sldId id="1564" r:id="rId72"/>
    <p:sldId id="1560" r:id="rId73"/>
    <p:sldId id="1630" r:id="rId74"/>
    <p:sldId id="1572" r:id="rId75"/>
    <p:sldId id="1571" r:id="rId76"/>
    <p:sldId id="1568" r:id="rId77"/>
    <p:sldId id="1569" r:id="rId78"/>
    <p:sldId id="1631" r:id="rId79"/>
    <p:sldId id="1576" r:id="rId80"/>
    <p:sldId id="1577" r:id="rId81"/>
    <p:sldId id="1573" r:id="rId82"/>
    <p:sldId id="1581" r:id="rId83"/>
    <p:sldId id="1579" r:id="rId84"/>
    <p:sldId id="1567" r:id="rId85"/>
    <p:sldId id="1587" r:id="rId86"/>
    <p:sldId id="1586" r:id="rId87"/>
    <p:sldId id="1590" r:id="rId88"/>
    <p:sldId id="1598" r:id="rId89"/>
    <p:sldId id="1604" r:id="rId90"/>
    <p:sldId id="1599" r:id="rId91"/>
    <p:sldId id="1602" r:id="rId92"/>
    <p:sldId id="1606" r:id="rId93"/>
    <p:sldId id="1593" r:id="rId94"/>
    <p:sldId id="1609" r:id="rId95"/>
    <p:sldId id="1618" r:id="rId96"/>
    <p:sldId id="1619" r:id="rId97"/>
    <p:sldId id="1621" r:id="rId98"/>
    <p:sldId id="1623" r:id="rId99"/>
    <p:sldId id="1624" r:id="rId100"/>
    <p:sldId id="427" r:id="rId101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EA900"/>
    <a:srgbClr val="976B1B"/>
    <a:srgbClr val="FFCCCC"/>
    <a:srgbClr val="3D85C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73" autoAdjust="0"/>
    <p:restoredTop sz="94660"/>
  </p:normalViewPr>
  <p:slideViewPr>
    <p:cSldViewPr snapToGrid="0">
      <p:cViewPr varScale="1">
        <p:scale>
          <a:sx n="99" d="100"/>
          <a:sy n="99" d="100"/>
        </p:scale>
        <p:origin x="72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microsoft.com/office/2016/11/relationships/changesInfo" Target="changesInfos/changesInfo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viewProps" Target="viewProp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mes Martin" userId="5c604502-4ee2-4081-9f0b-59e4decb0522" providerId="ADAL" clId="{CD9F9381-1667-4751-A642-EBC8FFBDE105}"/>
    <pc:docChg chg="undo custSel addSld delSld modSld sldOrd">
      <pc:chgData name="James Martin" userId="5c604502-4ee2-4081-9f0b-59e4decb0522" providerId="ADAL" clId="{CD9F9381-1667-4751-A642-EBC8FFBDE105}" dt="2026-10-12T13:08:43.744" v="398" actId="6549"/>
      <pc:docMkLst>
        <pc:docMk/>
      </pc:docMkLst>
      <pc:sldChg chg="modSp mod">
        <pc:chgData name="James Martin" userId="5c604502-4ee2-4081-9f0b-59e4decb0522" providerId="ADAL" clId="{CD9F9381-1667-4751-A642-EBC8FFBDE105}" dt="2026-10-05T11:24:40.575" v="16" actId="20577"/>
        <pc:sldMkLst>
          <pc:docMk/>
          <pc:sldMk cId="0" sldId="256"/>
        </pc:sldMkLst>
        <pc:spChg chg="mod">
          <ac:chgData name="James Martin" userId="5c604502-4ee2-4081-9f0b-59e4decb0522" providerId="ADAL" clId="{CD9F9381-1667-4751-A642-EBC8FFBDE105}" dt="2026-10-05T11:24:40.575" v="16" actId="20577"/>
          <ac:spMkLst>
            <pc:docMk/>
            <pc:sldMk cId="0" sldId="256"/>
            <ac:spMk id="102" creationId="{00000000-0000-0000-0000-000000000000}"/>
          </ac:spMkLst>
        </pc:spChg>
      </pc:sldChg>
      <pc:sldChg chg="add del">
        <pc:chgData name="James Martin" userId="5c604502-4ee2-4081-9f0b-59e4decb0522" providerId="ADAL" clId="{CD9F9381-1667-4751-A642-EBC8FFBDE105}" dt="2026-10-05T11:35:07.113" v="33" actId="47"/>
        <pc:sldMkLst>
          <pc:docMk/>
          <pc:sldMk cId="2246078484" sldId="1189"/>
        </pc:sldMkLst>
      </pc:sldChg>
      <pc:sldChg chg="modSp add del mod">
        <pc:chgData name="James Martin" userId="5c604502-4ee2-4081-9f0b-59e4decb0522" providerId="ADAL" clId="{CD9F9381-1667-4751-A642-EBC8FFBDE105}" dt="2026-10-12T13:06:50.577" v="380"/>
        <pc:sldMkLst>
          <pc:docMk/>
          <pc:sldMk cId="2232615700" sldId="1369"/>
        </pc:sldMkLst>
        <pc:spChg chg="mod">
          <ac:chgData name="James Martin" userId="5c604502-4ee2-4081-9f0b-59e4decb0522" providerId="ADAL" clId="{CD9F9381-1667-4751-A642-EBC8FFBDE105}" dt="2026-10-12T13:06:50.577" v="380"/>
          <ac:spMkLst>
            <pc:docMk/>
            <pc:sldMk cId="2232615700" sldId="1369"/>
            <ac:spMk id="2" creationId="{E9AB5D44-1CA2-AC54-D17B-D024F071F2D2}"/>
          </ac:spMkLst>
        </pc:spChg>
      </pc:sldChg>
      <pc:sldChg chg="add del">
        <pc:chgData name="James Martin" userId="5c604502-4ee2-4081-9f0b-59e4decb0522" providerId="ADAL" clId="{CD9F9381-1667-4751-A642-EBC8FFBDE105}" dt="2026-10-05T14:32:50.963" v="330" actId="47"/>
        <pc:sldMkLst>
          <pc:docMk/>
          <pc:sldMk cId="3251185550" sldId="1376"/>
        </pc:sldMkLst>
      </pc:sldChg>
      <pc:sldChg chg="modSp mod">
        <pc:chgData name="James Martin" userId="5c604502-4ee2-4081-9f0b-59e4decb0522" providerId="ADAL" clId="{CD9F9381-1667-4751-A642-EBC8FFBDE105}" dt="2026-10-12T13:08:27.950" v="388" actId="5793"/>
        <pc:sldMkLst>
          <pc:docMk/>
          <pc:sldMk cId="2863752952" sldId="1381"/>
        </pc:sldMkLst>
        <pc:spChg chg="mod">
          <ac:chgData name="James Martin" userId="5c604502-4ee2-4081-9f0b-59e4decb0522" providerId="ADAL" clId="{CD9F9381-1667-4751-A642-EBC8FFBDE105}" dt="2026-10-12T13:08:27.950" v="388" actId="5793"/>
          <ac:spMkLst>
            <pc:docMk/>
            <pc:sldMk cId="2863752952" sldId="1381"/>
            <ac:spMk id="247" creationId="{39F787BF-0AEF-A159-CD8F-584CEC720553}"/>
          </ac:spMkLst>
        </pc:spChg>
      </pc:sldChg>
      <pc:sldChg chg="modSp mod">
        <pc:chgData name="James Martin" userId="5c604502-4ee2-4081-9f0b-59e4decb0522" providerId="ADAL" clId="{CD9F9381-1667-4751-A642-EBC8FFBDE105}" dt="2026-10-12T13:08:43.744" v="398" actId="6549"/>
        <pc:sldMkLst>
          <pc:docMk/>
          <pc:sldMk cId="2279410344" sldId="1384"/>
        </pc:sldMkLst>
        <pc:spChg chg="mod">
          <ac:chgData name="James Martin" userId="5c604502-4ee2-4081-9f0b-59e4decb0522" providerId="ADAL" clId="{CD9F9381-1667-4751-A642-EBC8FFBDE105}" dt="2026-10-12T13:08:43.744" v="398" actId="6549"/>
          <ac:spMkLst>
            <pc:docMk/>
            <pc:sldMk cId="2279410344" sldId="1384"/>
            <ac:spMk id="247" creationId="{1AFC0F7E-D7CE-FC48-D138-09E201AC4715}"/>
          </ac:spMkLst>
        </pc:spChg>
      </pc:sldChg>
      <pc:sldChg chg="modSp add mod">
        <pc:chgData name="James Martin" userId="5c604502-4ee2-4081-9f0b-59e4decb0522" providerId="ADAL" clId="{CD9F9381-1667-4751-A642-EBC8FFBDE105}" dt="2026-10-12T13:06:47.700" v="379"/>
        <pc:sldMkLst>
          <pc:docMk/>
          <pc:sldMk cId="2750328272" sldId="1396"/>
        </pc:sldMkLst>
        <pc:spChg chg="mod">
          <ac:chgData name="James Martin" userId="5c604502-4ee2-4081-9f0b-59e4decb0522" providerId="ADAL" clId="{CD9F9381-1667-4751-A642-EBC8FFBDE105}" dt="2026-10-12T13:06:47.700" v="379"/>
          <ac:spMkLst>
            <pc:docMk/>
            <pc:sldMk cId="2750328272" sldId="1396"/>
            <ac:spMk id="2" creationId="{4A2B4776-D794-1682-1F6B-7E49637E79C6}"/>
          </ac:spMkLst>
        </pc:spChg>
      </pc:sldChg>
      <pc:sldChg chg="addSp modSp add mod">
        <pc:chgData name="James Martin" userId="5c604502-4ee2-4081-9f0b-59e4decb0522" providerId="ADAL" clId="{CD9F9381-1667-4751-A642-EBC8FFBDE105}" dt="2026-10-12T13:06:45.358" v="378"/>
        <pc:sldMkLst>
          <pc:docMk/>
          <pc:sldMk cId="2514741283" sldId="1398"/>
        </pc:sldMkLst>
        <pc:spChg chg="mod">
          <ac:chgData name="James Martin" userId="5c604502-4ee2-4081-9f0b-59e4decb0522" providerId="ADAL" clId="{CD9F9381-1667-4751-A642-EBC8FFBDE105}" dt="2026-10-12T13:06:45.358" v="378"/>
          <ac:spMkLst>
            <pc:docMk/>
            <pc:sldMk cId="2514741283" sldId="1398"/>
            <ac:spMk id="2" creationId="{44AEE153-2AEF-9898-76F3-49271291FF0B}"/>
          </ac:spMkLst>
        </pc:spChg>
        <pc:spChg chg="add">
          <ac:chgData name="James Martin" userId="5c604502-4ee2-4081-9f0b-59e4decb0522" providerId="ADAL" clId="{CD9F9381-1667-4751-A642-EBC8FFBDE105}" dt="2026-10-12T12:57:37.574" v="339" actId="22"/>
          <ac:spMkLst>
            <pc:docMk/>
            <pc:sldMk cId="2514741283" sldId="1398"/>
            <ac:spMk id="5" creationId="{56731B31-78B2-5DF1-FB9E-C7831DAC0127}"/>
          </ac:spMkLst>
        </pc:spChg>
      </pc:sldChg>
      <pc:sldChg chg="modSp add mod">
        <pc:chgData name="James Martin" userId="5c604502-4ee2-4081-9f0b-59e4decb0522" providerId="ADAL" clId="{CD9F9381-1667-4751-A642-EBC8FFBDE105}" dt="2026-10-12T13:06:42.139" v="377"/>
        <pc:sldMkLst>
          <pc:docMk/>
          <pc:sldMk cId="3555387838" sldId="1399"/>
        </pc:sldMkLst>
        <pc:spChg chg="mod">
          <ac:chgData name="James Martin" userId="5c604502-4ee2-4081-9f0b-59e4decb0522" providerId="ADAL" clId="{CD9F9381-1667-4751-A642-EBC8FFBDE105}" dt="2026-10-12T13:06:42.139" v="377"/>
          <ac:spMkLst>
            <pc:docMk/>
            <pc:sldMk cId="3555387838" sldId="1399"/>
            <ac:spMk id="2" creationId="{39118CD1-04CE-FF76-D9EB-A9765A99FDF5}"/>
          </ac:spMkLst>
        </pc:spChg>
      </pc:sldChg>
      <pc:sldChg chg="modSp add mod">
        <pc:chgData name="James Martin" userId="5c604502-4ee2-4081-9f0b-59e4decb0522" providerId="ADAL" clId="{CD9F9381-1667-4751-A642-EBC8FFBDE105}" dt="2026-10-12T13:06:39.710" v="376"/>
        <pc:sldMkLst>
          <pc:docMk/>
          <pc:sldMk cId="4221412696" sldId="1408"/>
        </pc:sldMkLst>
        <pc:spChg chg="mod">
          <ac:chgData name="James Martin" userId="5c604502-4ee2-4081-9f0b-59e4decb0522" providerId="ADAL" clId="{CD9F9381-1667-4751-A642-EBC8FFBDE105}" dt="2026-10-12T13:06:39.710" v="376"/>
          <ac:spMkLst>
            <pc:docMk/>
            <pc:sldMk cId="4221412696" sldId="1408"/>
            <ac:spMk id="2" creationId="{972B9371-DDF9-D0BB-F63D-FB517F23B9F9}"/>
          </ac:spMkLst>
        </pc:spChg>
      </pc:sldChg>
      <pc:sldChg chg="modSp add mod">
        <pc:chgData name="James Martin" userId="5c604502-4ee2-4081-9f0b-59e4decb0522" providerId="ADAL" clId="{CD9F9381-1667-4751-A642-EBC8FFBDE105}" dt="2026-10-12T13:06:37.014" v="375"/>
        <pc:sldMkLst>
          <pc:docMk/>
          <pc:sldMk cId="1440757352" sldId="1411"/>
        </pc:sldMkLst>
        <pc:spChg chg="mod">
          <ac:chgData name="James Martin" userId="5c604502-4ee2-4081-9f0b-59e4decb0522" providerId="ADAL" clId="{CD9F9381-1667-4751-A642-EBC8FFBDE105}" dt="2026-10-12T13:06:37.014" v="375"/>
          <ac:spMkLst>
            <pc:docMk/>
            <pc:sldMk cId="1440757352" sldId="1411"/>
            <ac:spMk id="2" creationId="{2BDCE0E2-4E21-51B9-EF9B-247B3C91A291}"/>
          </ac:spMkLst>
        </pc:spChg>
      </pc:sldChg>
      <pc:sldChg chg="modSp add mod">
        <pc:chgData name="James Martin" userId="5c604502-4ee2-4081-9f0b-59e4decb0522" providerId="ADAL" clId="{CD9F9381-1667-4751-A642-EBC8FFBDE105}" dt="2026-10-12T13:06:33.027" v="374"/>
        <pc:sldMkLst>
          <pc:docMk/>
          <pc:sldMk cId="1493893515" sldId="1413"/>
        </pc:sldMkLst>
        <pc:spChg chg="mod">
          <ac:chgData name="James Martin" userId="5c604502-4ee2-4081-9f0b-59e4decb0522" providerId="ADAL" clId="{CD9F9381-1667-4751-A642-EBC8FFBDE105}" dt="2026-10-12T13:06:33.027" v="374"/>
          <ac:spMkLst>
            <pc:docMk/>
            <pc:sldMk cId="1493893515" sldId="1413"/>
            <ac:spMk id="2" creationId="{D6D331D0-6F38-A4FB-942F-CE865CEAE5B1}"/>
          </ac:spMkLst>
        </pc:spChg>
      </pc:sldChg>
      <pc:sldChg chg="modSp add del mod">
        <pc:chgData name="James Martin" userId="5c604502-4ee2-4081-9f0b-59e4decb0522" providerId="ADAL" clId="{CD9F9381-1667-4751-A642-EBC8FFBDE105}" dt="2026-10-12T13:06:30.548" v="373"/>
        <pc:sldMkLst>
          <pc:docMk/>
          <pc:sldMk cId="3687658687" sldId="1420"/>
        </pc:sldMkLst>
        <pc:spChg chg="mod">
          <ac:chgData name="James Martin" userId="5c604502-4ee2-4081-9f0b-59e4decb0522" providerId="ADAL" clId="{CD9F9381-1667-4751-A642-EBC8FFBDE105}" dt="2026-10-12T13:06:30.548" v="373"/>
          <ac:spMkLst>
            <pc:docMk/>
            <pc:sldMk cId="3687658687" sldId="1420"/>
            <ac:spMk id="2" creationId="{1EAAF13B-206E-58A2-DD37-7308BBCCB30E}"/>
          </ac:spMkLst>
        </pc:spChg>
      </pc:sldChg>
      <pc:sldChg chg="modSp add del mod">
        <pc:chgData name="James Martin" userId="5c604502-4ee2-4081-9f0b-59e4decb0522" providerId="ADAL" clId="{CD9F9381-1667-4751-A642-EBC8FFBDE105}" dt="2026-10-12T13:06:27.816" v="372"/>
        <pc:sldMkLst>
          <pc:docMk/>
          <pc:sldMk cId="1539631307" sldId="1421"/>
        </pc:sldMkLst>
        <pc:spChg chg="mod">
          <ac:chgData name="James Martin" userId="5c604502-4ee2-4081-9f0b-59e4decb0522" providerId="ADAL" clId="{CD9F9381-1667-4751-A642-EBC8FFBDE105}" dt="2026-10-12T13:06:27.816" v="372"/>
          <ac:spMkLst>
            <pc:docMk/>
            <pc:sldMk cId="1539631307" sldId="1421"/>
            <ac:spMk id="2" creationId="{5CBB94D1-80D9-5F32-BB60-CFF33B03C0CE}"/>
          </ac:spMkLst>
        </pc:spChg>
      </pc:sldChg>
      <pc:sldChg chg="modSp add del mod">
        <pc:chgData name="James Martin" userId="5c604502-4ee2-4081-9f0b-59e4decb0522" providerId="ADAL" clId="{CD9F9381-1667-4751-A642-EBC8FFBDE105}" dt="2026-10-12T13:06:22.758" v="371" actId="20577"/>
        <pc:sldMkLst>
          <pc:docMk/>
          <pc:sldMk cId="1756974418" sldId="1426"/>
        </pc:sldMkLst>
        <pc:spChg chg="mod">
          <ac:chgData name="James Martin" userId="5c604502-4ee2-4081-9f0b-59e4decb0522" providerId="ADAL" clId="{CD9F9381-1667-4751-A642-EBC8FFBDE105}" dt="2026-10-12T13:06:22.758" v="371" actId="20577"/>
          <ac:spMkLst>
            <pc:docMk/>
            <pc:sldMk cId="1756974418" sldId="1426"/>
            <ac:spMk id="2" creationId="{0B3820A7-C9A5-06FA-ECA6-77AFA1D465F6}"/>
          </ac:spMkLst>
        </pc:spChg>
      </pc:sldChg>
      <pc:sldChg chg="add del">
        <pc:chgData name="James Martin" userId="5c604502-4ee2-4081-9f0b-59e4decb0522" providerId="ADAL" clId="{CD9F9381-1667-4751-A642-EBC8FFBDE105}" dt="2026-10-05T11:24:59.244" v="18" actId="47"/>
        <pc:sldMkLst>
          <pc:docMk/>
          <pc:sldMk cId="329492089" sldId="1442"/>
        </pc:sldMkLst>
      </pc:sldChg>
      <pc:sldChg chg="addSp delSp modSp mod">
        <pc:chgData name="James Martin" userId="5c604502-4ee2-4081-9f0b-59e4decb0522" providerId="ADAL" clId="{CD9F9381-1667-4751-A642-EBC8FFBDE105}" dt="2026-10-05T11:46:39.145" v="130"/>
        <pc:sldMkLst>
          <pc:docMk/>
          <pc:sldMk cId="3275580573" sldId="1491"/>
        </pc:sldMkLst>
        <pc:spChg chg="mod">
          <ac:chgData name="James Martin" userId="5c604502-4ee2-4081-9f0b-59e4decb0522" providerId="ADAL" clId="{CD9F9381-1667-4751-A642-EBC8FFBDE105}" dt="2026-10-05T11:45:01.084" v="102" actId="6549"/>
          <ac:spMkLst>
            <pc:docMk/>
            <pc:sldMk cId="3275580573" sldId="1491"/>
            <ac:spMk id="12" creationId="{1990F6FE-3F7D-18C0-8492-0CEE90174098}"/>
          </ac:spMkLst>
        </pc:spChg>
        <pc:spChg chg="mod">
          <ac:chgData name="James Martin" userId="5c604502-4ee2-4081-9f0b-59e4decb0522" providerId="ADAL" clId="{CD9F9381-1667-4751-A642-EBC8FFBDE105}" dt="2026-10-05T11:46:39.145" v="130"/>
          <ac:spMkLst>
            <pc:docMk/>
            <pc:sldMk cId="3275580573" sldId="1491"/>
            <ac:spMk id="15" creationId="{D48B49FC-48A2-8D80-2EA3-FCB4669DBA44}"/>
          </ac:spMkLst>
        </pc:spChg>
        <pc:spChg chg="mod">
          <ac:chgData name="James Martin" userId="5c604502-4ee2-4081-9f0b-59e4decb0522" providerId="ADAL" clId="{CD9F9381-1667-4751-A642-EBC8FFBDE105}" dt="2026-10-05T11:46:39.145" v="130"/>
          <ac:spMkLst>
            <pc:docMk/>
            <pc:sldMk cId="3275580573" sldId="1491"/>
            <ac:spMk id="16" creationId="{E48EF1E6-931D-F24E-A084-903E94C4A826}"/>
          </ac:spMkLst>
        </pc:spChg>
        <pc:spChg chg="mod">
          <ac:chgData name="James Martin" userId="5c604502-4ee2-4081-9f0b-59e4decb0522" providerId="ADAL" clId="{CD9F9381-1667-4751-A642-EBC8FFBDE105}" dt="2026-10-05T11:44:44.185" v="94" actId="164"/>
          <ac:spMkLst>
            <pc:docMk/>
            <pc:sldMk cId="3275580573" sldId="1491"/>
            <ac:spMk id="18" creationId="{8FC4F78D-CB08-F189-231F-88204B85076A}"/>
          </ac:spMkLst>
        </pc:spChg>
        <pc:grpChg chg="add mod">
          <ac:chgData name="James Martin" userId="5c604502-4ee2-4081-9f0b-59e4decb0522" providerId="ADAL" clId="{CD9F9381-1667-4751-A642-EBC8FFBDE105}" dt="2026-10-05T11:44:44.185" v="94" actId="164"/>
          <ac:grpSpMkLst>
            <pc:docMk/>
            <pc:sldMk cId="3275580573" sldId="1491"/>
            <ac:grpSpMk id="7" creationId="{884CD803-73A1-9C4F-5617-D12A215A6DE2}"/>
          </ac:grpSpMkLst>
        </pc:grpChg>
        <pc:grpChg chg="add mod">
          <ac:chgData name="James Martin" userId="5c604502-4ee2-4081-9f0b-59e4decb0522" providerId="ADAL" clId="{CD9F9381-1667-4751-A642-EBC8FFBDE105}" dt="2026-10-05T11:46:39.145" v="130"/>
          <ac:grpSpMkLst>
            <pc:docMk/>
            <pc:sldMk cId="3275580573" sldId="1491"/>
            <ac:grpSpMk id="14" creationId="{5C32B640-47EB-C1D4-4272-50E2FD1DEF54}"/>
          </ac:grpSpMkLst>
        </pc:grpChg>
        <pc:cxnChg chg="mod">
          <ac:chgData name="James Martin" userId="5c604502-4ee2-4081-9f0b-59e4decb0522" providerId="ADAL" clId="{CD9F9381-1667-4751-A642-EBC8FFBDE105}" dt="2026-10-05T11:46:39.145" v="130"/>
          <ac:cxnSpMkLst>
            <pc:docMk/>
            <pc:sldMk cId="3275580573" sldId="1491"/>
            <ac:cxnSpMk id="17" creationId="{C3328650-8F84-5FA2-64C1-A2E424483A2C}"/>
          </ac:cxnSpMkLst>
        </pc:cxnChg>
        <pc:cxnChg chg="mod">
          <ac:chgData name="James Martin" userId="5c604502-4ee2-4081-9f0b-59e4decb0522" providerId="ADAL" clId="{CD9F9381-1667-4751-A642-EBC8FFBDE105}" dt="2026-10-05T11:44:44.185" v="94" actId="164"/>
          <ac:cxnSpMkLst>
            <pc:docMk/>
            <pc:sldMk cId="3275580573" sldId="1491"/>
            <ac:cxnSpMk id="19" creationId="{D7BC4B40-1385-5822-3F93-F4BF2B4AEF93}"/>
          </ac:cxnSpMkLst>
        </pc:cxnChg>
      </pc:sldChg>
      <pc:sldChg chg="add del">
        <pc:chgData name="James Martin" userId="5c604502-4ee2-4081-9f0b-59e4decb0522" providerId="ADAL" clId="{CD9F9381-1667-4751-A642-EBC8FFBDE105}" dt="2026-10-05T11:42:14.481" v="48" actId="47"/>
        <pc:sldMkLst>
          <pc:docMk/>
          <pc:sldMk cId="346530262" sldId="1492"/>
        </pc:sldMkLst>
      </pc:sldChg>
      <pc:sldChg chg="modSp add del mod ord">
        <pc:chgData name="James Martin" userId="5c604502-4ee2-4081-9f0b-59e4decb0522" providerId="ADAL" clId="{CD9F9381-1667-4751-A642-EBC8FFBDE105}" dt="2026-10-05T11:51:07.303" v="198" actId="20577"/>
        <pc:sldMkLst>
          <pc:docMk/>
          <pc:sldMk cId="279539697" sldId="1522"/>
        </pc:sldMkLst>
        <pc:spChg chg="mod">
          <ac:chgData name="James Martin" userId="5c604502-4ee2-4081-9f0b-59e4decb0522" providerId="ADAL" clId="{CD9F9381-1667-4751-A642-EBC8FFBDE105}" dt="2026-10-05T11:51:07.303" v="198" actId="20577"/>
          <ac:spMkLst>
            <pc:docMk/>
            <pc:sldMk cId="279539697" sldId="1522"/>
            <ac:spMk id="7" creationId="{5C8B726B-4904-A8D1-0CA8-0BE9AA145F49}"/>
          </ac:spMkLst>
        </pc:spChg>
      </pc:sldChg>
      <pc:sldChg chg="modSp mod">
        <pc:chgData name="James Martin" userId="5c604502-4ee2-4081-9f0b-59e4decb0522" providerId="ADAL" clId="{CD9F9381-1667-4751-A642-EBC8FFBDE105}" dt="2026-10-05T11:51:58.618" v="205" actId="6549"/>
        <pc:sldMkLst>
          <pc:docMk/>
          <pc:sldMk cId="2731627296" sldId="1530"/>
        </pc:sldMkLst>
        <pc:spChg chg="mod">
          <ac:chgData name="James Martin" userId="5c604502-4ee2-4081-9f0b-59e4decb0522" providerId="ADAL" clId="{CD9F9381-1667-4751-A642-EBC8FFBDE105}" dt="2026-10-05T11:51:58.618" v="205" actId="6549"/>
          <ac:spMkLst>
            <pc:docMk/>
            <pc:sldMk cId="2731627296" sldId="1530"/>
            <ac:spMk id="7" creationId="{1D077AEA-D84D-4CEE-5B34-59ACC03A45E1}"/>
          </ac:spMkLst>
        </pc:spChg>
      </pc:sldChg>
      <pc:sldChg chg="modSp mod">
        <pc:chgData name="James Martin" userId="5c604502-4ee2-4081-9f0b-59e4decb0522" providerId="ADAL" clId="{CD9F9381-1667-4751-A642-EBC8FFBDE105}" dt="2026-10-05T11:51:35.454" v="200" actId="6549"/>
        <pc:sldMkLst>
          <pc:docMk/>
          <pc:sldMk cId="2220496104" sldId="1534"/>
        </pc:sldMkLst>
        <pc:spChg chg="mod">
          <ac:chgData name="James Martin" userId="5c604502-4ee2-4081-9f0b-59e4decb0522" providerId="ADAL" clId="{CD9F9381-1667-4751-A642-EBC8FFBDE105}" dt="2026-10-05T11:51:35.454" v="200" actId="6549"/>
          <ac:spMkLst>
            <pc:docMk/>
            <pc:sldMk cId="2220496104" sldId="1534"/>
            <ac:spMk id="7" creationId="{A8F1EA30-CCD2-6E7E-976F-C9804EDFD7FF}"/>
          </ac:spMkLst>
        </pc:spChg>
      </pc:sldChg>
      <pc:sldChg chg="modSp mod">
        <pc:chgData name="James Martin" userId="5c604502-4ee2-4081-9f0b-59e4decb0522" providerId="ADAL" clId="{CD9F9381-1667-4751-A642-EBC8FFBDE105}" dt="2026-10-05T11:51:39.817" v="201" actId="6549"/>
        <pc:sldMkLst>
          <pc:docMk/>
          <pc:sldMk cId="2718208980" sldId="1535"/>
        </pc:sldMkLst>
        <pc:spChg chg="mod">
          <ac:chgData name="James Martin" userId="5c604502-4ee2-4081-9f0b-59e4decb0522" providerId="ADAL" clId="{CD9F9381-1667-4751-A642-EBC8FFBDE105}" dt="2026-10-05T11:51:39.817" v="201" actId="6549"/>
          <ac:spMkLst>
            <pc:docMk/>
            <pc:sldMk cId="2718208980" sldId="1535"/>
            <ac:spMk id="7" creationId="{9C1C40F2-83CF-C562-3363-7BBFED080041}"/>
          </ac:spMkLst>
        </pc:spChg>
      </pc:sldChg>
      <pc:sldChg chg="modSp mod">
        <pc:chgData name="James Martin" userId="5c604502-4ee2-4081-9f0b-59e4decb0522" providerId="ADAL" clId="{CD9F9381-1667-4751-A642-EBC8FFBDE105}" dt="2026-10-05T11:51:48.271" v="203" actId="6549"/>
        <pc:sldMkLst>
          <pc:docMk/>
          <pc:sldMk cId="2245511837" sldId="1536"/>
        </pc:sldMkLst>
        <pc:spChg chg="mod">
          <ac:chgData name="James Martin" userId="5c604502-4ee2-4081-9f0b-59e4decb0522" providerId="ADAL" clId="{CD9F9381-1667-4751-A642-EBC8FFBDE105}" dt="2026-10-05T11:51:48.271" v="203" actId="6549"/>
          <ac:spMkLst>
            <pc:docMk/>
            <pc:sldMk cId="2245511837" sldId="1536"/>
            <ac:spMk id="7" creationId="{372DB997-0C71-578F-1EDE-45B3E1F6E4F4}"/>
          </ac:spMkLst>
        </pc:spChg>
      </pc:sldChg>
      <pc:sldChg chg="modSp mod">
        <pc:chgData name="James Martin" userId="5c604502-4ee2-4081-9f0b-59e4decb0522" providerId="ADAL" clId="{CD9F9381-1667-4751-A642-EBC8FFBDE105}" dt="2026-10-05T11:51:54.548" v="204" actId="6549"/>
        <pc:sldMkLst>
          <pc:docMk/>
          <pc:sldMk cId="2105687972" sldId="1537"/>
        </pc:sldMkLst>
        <pc:spChg chg="mod">
          <ac:chgData name="James Martin" userId="5c604502-4ee2-4081-9f0b-59e4decb0522" providerId="ADAL" clId="{CD9F9381-1667-4751-A642-EBC8FFBDE105}" dt="2026-10-05T11:51:54.548" v="204" actId="6549"/>
          <ac:spMkLst>
            <pc:docMk/>
            <pc:sldMk cId="2105687972" sldId="1537"/>
            <ac:spMk id="7" creationId="{FC726231-4F5F-73E3-E040-361FEF321F2F}"/>
          </ac:spMkLst>
        </pc:spChg>
      </pc:sldChg>
      <pc:sldChg chg="modSp mod">
        <pc:chgData name="James Martin" userId="5c604502-4ee2-4081-9f0b-59e4decb0522" providerId="ADAL" clId="{CD9F9381-1667-4751-A642-EBC8FFBDE105}" dt="2026-10-05T11:52:03.032" v="206" actId="6549"/>
        <pc:sldMkLst>
          <pc:docMk/>
          <pc:sldMk cId="1801147752" sldId="1538"/>
        </pc:sldMkLst>
        <pc:spChg chg="mod">
          <ac:chgData name="James Martin" userId="5c604502-4ee2-4081-9f0b-59e4decb0522" providerId="ADAL" clId="{CD9F9381-1667-4751-A642-EBC8FFBDE105}" dt="2026-10-05T11:52:03.032" v="206" actId="6549"/>
          <ac:spMkLst>
            <pc:docMk/>
            <pc:sldMk cId="1801147752" sldId="1538"/>
            <ac:spMk id="7" creationId="{6300800E-8D01-1163-6164-47872661EBCC}"/>
          </ac:spMkLst>
        </pc:spChg>
      </pc:sldChg>
      <pc:sldChg chg="modSp mod">
        <pc:chgData name="James Martin" userId="5c604502-4ee2-4081-9f0b-59e4decb0522" providerId="ADAL" clId="{CD9F9381-1667-4751-A642-EBC8FFBDE105}" dt="2026-10-12T13:05:27.457" v="367" actId="20577"/>
        <pc:sldMkLst>
          <pc:docMk/>
          <pc:sldMk cId="922595608" sldId="1539"/>
        </pc:sldMkLst>
        <pc:spChg chg="mod">
          <ac:chgData name="James Martin" userId="5c604502-4ee2-4081-9f0b-59e4decb0522" providerId="ADAL" clId="{CD9F9381-1667-4751-A642-EBC8FFBDE105}" dt="2026-10-12T13:05:27.457" v="367" actId="20577"/>
          <ac:spMkLst>
            <pc:docMk/>
            <pc:sldMk cId="922595608" sldId="1539"/>
            <ac:spMk id="2" creationId="{0F59C539-ED49-1BFD-43E7-593B382292D7}"/>
          </ac:spMkLst>
        </pc:spChg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186781703" sldId="1567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1139054574" sldId="1568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2385578593" sldId="1569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4207388898" sldId="1571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2124541583" sldId="1572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1839520804" sldId="1573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816230512" sldId="1576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4027198279" sldId="1577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2661386689" sldId="1579"/>
        </pc:sldMkLst>
      </pc:sldChg>
      <pc:sldChg chg="add del">
        <pc:chgData name="James Martin" userId="5c604502-4ee2-4081-9f0b-59e4decb0522" providerId="ADAL" clId="{CD9F9381-1667-4751-A642-EBC8FFBDE105}" dt="2026-10-05T14:30:25.791" v="320"/>
        <pc:sldMkLst>
          <pc:docMk/>
          <pc:sldMk cId="1497795798" sldId="1581"/>
        </pc:sldMkLst>
      </pc:sldChg>
      <pc:sldChg chg="modSp add del mod">
        <pc:chgData name="James Martin" userId="5c604502-4ee2-4081-9f0b-59e4decb0522" providerId="ADAL" clId="{CD9F9381-1667-4751-A642-EBC8FFBDE105}" dt="2026-10-12T13:06:58.613" v="382"/>
        <pc:sldMkLst>
          <pc:docMk/>
          <pc:sldMk cId="4089847852" sldId="1625"/>
        </pc:sldMkLst>
        <pc:spChg chg="mod">
          <ac:chgData name="James Martin" userId="5c604502-4ee2-4081-9f0b-59e4decb0522" providerId="ADAL" clId="{CD9F9381-1667-4751-A642-EBC8FFBDE105}" dt="2026-10-12T13:06:58.613" v="382"/>
          <ac:spMkLst>
            <pc:docMk/>
            <pc:sldMk cId="4089847852" sldId="1625"/>
            <ac:spMk id="2" creationId="{1D1D036E-1E2C-21ED-C681-89063FC1243A}"/>
          </ac:spMkLst>
        </pc:spChg>
      </pc:sldChg>
      <pc:sldChg chg="modSp add mod">
        <pc:chgData name="James Martin" userId="5c604502-4ee2-4081-9f0b-59e4decb0522" providerId="ADAL" clId="{CD9F9381-1667-4751-A642-EBC8FFBDE105}" dt="2026-10-12T13:06:56.203" v="381"/>
        <pc:sldMkLst>
          <pc:docMk/>
          <pc:sldMk cId="2258717590" sldId="1626"/>
        </pc:sldMkLst>
        <pc:spChg chg="mod">
          <ac:chgData name="James Martin" userId="5c604502-4ee2-4081-9f0b-59e4decb0522" providerId="ADAL" clId="{CD9F9381-1667-4751-A642-EBC8FFBDE105}" dt="2026-10-12T13:06:56.203" v="381"/>
          <ac:spMkLst>
            <pc:docMk/>
            <pc:sldMk cId="2258717590" sldId="1626"/>
            <ac:spMk id="2" creationId="{1DE27529-1FDA-5DE1-683E-1F984E0800DC}"/>
          </ac:spMkLst>
        </pc:spChg>
      </pc:sldChg>
      <pc:sldChg chg="add">
        <pc:chgData name="James Martin" userId="5c604502-4ee2-4081-9f0b-59e4decb0522" providerId="ADAL" clId="{CD9F9381-1667-4751-A642-EBC8FFBDE105}" dt="2026-10-05T14:30:25.791" v="320"/>
        <pc:sldMkLst>
          <pc:docMk/>
          <pc:sldMk cId="2906516930" sldId="1630"/>
        </pc:sldMkLst>
      </pc:sldChg>
      <pc:sldChg chg="add">
        <pc:chgData name="James Martin" userId="5c604502-4ee2-4081-9f0b-59e4decb0522" providerId="ADAL" clId="{CD9F9381-1667-4751-A642-EBC8FFBDE105}" dt="2026-10-05T14:30:25.791" v="320"/>
        <pc:sldMkLst>
          <pc:docMk/>
          <pc:sldMk cId="873797240" sldId="1631"/>
        </pc:sldMkLst>
      </pc:sldChg>
    </pc:docChg>
  </pc:docChgLst>
  <pc:docChgLst>
    <pc:chgData name="James Martin" userId="5c604502-4ee2-4081-9f0b-59e4decb0522" providerId="ADAL" clId="{2ED9032E-5F0F-41B2-A494-7461C54B8C03}"/>
    <pc:docChg chg="delSld modSld">
      <pc:chgData name="James Martin" userId="5c604502-4ee2-4081-9f0b-59e4decb0522" providerId="ADAL" clId="{2ED9032E-5F0F-41B2-A494-7461C54B8C03}" dt="2026-10-15T10:27:04.240" v="25" actId="47"/>
      <pc:docMkLst>
        <pc:docMk/>
      </pc:docMkLst>
      <pc:sldChg chg="del">
        <pc:chgData name="James Martin" userId="5c604502-4ee2-4081-9f0b-59e4decb0522" providerId="ADAL" clId="{2ED9032E-5F0F-41B2-A494-7461C54B8C03}" dt="2026-10-14T14:39:44.740" v="13" actId="47"/>
        <pc:sldMkLst>
          <pc:docMk/>
          <pc:sldMk cId="544401559" sldId="1373"/>
        </pc:sldMkLst>
      </pc:sldChg>
      <pc:sldChg chg="addSp mod">
        <pc:chgData name="James Martin" userId="5c604502-4ee2-4081-9f0b-59e4decb0522" providerId="ADAL" clId="{2ED9032E-5F0F-41B2-A494-7461C54B8C03}" dt="2026-10-15T10:27:01.256" v="24" actId="22"/>
        <pc:sldMkLst>
          <pc:docMk/>
          <pc:sldMk cId="3535234672" sldId="1444"/>
        </pc:sldMkLst>
        <pc:spChg chg="add">
          <ac:chgData name="James Martin" userId="5c604502-4ee2-4081-9f0b-59e4decb0522" providerId="ADAL" clId="{2ED9032E-5F0F-41B2-A494-7461C54B8C03}" dt="2026-10-15T10:26:56.947" v="23" actId="22"/>
          <ac:spMkLst>
            <pc:docMk/>
            <pc:sldMk cId="3535234672" sldId="1444"/>
            <ac:spMk id="4" creationId="{35774B96-4FC0-C3B5-FEB2-A7F7F66E1ABE}"/>
          </ac:spMkLst>
        </pc:spChg>
        <pc:spChg chg="add">
          <ac:chgData name="James Martin" userId="5c604502-4ee2-4081-9f0b-59e4decb0522" providerId="ADAL" clId="{2ED9032E-5F0F-41B2-A494-7461C54B8C03}" dt="2026-10-15T10:27:01.256" v="24" actId="22"/>
          <ac:spMkLst>
            <pc:docMk/>
            <pc:sldMk cId="3535234672" sldId="1444"/>
            <ac:spMk id="9" creationId="{002AC15A-59F5-984C-5BDB-6389F0DDB771}"/>
          </ac:spMkLst>
        </pc:spChg>
      </pc:sldChg>
      <pc:sldChg chg="del">
        <pc:chgData name="James Martin" userId="5c604502-4ee2-4081-9f0b-59e4decb0522" providerId="ADAL" clId="{2ED9032E-5F0F-41B2-A494-7461C54B8C03}" dt="2026-10-15T10:27:04.240" v="25" actId="47"/>
        <pc:sldMkLst>
          <pc:docMk/>
          <pc:sldMk cId="1946833100" sldId="1461"/>
        </pc:sldMkLst>
      </pc:sldChg>
      <pc:sldChg chg="del">
        <pc:chgData name="James Martin" userId="5c604502-4ee2-4081-9f0b-59e4decb0522" providerId="ADAL" clId="{2ED9032E-5F0F-41B2-A494-7461C54B8C03}" dt="2026-10-15T10:27:04.240" v="25" actId="47"/>
        <pc:sldMkLst>
          <pc:docMk/>
          <pc:sldMk cId="1674588587" sldId="1463"/>
        </pc:sldMkLst>
      </pc:sldChg>
      <pc:sldChg chg="del">
        <pc:chgData name="James Martin" userId="5c604502-4ee2-4081-9f0b-59e4decb0522" providerId="ADAL" clId="{2ED9032E-5F0F-41B2-A494-7461C54B8C03}" dt="2026-10-14T14:36:41.915" v="0" actId="47"/>
        <pc:sldMkLst>
          <pc:docMk/>
          <pc:sldMk cId="1980094686" sldId="1470"/>
        </pc:sldMkLst>
      </pc:sldChg>
      <pc:sldChg chg="del">
        <pc:chgData name="James Martin" userId="5c604502-4ee2-4081-9f0b-59e4decb0522" providerId="ADAL" clId="{2ED9032E-5F0F-41B2-A494-7461C54B8C03}" dt="2026-10-14T14:36:46.147" v="1" actId="47"/>
        <pc:sldMkLst>
          <pc:docMk/>
          <pc:sldMk cId="760064877" sldId="1471"/>
        </pc:sldMkLst>
      </pc:sldChg>
      <pc:sldChg chg="del">
        <pc:chgData name="James Martin" userId="5c604502-4ee2-4081-9f0b-59e4decb0522" providerId="ADAL" clId="{2ED9032E-5F0F-41B2-A494-7461C54B8C03}" dt="2026-10-14T14:36:51.813" v="2" actId="47"/>
        <pc:sldMkLst>
          <pc:docMk/>
          <pc:sldMk cId="374028943" sldId="1472"/>
        </pc:sldMkLst>
      </pc:sldChg>
      <pc:sldChg chg="del">
        <pc:chgData name="James Martin" userId="5c604502-4ee2-4081-9f0b-59e4decb0522" providerId="ADAL" clId="{2ED9032E-5F0F-41B2-A494-7461C54B8C03}" dt="2026-10-14T14:37:18.506" v="3" actId="47"/>
        <pc:sldMkLst>
          <pc:docMk/>
          <pc:sldMk cId="941041719" sldId="1480"/>
        </pc:sldMkLst>
      </pc:sldChg>
      <pc:sldChg chg="del">
        <pc:chgData name="James Martin" userId="5c604502-4ee2-4081-9f0b-59e4decb0522" providerId="ADAL" clId="{2ED9032E-5F0F-41B2-A494-7461C54B8C03}" dt="2026-10-14T14:37:28.109" v="4" actId="47"/>
        <pc:sldMkLst>
          <pc:docMk/>
          <pc:sldMk cId="1831984719" sldId="1481"/>
        </pc:sldMkLst>
      </pc:sldChg>
      <pc:sldChg chg="del">
        <pc:chgData name="James Martin" userId="5c604502-4ee2-4081-9f0b-59e4decb0522" providerId="ADAL" clId="{2ED9032E-5F0F-41B2-A494-7461C54B8C03}" dt="2026-10-14T14:37:40.339" v="5" actId="47"/>
        <pc:sldMkLst>
          <pc:docMk/>
          <pc:sldMk cId="1929709296" sldId="1484"/>
        </pc:sldMkLst>
      </pc:sldChg>
      <pc:sldChg chg="del">
        <pc:chgData name="James Martin" userId="5c604502-4ee2-4081-9f0b-59e4decb0522" providerId="ADAL" clId="{2ED9032E-5F0F-41B2-A494-7461C54B8C03}" dt="2026-10-14T14:38:14.095" v="7" actId="47"/>
        <pc:sldMkLst>
          <pc:docMk/>
          <pc:sldMk cId="914329576" sldId="1486"/>
        </pc:sldMkLst>
      </pc:sldChg>
      <pc:sldChg chg="del">
        <pc:chgData name="James Martin" userId="5c604502-4ee2-4081-9f0b-59e4decb0522" providerId="ADAL" clId="{2ED9032E-5F0F-41B2-A494-7461C54B8C03}" dt="2026-10-14T14:38:04.709" v="6" actId="47"/>
        <pc:sldMkLst>
          <pc:docMk/>
          <pc:sldMk cId="3839432431" sldId="1489"/>
        </pc:sldMkLst>
      </pc:sldChg>
      <pc:sldChg chg="del">
        <pc:chgData name="James Martin" userId="5c604502-4ee2-4081-9f0b-59e4decb0522" providerId="ADAL" clId="{2ED9032E-5F0F-41B2-A494-7461C54B8C03}" dt="2026-10-14T14:38:26.147" v="8" actId="47"/>
        <pc:sldMkLst>
          <pc:docMk/>
          <pc:sldMk cId="2194029285" sldId="1495"/>
        </pc:sldMkLst>
      </pc:sldChg>
      <pc:sldChg chg="del">
        <pc:chgData name="James Martin" userId="5c604502-4ee2-4081-9f0b-59e4decb0522" providerId="ADAL" clId="{2ED9032E-5F0F-41B2-A494-7461C54B8C03}" dt="2026-10-14T14:39:05.446" v="10" actId="47"/>
        <pc:sldMkLst>
          <pc:docMk/>
          <pc:sldMk cId="1246045437" sldId="1510"/>
        </pc:sldMkLst>
      </pc:sldChg>
      <pc:sldChg chg="del">
        <pc:chgData name="James Martin" userId="5c604502-4ee2-4081-9f0b-59e4decb0522" providerId="ADAL" clId="{2ED9032E-5F0F-41B2-A494-7461C54B8C03}" dt="2026-10-14T14:38:48.722" v="9" actId="47"/>
        <pc:sldMkLst>
          <pc:docMk/>
          <pc:sldMk cId="2007101217" sldId="1513"/>
        </pc:sldMkLst>
      </pc:sldChg>
      <pc:sldChg chg="del">
        <pc:chgData name="James Martin" userId="5c604502-4ee2-4081-9f0b-59e4decb0522" providerId="ADAL" clId="{2ED9032E-5F0F-41B2-A494-7461C54B8C03}" dt="2026-10-14T14:39:13.510" v="11" actId="47"/>
        <pc:sldMkLst>
          <pc:docMk/>
          <pc:sldMk cId="1708620218" sldId="1518"/>
        </pc:sldMkLst>
      </pc:sldChg>
      <pc:sldChg chg="del">
        <pc:chgData name="James Martin" userId="5c604502-4ee2-4081-9f0b-59e4decb0522" providerId="ADAL" clId="{2ED9032E-5F0F-41B2-A494-7461C54B8C03}" dt="2026-10-14T14:39:58.741" v="14" actId="47"/>
        <pc:sldMkLst>
          <pc:docMk/>
          <pc:sldMk cId="1344952522" sldId="1521"/>
        </pc:sldMkLst>
      </pc:sldChg>
      <pc:sldChg chg="del">
        <pc:chgData name="James Martin" userId="5c604502-4ee2-4081-9f0b-59e4decb0522" providerId="ADAL" clId="{2ED9032E-5F0F-41B2-A494-7461C54B8C03}" dt="2026-10-14T14:39:42.481" v="12" actId="47"/>
        <pc:sldMkLst>
          <pc:docMk/>
          <pc:sldMk cId="1787055973" sldId="1524"/>
        </pc:sldMkLst>
      </pc:sldChg>
      <pc:sldChg chg="del">
        <pc:chgData name="James Martin" userId="5c604502-4ee2-4081-9f0b-59e4decb0522" providerId="ADAL" clId="{2ED9032E-5F0F-41B2-A494-7461C54B8C03}" dt="2026-10-14T14:39:59.414" v="15" actId="47"/>
        <pc:sldMkLst>
          <pc:docMk/>
          <pc:sldMk cId="717624166" sldId="1527"/>
        </pc:sldMkLst>
      </pc:sldChg>
      <pc:sldChg chg="del">
        <pc:chgData name="James Martin" userId="5c604502-4ee2-4081-9f0b-59e4decb0522" providerId="ADAL" clId="{2ED9032E-5F0F-41B2-A494-7461C54B8C03}" dt="2026-10-14T14:40:10.451" v="16" actId="47"/>
        <pc:sldMkLst>
          <pc:docMk/>
          <pc:sldMk cId="2091698943" sldId="1531"/>
        </pc:sldMkLst>
      </pc:sldChg>
      <pc:sldChg chg="del">
        <pc:chgData name="James Martin" userId="5c604502-4ee2-4081-9f0b-59e4decb0522" providerId="ADAL" clId="{2ED9032E-5F0F-41B2-A494-7461C54B8C03}" dt="2026-10-14T14:40:18.521" v="17" actId="47"/>
        <pc:sldMkLst>
          <pc:docMk/>
          <pc:sldMk cId="3347569652" sldId="1532"/>
        </pc:sldMkLst>
      </pc:sldChg>
      <pc:sldChg chg="del">
        <pc:chgData name="James Martin" userId="5c604502-4ee2-4081-9f0b-59e4decb0522" providerId="ADAL" clId="{2ED9032E-5F0F-41B2-A494-7461C54B8C03}" dt="2026-10-14T14:40:30.950" v="18" actId="47"/>
        <pc:sldMkLst>
          <pc:docMk/>
          <pc:sldMk cId="123326197" sldId="1533"/>
        </pc:sldMkLst>
      </pc:sldChg>
      <pc:sldChg chg="del">
        <pc:chgData name="James Martin" userId="5c604502-4ee2-4081-9f0b-59e4decb0522" providerId="ADAL" clId="{2ED9032E-5F0F-41B2-A494-7461C54B8C03}" dt="2026-10-14T14:42:05.089" v="19" actId="47"/>
        <pc:sldMkLst>
          <pc:docMk/>
          <pc:sldMk cId="3416499493" sldId="1557"/>
        </pc:sldMkLst>
      </pc:sldChg>
      <pc:sldChg chg="del">
        <pc:chgData name="James Martin" userId="5c604502-4ee2-4081-9f0b-59e4decb0522" providerId="ADAL" clId="{2ED9032E-5F0F-41B2-A494-7461C54B8C03}" dt="2026-10-14T14:42:31.780" v="20" actId="47"/>
        <pc:sldMkLst>
          <pc:docMk/>
          <pc:sldMk cId="989460350" sldId="1562"/>
        </pc:sldMkLst>
      </pc:sldChg>
      <pc:sldChg chg="del">
        <pc:chgData name="James Martin" userId="5c604502-4ee2-4081-9f0b-59e4decb0522" providerId="ADAL" clId="{2ED9032E-5F0F-41B2-A494-7461C54B8C03}" dt="2026-10-14T15:11:59.538" v="22" actId="47"/>
        <pc:sldMkLst>
          <pc:docMk/>
          <pc:sldMk cId="4130133064" sldId="1582"/>
        </pc:sldMkLst>
      </pc:sldChg>
      <pc:sldChg chg="del">
        <pc:chgData name="James Martin" userId="5c604502-4ee2-4081-9f0b-59e4decb0522" providerId="ADAL" clId="{2ED9032E-5F0F-41B2-A494-7461C54B8C03}" dt="2026-10-14T15:11:29.433" v="21" actId="47"/>
        <pc:sldMkLst>
          <pc:docMk/>
          <pc:sldMk cId="2505366504" sldId="1585"/>
        </pc:sldMkLst>
      </pc:sldChg>
      <pc:sldChg chg="del">
        <pc:chgData name="James Martin" userId="5c604502-4ee2-4081-9f0b-59e4decb0522" providerId="ADAL" clId="{2ED9032E-5F0F-41B2-A494-7461C54B8C03}" dt="2026-10-15T10:27:04.240" v="25" actId="47"/>
        <pc:sldMkLst>
          <pc:docMk/>
          <pc:sldMk cId="1082586337" sldId="162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2.xml"/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3.xml"/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6.xml"/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8.xml"/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9.xml"/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0.xml"/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1.xml"/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2.xml"/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3.xml"/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4.xml"/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5.xml"/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6.xml"/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7.xml"/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9.xml"/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0.xml"/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2.xml"/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3.xml"/><Relationship Id="rId1" Type="http://schemas.openxmlformats.org/officeDocument/2006/relationships/notesMaster" Target="../notesMasters/notesMaster1.xml"/></Relationships>
</file>

<file path=ppt/notesSlides/_rels/notesSlide7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4.xml"/><Relationship Id="rId1" Type="http://schemas.openxmlformats.org/officeDocument/2006/relationships/notesMaster" Target="../notesMasters/notesMaster1.xml"/></Relationships>
</file>

<file path=ppt/notesSlides/_rels/notesSlide7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5.xml"/><Relationship Id="rId1" Type="http://schemas.openxmlformats.org/officeDocument/2006/relationships/notesMaster" Target="../notesMasters/notesMaster1.xml"/></Relationships>
</file>

<file path=ppt/notesSlides/_rels/notesSlide7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6.xml"/><Relationship Id="rId1" Type="http://schemas.openxmlformats.org/officeDocument/2006/relationships/notesMaster" Target="../notesMasters/notesMaster1.xml"/></Relationships>
</file>

<file path=ppt/notesSlides/_rels/notesSlide7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7.xml"/><Relationship Id="rId1" Type="http://schemas.openxmlformats.org/officeDocument/2006/relationships/notesMaster" Target="../notesMasters/notesMaster1.xml"/></Relationships>
</file>

<file path=ppt/notesSlides/_rels/notesSlide7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8.xml"/><Relationship Id="rId1" Type="http://schemas.openxmlformats.org/officeDocument/2006/relationships/notesMaster" Target="../notesMasters/notesMaster1.xml"/></Relationships>
</file>

<file path=ppt/notesSlides/_rels/notesSlide7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9.xml"/><Relationship Id="rId1" Type="http://schemas.openxmlformats.org/officeDocument/2006/relationships/notesMaster" Target="../notesMasters/notesMaster1.xml"/></Relationships>
</file>

<file path=ppt/notesSlides/_rels/notesSlide8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0.xml"/><Relationship Id="rId1" Type="http://schemas.openxmlformats.org/officeDocument/2006/relationships/notesMaster" Target="../notesMasters/notesMaster1.xml"/></Relationships>
</file>

<file path=ppt/notesSlides/_rels/notesSlide8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1.xml"/><Relationship Id="rId1" Type="http://schemas.openxmlformats.org/officeDocument/2006/relationships/notesMaster" Target="../notesMasters/notesMaster1.xml"/></Relationships>
</file>

<file path=ppt/notesSlides/_rels/notesSlide8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2.xml"/><Relationship Id="rId1" Type="http://schemas.openxmlformats.org/officeDocument/2006/relationships/notesMaster" Target="../notesMasters/notesMaster1.xml"/></Relationships>
</file>

<file path=ppt/notesSlides/_rels/notesSlide8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3.xml"/><Relationship Id="rId1" Type="http://schemas.openxmlformats.org/officeDocument/2006/relationships/notesMaster" Target="../notesMasters/notesMaster1.xml"/></Relationships>
</file>

<file path=ppt/notesSlides/_rels/notesSlide8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4.xml"/><Relationship Id="rId1" Type="http://schemas.openxmlformats.org/officeDocument/2006/relationships/notesMaster" Target="../notesMasters/notesMaster1.xml"/></Relationships>
</file>

<file path=ppt/notesSlides/_rels/notesSlide8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5.xml"/><Relationship Id="rId1" Type="http://schemas.openxmlformats.org/officeDocument/2006/relationships/notesMaster" Target="../notesMasters/notesMaster1.xml"/></Relationships>
</file>

<file path=ppt/notesSlides/_rels/notesSlide8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6.xml"/><Relationship Id="rId1" Type="http://schemas.openxmlformats.org/officeDocument/2006/relationships/notesMaster" Target="../notesMasters/notesMaster1.xml"/></Relationships>
</file>

<file path=ppt/notesSlides/_rels/notesSlide8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7.xml"/><Relationship Id="rId1" Type="http://schemas.openxmlformats.org/officeDocument/2006/relationships/notesMaster" Target="../notesMasters/notesMaster1.xml"/></Relationships>
</file>

<file path=ppt/notesSlides/_rels/notesSlide8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8.xml"/><Relationship Id="rId1" Type="http://schemas.openxmlformats.org/officeDocument/2006/relationships/notesMaster" Target="../notesMasters/notesMaster1.xml"/></Relationships>
</file>

<file path=ppt/notesSlides/_rels/notesSlide8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9.xml"/><Relationship Id="rId1" Type="http://schemas.openxmlformats.org/officeDocument/2006/relationships/notesMaster" Target="../notesMasters/notesMaster1.xml"/></Relationships>
</file>

<file path=ppt/notesSlides/_rels/notesSlide9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0.xml"/><Relationship Id="rId1" Type="http://schemas.openxmlformats.org/officeDocument/2006/relationships/notesMaster" Target="../notesMasters/notesMaster1.xml"/></Relationships>
</file>

<file path=ppt/notesSlides/_rels/notesSlide9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1.xml"/><Relationship Id="rId1" Type="http://schemas.openxmlformats.org/officeDocument/2006/relationships/notesMaster" Target="../notesMasters/notesMaster1.xml"/></Relationships>
</file>

<file path=ppt/notesSlides/_rels/notesSlide9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2.xml"/><Relationship Id="rId1" Type="http://schemas.openxmlformats.org/officeDocument/2006/relationships/notesMaster" Target="../notesMasters/notesMaster1.xml"/></Relationships>
</file>

<file path=ppt/notesSlides/_rels/notesSlide9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3.xml"/><Relationship Id="rId1" Type="http://schemas.openxmlformats.org/officeDocument/2006/relationships/notesMaster" Target="../notesMasters/notesMaster1.xml"/></Relationships>
</file>

<file path=ppt/notesSlides/_rels/notesSlide9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4.xml"/><Relationship Id="rId1" Type="http://schemas.openxmlformats.org/officeDocument/2006/relationships/notesMaster" Target="../notesMasters/notesMaster1.xml"/></Relationships>
</file>

<file path=ppt/notesSlides/_rels/notesSlide9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_rels/notesSlide9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6.xml"/><Relationship Id="rId1" Type="http://schemas.openxmlformats.org/officeDocument/2006/relationships/notesMaster" Target="../notesMasters/notesMaster1.xml"/></Relationships>
</file>

<file path=ppt/notesSlides/_rels/notesSlide9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7.xml"/><Relationship Id="rId1" Type="http://schemas.openxmlformats.org/officeDocument/2006/relationships/notesMaster" Target="../notesMasters/notesMaster1.xml"/></Relationships>
</file>

<file path=ppt/notesSlides/_rels/notesSlide9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8.xml"/><Relationship Id="rId1" Type="http://schemas.openxmlformats.org/officeDocument/2006/relationships/notesMaster" Target="../notesMasters/notesMaster1.xml"/></Relationships>
</file>

<file path=ppt/notesSlides/_rels/notesSlide9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9.xml"/><Relationship Id="rId1" Type="http://schemas.openxmlformats.org/officeDocument/2006/relationships/notesMaster" Target="../notesMasters/notesMaster1.xml"/></Relationships>
</file>

<file path=ppt/notesSlides/_rels/notesSlide10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10ab001f5b_0_8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9" name="Google Shape;99;g310ab001f5b_0_8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>
          <a:extLst>
            <a:ext uri="{FF2B5EF4-FFF2-40B4-BE49-F238E27FC236}">
              <a16:creationId xmlns:a16="http://schemas.microsoft.com/office/drawing/2014/main" id="{893A35B2-2BDE-A65B-F68B-A595F8E8C5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>
            <a:extLst>
              <a:ext uri="{FF2B5EF4-FFF2-40B4-BE49-F238E27FC236}">
                <a16:creationId xmlns:a16="http://schemas.microsoft.com/office/drawing/2014/main" id="{9F952131-C212-90FE-50BB-7DB42B5436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>
            <a:extLst>
              <a:ext uri="{FF2B5EF4-FFF2-40B4-BE49-F238E27FC236}">
                <a16:creationId xmlns:a16="http://schemas.microsoft.com/office/drawing/2014/main" id="{DCF0FAE4-867A-41DF-D4E9-1F18C2FDE9A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0902368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E2C3C0E-5417-CDBD-FC46-16448F3BEE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6FBBDE-14E6-C838-B798-7B0ECDA8691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3618E30-6945-C986-939B-75FE15C1D4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836752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283BCF0-9AAB-809B-B33F-0CFA0EEE18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04FEC5F-A904-C224-D732-A7427BC022A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25910C4-7E95-808F-3F64-ABD6D4C1AE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048564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5065A04-B424-3314-2863-11F7A7C993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639CF2D-38FB-9773-8FA3-50B9C1B775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15852E1-ED83-C1B3-3A17-D04F9E15C33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9189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441CD60-1B2C-1C6F-578B-3DC49CC30C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96F428E-0C92-515E-6D6B-609CB92640D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2FF4631-4A0F-5415-CA93-8FE4054E3E9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425401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0A287B8-87E2-86C8-BB68-5BD2F8779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0FC3BB1-14C9-3099-D645-A0B5D8A2C39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12A6CE5-B73D-E740-E25A-38AD76BCDD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3238831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B078BAA-8DAE-1A6E-1306-B7D58EA06D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B78DC1B-61D8-DD38-F4C7-B4E3B999F8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2DB5E26-B873-1EAF-86ED-E16C53BDC0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2694286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FF8FCD-B2D7-3B84-2B8B-65B228AD0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B9BB582-0992-B33D-71F9-AFEB1C6C48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AE85E6-72BF-EA87-20C3-8220B1209E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6504307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0474A41-649E-29F8-FE4A-520BAA8EA7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5706AF0-A14B-4C3E-11B2-2FB2A22272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BB99D91-0BA8-6266-59A7-2E244055193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175849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D3DDB2D-1421-8353-9E64-B7BD44BC14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B80F5C6-A1CF-B2AC-AE3D-18775499036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DED4B16-908A-3B33-3A62-3D1C84796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186826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ECB2A24-4391-08A1-E175-B1D7DE93A2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33344BE-9CBC-8BAE-D570-D6157140B3C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4A917CA-D022-EF9C-BFCF-73B7DD2A1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4187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47E2717-3304-7D8D-809C-C2DFF4D7C6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B2E40CE-C9C1-0A43-0D3B-4396D663C5C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23A414B-17FD-78EC-1282-D260F11B26D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5794687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F2A379D-D04D-B27B-9F5E-2322369C83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C5B1BFC-3832-0973-10A8-79F358ACE94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7709449-D5FD-8C39-FBE2-49D7E4DF449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26716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68D5068-1F5C-A541-BEF2-EFE610DB33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DBE5F0C-8BBF-2A07-5FAA-41B1C8C7D2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FDE7C76-CB04-8A6C-F6D6-2F06894CA87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0969158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121F860-89C2-79EF-6435-8AF8A208C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AC3308C-5023-588B-5C66-F45F20D491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1368023-EC1F-2414-709E-F9C02015D4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417416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452B45F-96BC-3292-2034-EAC1F63111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DB2C5C1-1F35-393E-9A26-3E419F9FE7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F92C15AB-5488-65A3-049D-FAB084F2C7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7615579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0DDD663-EBB7-1498-E7A8-816BF7492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7DFC87F-F329-D272-F893-41C040AA6D8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F685E30-A867-4FF6-E6FF-0EE4A7519F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572833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CB935B8-B167-1D44-69A7-0AFED6778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85DA535-49F6-4EEC-2105-588F9BFCF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28EA2A6-B602-C0D3-65D2-34DF81E99F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1703642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1BFEE2C-BD9B-FD4D-0020-739A922A9D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0CABDA1-F75C-90AD-259C-22CA528D674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1E2D4B6-4C77-BF30-508F-AF4613ADAA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6509626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C767B7-9B91-2B1D-8320-72442B8F48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AC9864B-9F1E-6394-3AFB-C11BEEF09C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111B0BF-74A2-D3D3-2CBD-CA7BB23D8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6353406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23D9CDB-0DDB-E676-1236-8D6F7B539B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EC19F8F-ECB9-DD42-F58C-C010A2804E7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E656288-D3A7-BA3C-2602-C038619359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2738298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23B0307-184B-F7D3-4548-48EC00BAF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18C1F25-95C0-1464-7929-CCDE15D648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2F1FCE2-FBCE-3CDF-2729-F9864B70F6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250257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8961D46-D919-D256-7961-BBEC184040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CFA039E-59D1-9125-BECA-00213F6AAFB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B2528A3-C06F-64CF-727E-C0A1D61D755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11186886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3C5A312-B84A-F68F-B38C-46AFD721D4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36A7C9-9073-26D5-9127-6303AA4D36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8872F0D-E21F-355F-9203-DF5CBE59E7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92830507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32856B9-D3F7-C394-EAD9-DECE5B567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518D35A-B701-D43B-0959-503B538617B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59B431B-4098-FD31-6DDE-A85296511DD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284986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F0D30D4-A889-4550-6DD2-C7B30B1362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1F7600F-CD53-4A02-4E01-D3D792282F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64D9B63-77D4-91DC-2783-8AE0B3DBDE7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0604246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08FA40A-8530-363C-DF67-B1547FA92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536D293-0FC5-B13D-4665-494556BA4E7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2E4BDC3-1B8C-FF19-D364-923412BEC1C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2439927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0A5C047-3FAC-C444-093B-B22CC5831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970D5A3-3CF7-BC66-023C-1D279ABF31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3379F74-AA27-B4C9-BF25-454C8F5567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46737624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1436129-41B3-511D-0E28-B46461674D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AAFB13D-A596-BE7A-5E88-9B24158045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D6EF58A-6A97-BF64-DC0C-F00B8D006AC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72609544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BCA6C1B-4FD4-ECE8-D848-443A1C53DD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6356CC3-8766-0266-FCD4-16D9A3B171F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B9EFED0-0890-57C1-FBFA-E711B8F5B0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27994684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E824818-7671-176B-4D83-356C1D5AEC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F9454E3-D0A1-3A08-574E-AABB3D3F14C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F859EFF-ABB4-4223-DF79-03B901C1EF9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9831248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0B79C91-3B23-07C5-B9B3-402EF13CBC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490EEEB5-B44D-C11C-9E36-D4EA1A610C6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FCCB80E-4C0D-A59A-A130-62AE131E9D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19455816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CF8DF00-6048-BB16-9EAC-C7050A9103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33B20A8-112A-E568-1627-BBA20EA6646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B80BBDB-778B-A516-E1EE-1C4BBBA460A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952944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BA6D1F3-4F10-8A29-0D97-217E64E936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C78486D-1838-C366-ACD8-6F739A5114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6DEFDAA-DB62-F76D-A581-77375435E9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8651225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7C9DE28-DE61-C437-6ACE-1EFCC2837C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1AA8BDA-DE95-114D-B489-87BA5634F51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084070F-77E9-A48E-09D3-BE9E3EDBECA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0887717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DE0F70F-96F6-F02B-0448-18B7DA01B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2F8C25F-86CD-2869-40C7-51D2BB179F0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070ABDE-4500-D5F2-10A7-F412AA3F9E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67267032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CF181C7F-D9FA-D2BA-D734-D173CBD62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DC907A3-1615-F1C9-2078-48A1339178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92E4F87-917C-3792-E240-1E7B2E6CE4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71960497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C6D35A5-221D-3AF6-7803-B09176B3C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D9E4983-FE68-D7C6-133A-299DF6664F5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F6C9D7F-6008-64DA-8FA3-FAF54A25F14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7947546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E2C4597-C353-AD1B-2BEB-2D9D74A8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346A0A6-EBB5-CC18-890D-CAA79D6B6C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02182A7-E9AF-CD5F-1987-C09A86362DD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60530553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551147C-9668-3159-D90C-D86CCE3FAC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862166B-6E69-8988-0E7E-9643380EBE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330DE7B-E246-C566-8053-A00C54DCA02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7549248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A0972CB-21AD-1AAF-A753-F3D1C45A5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814D75E-54FD-EA8F-E8A9-67BEB2D76A4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1318C2A-8E8A-E02C-CCA7-0DA02612EB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22951885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993F21-6915-A2C7-8395-78DFF3CB6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8CE0400B-16D5-D768-0023-30538CABD0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3A63253-5511-3C35-FD70-67D8F1CF597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99202718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D12D93C-3844-2FC9-88FC-B8D4AB564F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8A481EE-E3C0-A3A0-C276-DC24478878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CDD77A8-DECE-9F2F-620E-AD19118F69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471756530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C6C64D8-5B9A-1E7B-189D-B4F13A1724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FA4F261-9C59-B334-8D2C-824E2339A7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8DA09BC-154B-9DB4-D552-6D2DEBED40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58773144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8F1FE0D-550B-F21D-C919-B6BF625189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CFDFADF-7602-3D9E-F1B9-2EB491F2374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6B2C439-EA38-FF90-CEBE-A9DD1888D09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7562332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16AD3AC-515A-832C-45B7-B74A02F33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39E4D35-137C-F521-D4ED-87EDCAE4D6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A371B7D-AC92-48D5-CDFC-A3BA5DD569F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3441218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C506113-B2AB-0470-E647-616CCC7BDC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CC654E3-0697-D88F-6ECF-F0FA48A4A2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B651B47-3B17-6589-2F30-3A9FA71784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19541800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4A0AA03-E102-D7DD-AF04-A575879DC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02F5F80-85EB-2146-F57B-F33F89EF37A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EEABEB5-FC56-5759-9EBD-296C7044A5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3638084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5CC2F5F-16E2-0EBD-2731-2A50DBCE6E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5A6FB7A-39AD-012B-D54D-76C9EA797A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784F2D6-343E-B478-E14B-C5B8D2472E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88925668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736CC7E-0BAA-7DD1-267D-B09DFFD66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ADBE10D-4434-7ACA-EDFF-28B753881BF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0FFEC50-F9D0-E52A-F594-A3461C4686B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9907752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3159314-4BC2-0458-FE88-ADBF87715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A201B20-02D7-C71C-26A5-FCEF014510B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B039445-3961-0438-975C-06582B5E97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35726986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999F4F0-07A6-57EC-6D36-AE64806414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4C71A37-0F47-F107-8A9B-EB7A995CA83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CE8E338-C3D5-C006-2B9F-46A44F9C74F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7922859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69DF75A-56FF-9254-F883-9C95E706DA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31FA4C6-826F-D4D5-2654-D417429D2C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C9F1AE4-3C65-ADDE-B3CB-EB37D1E74A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2078514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39E06FA-F604-3C27-AD6D-F9E1FA6C3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C68B241-F2A4-4C38-F45E-898F733A6BF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342CCAE-F9C6-ACCF-D37D-166D65CA085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7577533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5BF4FEE9-B087-E2A8-0184-48B9BB8834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A2FD76C-34AA-C61A-6DAA-072568CD17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5520080-7B74-9536-EB3B-A523D5EF4F1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80549065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E9CA733-B929-0C0A-BBC4-DB8C17A068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DCC4E71-C12B-D83C-3B3B-7B7027FF33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05616285-5E3E-5C3B-2CC5-179D485EB6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3826143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6C67494-D365-DA1D-56D1-7A20A0ECE4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405257F-77ED-A3D5-743E-3B2EF0C5A7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E3CFE77-806F-793F-9B5A-59795F653A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20081613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E8AECDD-791F-9995-FDAB-F0DDBFCDAF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282C33-8ADC-2680-64E3-48431DE02E5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29CA9D3D-713C-34B9-7FCA-35D69979B58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79552619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0122A80B-FF12-6F7B-C3A5-AE97356FE4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D7062984-6902-6783-63BB-EF28A9C290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0C19A7A-37EC-5BFB-889F-91344114FA4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83488392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BE9C119-B36E-2E94-D424-96608B2AA0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F8A2F92-0FDF-8A63-ED0C-AD15DF5F0F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A16871E-C1EE-6332-1616-47651583EE2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04675499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6538B2D-680D-F9F2-598E-65EE5035B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11BD914-4142-6D23-DBD6-FBE6256488A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4E7527A-A741-F3DD-6B2B-29D637995CF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715719950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1FF2764-54DA-0705-D0F9-79E2A511E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9AA2F07-500B-6C93-AF54-A9D66D01D83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66B8DDB-F0C8-DF54-887B-4236B8804C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3769586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85E4523-CBC1-A1E6-5DFF-981FD3B7E7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BB8CFCF-25C1-550E-C8A5-0DFAC5D21F2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836357E-1421-4FE7-1108-4CF5F54AF1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5195015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D99359D-DECE-FCA1-7E2B-2437690D5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1096C1E-32B7-5E2A-96E7-016A66BD449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6E1F144-FFBC-A4FF-219D-A168842E74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27946854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FC818BB-EFCF-0AB6-041C-25E90040D2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718E775-150B-34B1-46A8-AB244EF804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A60C88E-A66F-123F-C768-C6B48616440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727935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E48468B-024E-D225-8278-864E9F2C4D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B254110-BAB7-8446-4BB9-333675C4BC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BA56004D-26E6-6163-13CA-F6D3B09F05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79414013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730A8AC3-2309-BEE2-3F34-14DA50326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D69872A-1B21-FCF9-0530-7252E99C8C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32684E2-A229-1419-4902-8F72877D871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409482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0DBF11E-57D2-2B8A-E5B1-F74D43B1FC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9C928C5-F5BF-C844-B2BC-B735BE11F8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B5838D8-C525-5333-2087-54BAC3E6386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88227916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424AFCB-658C-D6B9-5385-FC0F61C1B2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F4843CC-E211-87F3-F099-9A25E29E4B8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96E264E-3A3F-6C20-87E4-CA896BAD682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93629653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1A7412E-0E57-D5FD-F330-673FB4A0A3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BEA0C538-2FD0-EAF1-A577-FE9ADEC009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06B68ED-76CA-2381-9FEE-D287E574815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97734323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3EA9BB6-8CBD-3094-29CB-766418B7E0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920F7F9-FE5A-58D1-F36A-CA77A03DF2E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E4100D1-7337-43FD-E8E6-F3C97D6348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874766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A88F276-9520-0E61-1D5B-292E194811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CDC261F-92EB-C1C1-1DFB-D95373E3F7A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FC15CF4-54AE-EFC0-8DCF-F9C88AF0CAE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68959729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4A2D886-0CC6-5BA4-3088-851E9FB2F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1094EDA-19EB-E8A2-1B06-9B01D160A59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3AC75EF-AB07-2C66-36A7-7B4D64219CA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36414348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1AC7F3C-3E0E-5B9E-5C7F-C38F103852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A826E6BB-6522-82D3-6E32-8F825AAC8C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A6FB8EBA-58AC-9BBD-2142-355EBA26461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2633976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44DC7394-21B0-8705-1CA5-D05BE5F5E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4E1B53B-70E1-757F-5E3E-C0FD6B2141C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48546000-F8D1-BADA-7864-DDFB33DA042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69234813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61BD6137-7F9D-3662-442D-A660BDFCFE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52A5C25-12AB-5032-C12E-EF8376F4BE5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93368C04-705F-A9E1-0F79-697B93BB896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056914922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0D3E38C-E246-D5EC-F199-4FFDB6CC31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6636E9A2-0F06-6BA4-C2A7-0B8B4604E30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66C64E9-057A-552F-1252-164E044CB76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8050815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FE42BF0B-A767-B670-C1BA-CF39BEBC90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32CA9CD3-17A5-BB43-E741-30FA48B96EF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5D5DD72-45B8-1DE3-20AD-255852C85B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66474158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B1E2E988-FDF0-6B88-827A-8ABE1A7B3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9EE783B-DA2A-9E7E-3138-CC5FD820AD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C3C118C2-FC14-71B6-72D0-F2314A84EC4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77943763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82B56FD8-9DBF-DBE8-781A-62C82C0ADD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B3E1018-AA5B-5ABA-9216-BF0D198C8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E3A387F6-AEF0-0227-A933-1DCFB21BF73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75294808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73673C7-055F-393D-2B21-EDE900D82E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CEF5931A-EF26-A130-F7D6-14E81C0C1E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CACF840-7766-4FDE-29E6-F49D1355ED0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90085595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70A4EA9-AE43-58D0-8158-C95F30CC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2D88CF13-51E2-6F50-FCCC-A02A4544697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AE74D0F-61B9-34EF-F72D-23726A2C67D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202694450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AD376E4-6F7C-2DF0-8391-3702337B79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11213D1-2344-36FF-49AF-03D811384E0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1676154-8B74-7CE5-EF22-CF4A4B5F00D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63556589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BFFE1BC-CACC-D997-99D2-843EE138E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05BC00FE-0621-D7DE-6AAC-1489CBE0B2B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381B17F9-E57C-EBD8-89DD-683B8CAB871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40410283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D3A5C269-8D24-4A5D-32E7-EE62211BF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5C39BE2E-7965-F1EC-26E3-4C760AF1607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DCD321B-082E-74DC-3EBA-F8AA7388C3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11709350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3ECA958C-99D2-428A-CC8A-D1526D0A73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690E297-B7C3-E7FF-F082-D72BE9C7455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C38EF42-8B52-F9A9-D388-238FE6DE14B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65347669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7E0BC2A-A193-3B07-817E-509472939C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B6943F8-C433-1713-A53F-01AA3BDF94D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12AFAC2A-0524-BFBA-E5BA-ABB472ADF62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8502638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49EBA52-38F0-186E-93CB-38DD8968F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04653E4-01CA-F782-CC53-B71A2E4FE37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DBA6E015-251E-0C27-C7E1-541B72FBA6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97508615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914C75CF-4125-7419-C3B8-F53768744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E1CE0C48-8A12-C61C-7539-B6F11D02817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504E6BD0-B1D0-31C8-4CEB-ED603FC189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83995429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EB5136A2-71D1-B0B7-6EE6-7988CFEA1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76D994E2-354A-58DF-0B99-35C8E0FF2E5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6A52AE46-20D3-E0C2-934A-12BDBBD8A91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45149962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AA6728B8-66C8-D5FD-BD4A-E2E46F8949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905F1F0C-BBA7-9017-DC9F-84F9C3E9B3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3A2C4E4-CC6C-8993-785D-9C9DA1C313B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411630207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28770C7C-4359-B715-1DA7-69D614C0E4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F646C572-1FD0-77F1-79FF-E27605B9C7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710AD77D-D226-C415-A3CD-85D9D3C6FA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95551912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2">
          <a:extLst>
            <a:ext uri="{FF2B5EF4-FFF2-40B4-BE49-F238E27FC236}">
              <a16:creationId xmlns:a16="http://schemas.microsoft.com/office/drawing/2014/main" id="{1E87AB5C-0491-439B-6D66-E71AB3C04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g310ab001f5b_0_168:notes">
            <a:extLst>
              <a:ext uri="{FF2B5EF4-FFF2-40B4-BE49-F238E27FC236}">
                <a16:creationId xmlns:a16="http://schemas.microsoft.com/office/drawing/2014/main" id="{1AF88A9B-A04F-3E7D-342E-25E7D4E97D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4" name="Google Shape;244;g310ab001f5b_0_168:notes">
            <a:extLst>
              <a:ext uri="{FF2B5EF4-FFF2-40B4-BE49-F238E27FC236}">
                <a16:creationId xmlns:a16="http://schemas.microsoft.com/office/drawing/2014/main" id="{8940B901-79F7-B8E7-DA29-5825D4422C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408982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01530B50-7CFA-09A1-C275-9637782CE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5B7B61A3-771B-193E-69F9-0149809975F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2292DE97-9F99-2279-BDDF-47DD368BCDC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1286115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BF6C1939-7395-2B7A-0ACD-C3E059EAB1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F7EE99BE-30D6-77BD-C2D6-59C6F5EDDFE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F0DD7C2-5D8A-5FAF-31E1-CEBC395B1E2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687820025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CF13DC55-C999-A027-B79B-1792767023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01782688-7405-08C9-7300-7A12947DBF6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D57C4C47-BD08-EBF2-4D7E-CD47CFCE10E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83167575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6382520A-D550-A496-6889-5A3F50157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636DF73F-E0A0-16F0-825A-E867B0EAAD1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E2256CAD-CC37-0408-A283-85DE345E2C4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154735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">
          <a:extLst>
            <a:ext uri="{FF2B5EF4-FFF2-40B4-BE49-F238E27FC236}">
              <a16:creationId xmlns:a16="http://schemas.microsoft.com/office/drawing/2014/main" id="{AF5DC440-6AC3-7BD1-6ECD-80122FA3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g31619c7a333_0_40:notes">
            <a:extLst>
              <a:ext uri="{FF2B5EF4-FFF2-40B4-BE49-F238E27FC236}">
                <a16:creationId xmlns:a16="http://schemas.microsoft.com/office/drawing/2014/main" id="{C8037561-E62F-25A8-CF8F-6F9CBEDA09E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" name="Google Shape;147;g31619c7a333_0_40:notes">
            <a:extLst>
              <a:ext uri="{FF2B5EF4-FFF2-40B4-BE49-F238E27FC236}">
                <a16:creationId xmlns:a16="http://schemas.microsoft.com/office/drawing/2014/main" id="{BE8A3955-30DB-009C-E020-D1292127377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67542125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9" name="Google Shape;3209;g3168269db4f_0_1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0" name="Google Shape;3210;g3168269db4f_0_1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Slide" type="title">
  <p:cSld name="TITLE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2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" name="Google Shape;16;p2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ctr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ctr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ctr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1" name="Google Shape;21;p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22" name="Google Shape;22;p2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25" name="Google Shape;25;p3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6" name="Google Shape;26;p3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7" name="Google Shape;27;p3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28" name="Google Shape;28;p3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Section Header" type="secHead">
  <p:cSld name="SECTION_HEADER">
    <p:bg>
      <p:bgPr>
        <a:solidFill>
          <a:schemeClr val="lt1"/>
        </a:solidFill>
        <a:effectLst/>
      </p:bgPr>
    </p:bg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" name="Google Shape;31;p4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8000"/>
              <a:buFont typeface="Calibri"/>
              <a:buNone/>
              <a:defRPr sz="8000" b="0" i="0" u="none" strike="noStrike" cap="none">
                <a:solidFill>
                  <a:srgbClr val="262626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5" name="Google Shape;35;p4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6" name="Google Shape;36;p4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37" name="Google Shape;37;p4"/>
          <p:cNvCxnSpPr/>
          <p:nvPr/>
        </p:nvCxnSpPr>
        <p:spPr>
          <a:xfrm>
            <a:off x="1207658" y="4343400"/>
            <a:ext cx="987552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4937760" cy="40233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body" idx="2"/>
          </p:nvPr>
        </p:nvSpPr>
        <p:spPr>
          <a:xfrm>
            <a:off x="6217920" y="1845735"/>
            <a:ext cx="493776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4" name="Google Shape;44;p5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47" name="Google Shape;47;p6"/>
          <p:cNvSpPr txBox="1"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8" name="Google Shape;48;p6"/>
          <p:cNvSpPr txBox="1">
            <a:spLocks noGrp="1"/>
          </p:cNvSpPr>
          <p:nvPr>
            <p:ph type="body" idx="2"/>
          </p:nvPr>
        </p:nvSpPr>
        <p:spPr>
          <a:xfrm>
            <a:off x="1097280" y="2582335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9" name="Google Shape;49;p6"/>
          <p:cNvSpPr txBox="1">
            <a:spLocks noGrp="1"/>
          </p:cNvSpPr>
          <p:nvPr>
            <p:ph type="body" idx="3"/>
          </p:nvPr>
        </p:nvSpPr>
        <p:spPr>
          <a:xfrm>
            <a:off x="6217920" y="1846052"/>
            <a:ext cx="4937760" cy="736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None/>
              <a:defRPr sz="18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600"/>
              <a:buFont typeface="Calibri"/>
              <a:buNone/>
              <a:defRPr sz="1600" b="1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0" name="Google Shape;50;p6"/>
          <p:cNvSpPr txBox="1">
            <a:spLocks noGrp="1"/>
          </p:cNvSpPr>
          <p:nvPr>
            <p:ph type="body" idx="4"/>
          </p:nvPr>
        </p:nvSpPr>
        <p:spPr>
          <a:xfrm>
            <a:off x="6217920" y="2582334"/>
            <a:ext cx="4937760" cy="3286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1" name="Google Shape;51;p6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2" name="Google Shape;52;p6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3" name="Google Shape;53;p6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7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6" name="Google Shape;56;p7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7" name="Google Shape;57;p7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8" name="Google Shape;58;p7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 type="blank">
  <p:cSld name="BLANK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" name="Google Shape;62;p8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3" name="Google Shape;63;p8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4" name="Google Shape;64;p8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Content with Caption" type="objTx">
  <p:cSld name="OBJECT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9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9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body" idx="1"/>
          </p:nvPr>
        </p:nvSpPr>
        <p:spPr>
          <a:xfrm>
            <a:off x="4800600" y="731520"/>
            <a:ext cx="6492240" cy="52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0" name="Google Shape;70;p9"/>
          <p:cNvSpPr txBox="1">
            <a:spLocks noGrp="1"/>
          </p:cNvSpPr>
          <p:nvPr>
            <p:ph type="body" idx="2"/>
          </p:nvPr>
        </p:nvSpPr>
        <p:spPr>
          <a:xfrm>
            <a:off x="457200" y="2926080"/>
            <a:ext cx="3200400" cy="3379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1" name="Google Shape;71;p9"/>
          <p:cNvSpPr txBox="1">
            <a:spLocks noGrp="1"/>
          </p:cNvSpPr>
          <p:nvPr>
            <p:ph type="dt" idx="10"/>
          </p:nvPr>
        </p:nvSpPr>
        <p:spPr>
          <a:xfrm>
            <a:off x="465512" y="6459785"/>
            <a:ext cx="261851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9"/>
          <p:cNvSpPr txBox="1">
            <a:spLocks noGrp="1"/>
          </p:cNvSpPr>
          <p:nvPr>
            <p:ph type="ftr" idx="11"/>
          </p:nvPr>
        </p:nvSpPr>
        <p:spPr>
          <a:xfrm>
            <a:off x="4800600" y="6459785"/>
            <a:ext cx="4648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9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Picture with Caption" type="picTx">
  <p:cSld name="PICTURE_WITH_CAPTION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0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6" name="Google Shape;76;p10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7" name="Google Shape;77;p10"/>
          <p:cNvSpPr txBox="1"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Calibri"/>
              <a:buNone/>
              <a:defRPr sz="36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8" name="Google Shape;78;p10"/>
          <p:cNvSpPr>
            <a:spLocks noGrp="1"/>
          </p:cNvSpPr>
          <p:nvPr>
            <p:ph type="pic" idx="2"/>
          </p:nvPr>
        </p:nvSpPr>
        <p:spPr>
          <a:xfrm>
            <a:off x="15" y="0"/>
            <a:ext cx="12191985" cy="4915076"/>
          </a:xfrm>
          <a:prstGeom prst="rect">
            <a:avLst/>
          </a:prstGeom>
          <a:solidFill>
            <a:srgbClr val="BECAD4"/>
          </a:solidFill>
          <a:ln>
            <a:noFill/>
          </a:ln>
        </p:spPr>
        <p:txBody>
          <a:bodyPr spcFirstLastPara="1" wrap="square" lIns="457200" tIns="457200" rIns="0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3200"/>
              <a:buFont typeface="Calibri"/>
              <a:buNone/>
              <a:defRPr sz="3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Calibri"/>
              <a:buNone/>
              <a:defRPr sz="2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400"/>
              <a:buFont typeface="Calibri"/>
              <a:buNone/>
              <a:defRPr sz="2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2000"/>
              <a:buFont typeface="Calibri"/>
              <a:buNone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9" name="Google Shape;79;p10"/>
          <p:cNvSpPr txBox="1">
            <a:spLocks noGrp="1"/>
          </p:cNvSpPr>
          <p:nvPr>
            <p:ph type="body" idx="1"/>
          </p:nvPr>
        </p:nvSpPr>
        <p:spPr>
          <a:xfrm>
            <a:off x="1097280" y="5907024"/>
            <a:ext cx="10113264" cy="594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>
            <a:lvl1pPr marL="457200" marR="0" lvl="0" indent="-2286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500"/>
              <a:buFont typeface="Calibri"/>
              <a:buNone/>
              <a:defRPr sz="15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chemeClr val="accent1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000"/>
              <a:buFont typeface="Calibri"/>
              <a:buNone/>
              <a:defRPr sz="1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900"/>
              <a:buFont typeface="Calibri"/>
              <a:buNone/>
              <a:defRPr sz="9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0" name="Google Shape;80;p10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1" name="Google Shape;81;p10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2" name="Google Shape;82;p10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85" name="Google Shape;85;p11"/>
          <p:cNvSpPr txBox="1">
            <a:spLocks noGrp="1"/>
          </p:cNvSpPr>
          <p:nvPr>
            <p:ph type="body" idx="1"/>
          </p:nvPr>
        </p:nvSpPr>
        <p:spPr>
          <a:xfrm rot="5400000">
            <a:off x="4114800" y="-1171786"/>
            <a:ext cx="4023360" cy="1005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6" name="Google Shape;86;p1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7" name="Google Shape;87;p1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8" name="Google Shape;88;p1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Vertical Title and Text" type="vertTitleAndTx">
  <p:cSld name="VERTICAL_TITLE_AND_VERTICAL_TEXT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2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1" name="Google Shape;91;p12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12"/>
          <p:cNvSpPr txBox="1">
            <a:spLocks noGrp="1"/>
          </p:cNvSpPr>
          <p:nvPr>
            <p:ph type="title"/>
          </p:nvPr>
        </p:nvSpPr>
        <p:spPr>
          <a:xfrm rot="5400000">
            <a:off x="7159401" y="1977801"/>
            <a:ext cx="575989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3" name="Google Shape;93;p12"/>
          <p:cNvSpPr txBox="1">
            <a:spLocks noGrp="1"/>
          </p:cNvSpPr>
          <p:nvPr>
            <p:ph type="body" idx="1"/>
          </p:nvPr>
        </p:nvSpPr>
        <p:spPr>
          <a:xfrm rot="5400000">
            <a:off x="1825401" y="-574899"/>
            <a:ext cx="575989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00" tIns="0" rIns="45700" bIns="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4" name="Google Shape;94;p12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5" name="Google Shape;95;p12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6" name="Google Shape;96;p12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" name="Google Shape;7;p1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4800"/>
              <a:buFont typeface="Calibri"/>
              <a:buNone/>
              <a:defRPr sz="4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>
            <a:lvl1pPr marL="457200" marR="0" lvl="0" indent="-355600" algn="l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chemeClr val="accent1"/>
              </a:buClr>
              <a:buSzPts val="2000"/>
              <a:buFont typeface="Calibri"/>
              <a:buChar char=" "/>
              <a:defRPr sz="20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Calibri"/>
              <a:buChar char="◦"/>
              <a:defRPr sz="18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400"/>
              </a:spcAft>
              <a:buClr>
                <a:schemeClr val="accent1"/>
              </a:buClr>
              <a:buSzPts val="1400"/>
              <a:buFont typeface="Calibri"/>
              <a:buChar char="◦"/>
              <a:defRPr sz="1400" b="0" i="0" u="none" strike="noStrike" cap="none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dt" idx="10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ftr" idx="11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sldNum" idx="12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05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cxnSp>
        <p:nvCxnSpPr>
          <p:cNvPr id="13" name="Google Shape;13;p1"/>
          <p:cNvCxnSpPr/>
          <p:nvPr/>
        </p:nvCxnSpPr>
        <p:spPr>
          <a:xfrm>
            <a:off x="1193532" y="1737845"/>
            <a:ext cx="9966960" cy="0"/>
          </a:xfrm>
          <a:prstGeom prst="straightConnector1">
            <a:avLst/>
          </a:prstGeom>
          <a:noFill/>
          <a:ln w="9525" cap="flat" cmpd="sng">
            <a:solidFill>
              <a:srgbClr val="7F7F7F"/>
            </a:solidFill>
            <a:prstDash val="solid"/>
            <a:round/>
            <a:headEnd type="none" w="sm" len="sm"/>
            <a:tailEnd type="none" w="sm" len="sm"/>
          </a:ln>
        </p:spPr>
      </p:cxn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7.xml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8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49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0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0.xml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1.xml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9.pn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9.pn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6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0.xml"/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7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17.png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3.xml"/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4.xml"/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5.xml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6.xml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7.xml"/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8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3.xml"/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4.xml"/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5.xml"/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6.xml"/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7.xml"/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8.xml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89.xml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0.xml"/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1.xml"/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2.xml"/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3.xml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94.xml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5.xml"/><Relationship Id="rId1" Type="http://schemas.openxmlformats.org/officeDocument/2006/relationships/slideLayout" Target="../slideLayouts/slideLayout2.xml"/></Relationships>
</file>

<file path=ppt/slides/_rels/slide9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6.xml"/><Relationship Id="rId1" Type="http://schemas.openxmlformats.org/officeDocument/2006/relationships/slideLayout" Target="../slideLayouts/slideLayout2.xml"/></Relationships>
</file>

<file path=ppt/slides/_rels/slide9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7.xml"/><Relationship Id="rId1" Type="http://schemas.openxmlformats.org/officeDocument/2006/relationships/slideLayout" Target="../slideLayouts/slideLayout2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8.xml"/><Relationship Id="rId1" Type="http://schemas.openxmlformats.org/officeDocument/2006/relationships/slideLayout" Target="../slideLayouts/slideLayout2.xml"/></Relationships>
</file>

<file path=ppt/slides/_rels/slide9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99.xml"/><Relationship Id="rId1" Type="http://schemas.openxmlformats.org/officeDocument/2006/relationships/slideLayout" Target="../slideLayouts/slideLayout2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3"/>
          <p:cNvSpPr txBox="1">
            <a:spLocks noGrp="1"/>
          </p:cNvSpPr>
          <p:nvPr>
            <p:ph type="ctrTitle"/>
          </p:nvPr>
        </p:nvSpPr>
        <p:spPr>
          <a:xfrm>
            <a:off x="956602" y="1639558"/>
            <a:ext cx="10359000" cy="138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b="1" dirty="0"/>
              <a:t>Lecture 3: </a:t>
            </a: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endParaRPr sz="3000" b="1" dirty="0"/>
          </a:p>
          <a:p>
            <a:pPr marL="0" marR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3800"/>
              <a:buFont typeface="Calibri"/>
              <a:buNone/>
            </a:pPr>
            <a:r>
              <a:rPr lang="en-GB" sz="3000" dirty="0"/>
              <a:t>Functions</a:t>
            </a:r>
            <a:endParaRPr sz="3000" dirty="0"/>
          </a:p>
        </p:txBody>
      </p:sp>
      <p:sp>
        <p:nvSpPr>
          <p:cNvPr id="102" name="Google Shape;102;p13"/>
          <p:cNvSpPr txBox="1"/>
          <p:nvPr/>
        </p:nvSpPr>
        <p:spPr>
          <a:xfrm>
            <a:off x="2897084" y="3907028"/>
            <a:ext cx="8280600" cy="172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SCIF10002 – Introduction to Coding and Data 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James S Martin</a:t>
            </a:r>
            <a:endParaRPr sz="1800" dirty="0"/>
          </a:p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15</a:t>
            </a:r>
            <a:r>
              <a:rPr lang="en-GB" sz="1800" baseline="300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800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October 2026</a:t>
            </a:r>
            <a:endParaRPr sz="1800" dirty="0"/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p13"/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0/12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>
          <a:extLst>
            <a:ext uri="{FF2B5EF4-FFF2-40B4-BE49-F238E27FC236}">
              <a16:creationId xmlns:a16="http://schemas.microsoft.com/office/drawing/2014/main" id="{2DE27CD8-325E-C880-EDE4-90C2813F82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>
            <a:extLst>
              <a:ext uri="{FF2B5EF4-FFF2-40B4-BE49-F238E27FC236}">
                <a16:creationId xmlns:a16="http://schemas.microsoft.com/office/drawing/2014/main" id="{8335D709-9CD2-5C9D-6213-F81D327D6B5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Today’s Lecture</a:t>
            </a:r>
            <a:endParaRPr dirty="0"/>
          </a:p>
        </p:txBody>
      </p:sp>
      <p:sp>
        <p:nvSpPr>
          <p:cNvPr id="3213" name="Google Shape;3213;p184">
            <a:extLst>
              <a:ext uri="{FF2B5EF4-FFF2-40B4-BE49-F238E27FC236}">
                <a16:creationId xmlns:a16="http://schemas.microsoft.com/office/drawing/2014/main" id="{4D125E02-8097-49DB-09D5-9C120F3A6BC5}"/>
              </a:ext>
            </a:extLst>
          </p:cNvPr>
          <p:cNvSpPr txBox="1"/>
          <p:nvPr/>
        </p:nvSpPr>
        <p:spPr>
          <a:xfrm>
            <a:off x="1211100" y="18003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>
              <a:lnSpc>
                <a:spcPct val="90000"/>
              </a:lnSpc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4: Functions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	</a:t>
            </a: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For and While Loops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Inputs and Outputs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>
              <a:lnSpc>
                <a:spcPct val="90000"/>
              </a:lnSpc>
              <a:spcBef>
                <a:spcPts val="1200"/>
              </a:spcBef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5: Consolidation Week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Why learn to code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Tackling Problems: A Worked Example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What’s next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>
              <a:lnSpc>
                <a:spcPct val="90000"/>
              </a:lnSpc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ED58392-5D5B-7F92-2238-68DD0A17819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4920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D2407E4-78A9-FCED-F435-AD2475A49F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21F4C96-2C33-4AF4-1F68-6BF8D58F997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Important: Assessed Coursework 1</a:t>
            </a:r>
            <a:endParaRPr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E35871C-9FE0-F919-FC2F-50307F0CBBB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0" b="15002"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6637A3D9-7EFC-B16F-84FD-30098ECCD7D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3400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4EC50AE-02AB-A42C-557E-E5A1AB748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C525BA6-EE33-2095-71ED-53BAEA36BD4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Important: Assessed Coursework 1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9F787BF-0AEF-A159-CD8F-584CEC72055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first assignment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Released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Wednesday 7</a:t>
            </a:r>
            <a:r>
              <a:rPr lang="en-GB" sz="1600" b="1" i="1" baseline="300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Wednesday 21</a:t>
            </a:r>
            <a:r>
              <a:rPr lang="en-GB" sz="1600" b="1" i="1" baseline="300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DA939A1-CDF7-7E26-459D-054A176AE5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0" b="15002"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78DDEDDF-E2FC-4D4B-AA40-2BF3B550B2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37529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5E4C4B1-A5A6-EE6F-487C-9F69F5D389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C2328A8-1D6A-0045-EC7E-666E1209CF7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Important: Assessed Coursework 1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AFC0F7E-D7CE-FC48-D138-09E201AC471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first assignment has been released!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Released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Wednesday 7</a:t>
            </a:r>
            <a:r>
              <a:rPr lang="en-GB" sz="1600" b="1" i="1" baseline="30000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th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Due 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Wednesday 21</a:t>
            </a:r>
            <a:r>
              <a:rPr lang="en-GB" sz="1600" b="1" i="1" baseline="30000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st</a:t>
            </a:r>
            <a:r>
              <a:rPr lang="en-GB" sz="16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 October at 12:00PM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is 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assessed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(</a:t>
            </a:r>
            <a:r>
              <a:rPr lang="en-GB" sz="1800" b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15%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of your grade!)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Submission is via </a:t>
            </a:r>
            <a:r>
              <a:rPr lang="en-GB" sz="1800" b="1" i="1" dirty="0" err="1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submit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 many times as you like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up until the submission date</a:t>
            </a: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FE11854-B6F4-9650-DC55-0B31FF4873D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260" b="15002"/>
          <a:stretch>
            <a:fillRect/>
          </a:stretch>
        </p:blipFill>
        <p:spPr bwMode="auto">
          <a:xfrm>
            <a:off x="6847115" y="2660092"/>
            <a:ext cx="3934736" cy="25472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103;p13">
            <a:extLst>
              <a:ext uri="{FF2B5EF4-FFF2-40B4-BE49-F238E27FC236}">
                <a16:creationId xmlns:a16="http://schemas.microsoft.com/office/drawing/2014/main" id="{4A5573CC-2F1D-0E45-7055-AB6B4BFB82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2/12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94103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A06AE5F-5888-D2E4-27DE-B958F4495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D9ED902-348C-C470-14EF-AA2F89EFB643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A233B9A-C331-C2FD-5E19-A5844AE254E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1D036E-1E2C-21ED-C681-89063FC124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</p:spTree>
    <p:extLst>
      <p:ext uri="{BB962C8B-B14F-4D97-AF65-F5344CB8AC3E}">
        <p14:creationId xmlns:p14="http://schemas.microsoft.com/office/powerpoint/2010/main" val="40898478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A24A60C-54A6-B885-CEAC-E3F5A05813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3C4D60F1-F87D-74E2-4AFD-BAAB514499D9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BE0FBF6-E0E3-27FE-7EEC-9E91F1024C0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400"/>
            <a:ext cx="7688569" cy="3999894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6AC91C0-A629-BDDA-5C7E-A49482C3049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51E5305-30B6-A05A-E7B0-17386AD61C0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DE27529-1FDA-5DE1-683E-1F984E0800D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36780808-EA4E-A0F3-84A4-5C9BF1748C17}"/>
              </a:ext>
            </a:extLst>
          </p:cNvPr>
          <p:cNvSpPr/>
          <p:nvPr/>
        </p:nvSpPr>
        <p:spPr>
          <a:xfrm>
            <a:off x="5444067" y="2351293"/>
            <a:ext cx="651933" cy="26490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587175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FD186F0-B096-DB62-BA41-5B2188B7E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A2FD6D3B-0010-8083-CB08-0C5A7AF87146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7" name="Picture 3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3FCBD48-1A95-047C-A2E5-04F377BA56C6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74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5583D22-051B-4334-110E-6AB37F4AA0A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B8A6FDC-63AC-9E92-4C8C-448C4C21608C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9AB5D44-1CA2-AC54-D17B-D024F071F2D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CB9B23A2-62FD-4AC8-C6EB-7E77F80DED3E}"/>
              </a:ext>
            </a:extLst>
          </p:cNvPr>
          <p:cNvSpPr/>
          <p:nvPr/>
        </p:nvSpPr>
        <p:spPr>
          <a:xfrm>
            <a:off x="10905067" y="2969359"/>
            <a:ext cx="567266" cy="24797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3261570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438B177-CC82-0772-CDCD-0311A655B5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D104E3AA-499B-DC8C-DEBB-8D5292B10F2C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D1FA4BE-A893-E991-8802-127E8C3E50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06C4B41-C1A2-203F-913B-C4D10FB6C38B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A2B4776-D794-1682-1F6B-7E49637E79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FECCF81-079B-7300-FEE9-4DD874880CE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5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DA1C7373-C896-32D2-61A2-DD211FAA9238}"/>
              </a:ext>
            </a:extLst>
          </p:cNvPr>
          <p:cNvSpPr/>
          <p:nvPr/>
        </p:nvSpPr>
        <p:spPr>
          <a:xfrm>
            <a:off x="4546601" y="3623735"/>
            <a:ext cx="1083732" cy="21166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503282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0315C78-CF5B-A7C9-7B1E-73AFB3854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865D34EF-05FF-E8F6-AC65-3A1533D80EF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B27234A-64E4-DDBD-1385-D6B82A98736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72237F1-04A3-5DD7-C7D8-068CA150A8CB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4AEE153-2AEF-9898-76F3-49271291FF0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pic>
        <p:nvPicPr>
          <p:cNvPr id="3" name="Picture 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C58A573-3D5E-A7BD-AC50-90DA77EE7C2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56731B31-78B2-5DF1-FB9E-C7831DAC0127}"/>
              </a:ext>
            </a:extLst>
          </p:cNvPr>
          <p:cNvSpPr/>
          <p:nvPr/>
        </p:nvSpPr>
        <p:spPr>
          <a:xfrm>
            <a:off x="4749800" y="3936999"/>
            <a:ext cx="2565400" cy="56726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1474128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1AEF1AE-0D77-361A-FDA6-7603F1FF22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76C12058-18CF-AA8C-565D-78F18388EFB9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C2A4987-87C4-4320-4C13-52E95255B9D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A00E59C-A121-64C6-4C59-2907B21375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7CCD006-2005-FAED-6F0B-AF578436C689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9118CD1-04CE-FF76-D9EB-A9765A99FD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402B4388-58BC-6FA0-94BC-D18A325F6AFE}"/>
              </a:ext>
            </a:extLst>
          </p:cNvPr>
          <p:cNvSpPr/>
          <p:nvPr/>
        </p:nvSpPr>
        <p:spPr>
          <a:xfrm>
            <a:off x="4749800" y="3936999"/>
            <a:ext cx="2565400" cy="567267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553878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83892EA-9C4D-63EC-DAA6-3948834874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960529F9-842E-EC08-5AD4-83E7B2AE58CA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1AE4D6-2B40-287B-6000-DA56A0AEC65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60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1958517-590C-D700-50D9-EE6CCA8DE30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D300E2B-C4D2-9DB0-2777-582F7C414D5D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72B9371-DDF9-D0BB-F63D-FB517F23B9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A71CDA61-5593-91C3-2657-C8A102FF5492}"/>
              </a:ext>
            </a:extLst>
          </p:cNvPr>
          <p:cNvSpPr/>
          <p:nvPr/>
        </p:nvSpPr>
        <p:spPr>
          <a:xfrm>
            <a:off x="4563533" y="2227005"/>
            <a:ext cx="32173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4BEC3F5C-37DF-E79A-D848-FD21790DD9BF}"/>
              </a:ext>
            </a:extLst>
          </p:cNvPr>
          <p:cNvSpPr/>
          <p:nvPr/>
        </p:nvSpPr>
        <p:spPr>
          <a:xfrm>
            <a:off x="4605863" y="3285340"/>
            <a:ext cx="1295404" cy="19195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214126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902CD59-4291-1135-39E6-BC7365F41E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1C1C989-3139-28D9-D1B8-14433CD463F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21" name="Picture 2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EBCCD10-23C0-2749-8428-53CD2307A83A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7"/>
            <a:ext cx="7688569" cy="402542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4E2883C-08BA-F716-7BEC-3EB3FBA1CC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5C8EE11-484F-B1E5-CE22-AA7CC416F11A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BDCE0E2-4E21-51B9-EF9B-247B3C91A29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1CC4B958-2DD8-CDC4-616C-0AE7E3D086B8}"/>
              </a:ext>
            </a:extLst>
          </p:cNvPr>
          <p:cNvSpPr/>
          <p:nvPr/>
        </p:nvSpPr>
        <p:spPr>
          <a:xfrm>
            <a:off x="10895401" y="3624017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407573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57B4C22-31E8-9802-CA59-CDEBCE7EE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CA04278D-B6D7-3D31-430B-39B467C8B8FD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7" name="Picture 1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B6D240D-33C6-2616-AEE0-865398262F5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4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695BEDD-DA22-FF32-53A3-5A087CCB61C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3E8B50-ACC4-BE76-D918-14967A7D1B4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6D331D0-6F38-A4FB-942F-CE865CEAE5B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5DA64422-2E8D-A2A9-BF8C-31E0C8231542}"/>
              </a:ext>
            </a:extLst>
          </p:cNvPr>
          <p:cNvSpPr/>
          <p:nvPr/>
        </p:nvSpPr>
        <p:spPr>
          <a:xfrm>
            <a:off x="10895401" y="3624017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389351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BD7D313-1614-F1F9-FDB5-EFCF8A9A7B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572BC37E-65AC-0041-8231-319822614B75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969340-A385-14AB-CBA8-D27B953D57E8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2"/>
            <a:ext cx="7688569" cy="4025422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6636202-C8B4-F6BD-E1AE-38373A531DF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87CEB20-88E7-1070-A62F-D85C49145821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EAAF13B-206E-58A2-DD37-7308BBCCB30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0AE3670A-EDAE-1A5A-87FC-100AD7854E27}"/>
              </a:ext>
            </a:extLst>
          </p:cNvPr>
          <p:cNvSpPr/>
          <p:nvPr/>
        </p:nvSpPr>
        <p:spPr>
          <a:xfrm>
            <a:off x="10912335" y="3420814"/>
            <a:ext cx="559999" cy="20291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87658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FD57390-2353-D0F9-8A85-99B8EED8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B6D18721-743A-DE2B-64D6-77EE57F859F8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3" name="Picture 12" descr="A screenshot of a video chat&#10;&#10;AI-generated content may be incorrect.">
            <a:extLst>
              <a:ext uri="{FF2B5EF4-FFF2-40B4-BE49-F238E27FC236}">
                <a16:creationId xmlns:a16="http://schemas.microsoft.com/office/drawing/2014/main" id="{434304DF-2431-61A1-7CA9-1BBC74BC7839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50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069AF9B-3A52-097B-AC92-538DEE72B8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FAF0CC5-F527-201A-19D4-C201E226E445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CBB94D1-80D9-5F32-BB60-CFF33B03C0C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/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</p:spTree>
    <p:extLst>
      <p:ext uri="{BB962C8B-B14F-4D97-AF65-F5344CB8AC3E}">
        <p14:creationId xmlns:p14="http://schemas.microsoft.com/office/powerpoint/2010/main" val="153963130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CD95124-3278-F651-2D03-43FBC813DC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>
            <a:extLst>
              <a:ext uri="{FF2B5EF4-FFF2-40B4-BE49-F238E27FC236}">
                <a16:creationId xmlns:a16="http://schemas.microsoft.com/office/drawing/2014/main" id="{4E5547C7-5EE1-4591-89AD-0DAAB46E408F}"/>
              </a:ext>
            </a:extLst>
          </p:cNvPr>
          <p:cNvSpPr/>
          <p:nvPr/>
        </p:nvSpPr>
        <p:spPr>
          <a:xfrm>
            <a:off x="508000" y="1548143"/>
            <a:ext cx="11313885" cy="66528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11" name="Picture 10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E4967F0-20DA-43E0-5116-CE0226743CBC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251368" y="1803248"/>
            <a:ext cx="7688569" cy="4025423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768AAD1-73A9-EF75-7E26-4C71306EB20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8000" y="437859"/>
            <a:ext cx="9040073" cy="904758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 err="1"/>
              <a:t>Noteable</a:t>
            </a:r>
            <a:r>
              <a:rPr lang="en-GB" dirty="0"/>
              <a:t> Submission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D28AABB-E996-F0E8-8D9A-50440D789002}"/>
              </a:ext>
            </a:extLst>
          </p:cNvPr>
          <p:cNvSpPr txBox="1"/>
          <p:nvPr/>
        </p:nvSpPr>
        <p:spPr>
          <a:xfrm>
            <a:off x="459015" y="1624343"/>
            <a:ext cx="3541485" cy="21305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Download using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Assignments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tab on </a:t>
            </a:r>
            <a:r>
              <a:rPr lang="en-GB" sz="1800" dirty="0" err="1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noteable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Press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Fetch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and click on the assignment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Fill your answers in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Validate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Once done, save your answers and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Submit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Feedback will be available when you see the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(view feedback)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B3820A7-C9A5-06FA-ECA6-77AFA1D465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3/12</a:t>
            </a:r>
          </a:p>
        </p:txBody>
      </p:sp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F32F6CE0-2DB4-45B9-2607-33A6B2E2AC87}"/>
              </a:ext>
            </a:extLst>
          </p:cNvPr>
          <p:cNvSpPr/>
          <p:nvPr/>
        </p:nvSpPr>
        <p:spPr>
          <a:xfrm>
            <a:off x="5671446" y="4089400"/>
            <a:ext cx="619288" cy="19473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569744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B631C68-441D-34AB-FC22-2B912596BE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04F6A90-D8D8-EDA6-EC94-E665100779BA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B15F29C-BC11-0A0A-FB27-2B86C8289EB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0192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For and While Loops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45265C2-EAF1-8909-E06F-3E39DEB4E8B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607848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BC1B6CC-A93B-BDE9-A0E5-C64B1FCA23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D7D42C-61A1-F896-4005-D274BF230D7C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964871C-66D4-4396-63AB-D1A94F1E682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0192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For and 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2B4E512-B4B3-071D-AAAE-F0F2267139AC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can be used to simplify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 week, we saw an example where we wanted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DE6AAD9-5BB1-29D9-E02C-388652FC543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64CFD17-BD2D-DAD2-3210-03084228AE3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699654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5109665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580685-3A78-95F9-0725-B2E551B42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83FFCE7-50A2-43C4-F831-EBEE78D97FB8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72CBC3A-32F7-023F-57A5-DFFF0A7F5C7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0192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For and 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0605316-CBCC-2D49-E210-5B8B4FB662BF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can be used to simplify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 week, we saw an example where we wanted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writing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77BDC1F-CE5B-97F6-1B17-E78A8626A3E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9F064AB-A072-D82F-6810-72A5E878EC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90857" y="833946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59D0FB-DC5F-AB63-72BC-FA3A604C3A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699654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28463035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60D1F1C-E2F8-3E1B-FFA2-2262E5B5B6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E404109-D524-E258-A6FD-9EB8F62C4B15}"/>
              </a:ext>
            </a:extLst>
          </p:cNvPr>
          <p:cNvSpPr/>
          <p:nvPr/>
        </p:nvSpPr>
        <p:spPr>
          <a:xfrm>
            <a:off x="489858" y="1273629"/>
            <a:ext cx="11332028" cy="10668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6C0C127-D22A-0787-BF0A-18D43831206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10192" y="-301224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Recap: For and While Loops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2E8FF21-F383-CF3B-88B8-D58E45CFD740}"/>
              </a:ext>
            </a:extLst>
          </p:cNvPr>
          <p:cNvSpPr txBox="1"/>
          <p:nvPr/>
        </p:nvSpPr>
        <p:spPr>
          <a:xfrm>
            <a:off x="1203929" y="1149571"/>
            <a:ext cx="5131557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can be used to simplify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repetitive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computation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Last week, we saw an example where we wanted to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print </a:t>
            </a: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square of each item in this </a:t>
            </a:r>
            <a:r>
              <a:rPr lang="en-GB" sz="1600" b="1" i="1" dirty="0">
                <a:solidFill>
                  <a:schemeClr val="accent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list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writing something like this…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us do all this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automatically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!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b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81DF478-6FC0-BDC5-9764-0890DD3675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4/12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B184B1B-C3AF-5CD2-E1D7-A4B9E661534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8490857" y="833946"/>
            <a:ext cx="2699658" cy="514606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A9F8014-88CD-018B-33F9-6C7836C889D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2351314" y="2699654"/>
            <a:ext cx="3277664" cy="390214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733D09C-D34A-3D84-BA0B-89F4109FD654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4697815" y="4684562"/>
            <a:ext cx="3152963" cy="129544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397ADA06-4352-98CA-CEC0-9F1613118E6E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1482291" y="5157746"/>
            <a:ext cx="2597217" cy="82226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35774B96-4FC0-C3B5-FEB2-A7F7F66E1ABE}"/>
              </a:ext>
            </a:extLst>
          </p:cNvPr>
          <p:cNvSpPr txBox="1"/>
          <p:nvPr/>
        </p:nvSpPr>
        <p:spPr>
          <a:xfrm>
            <a:off x="4569280" y="4192150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While Loop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" name="Google Shape;198;p20">
            <a:extLst>
              <a:ext uri="{FF2B5EF4-FFF2-40B4-BE49-F238E27FC236}">
                <a16:creationId xmlns:a16="http://schemas.microsoft.com/office/drawing/2014/main" id="{002AC15A-59F5-984C-5BDB-6389F0DDB771}"/>
              </a:ext>
            </a:extLst>
          </p:cNvPr>
          <p:cNvSpPr txBox="1"/>
          <p:nvPr/>
        </p:nvSpPr>
        <p:spPr>
          <a:xfrm>
            <a:off x="1001485" y="4513242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For Loop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3523467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C7AA3F5-169F-4E56-938B-8B19F5974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F05D8E-9F69-7979-B685-D4E7A5F664A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B1886A1-EADC-4FD8-E1D5-73E41401A2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34009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53ACCFA-DFF0-C568-F549-1708E4AAE7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51E961E-0F8D-66DF-F037-CC65EC1CCD3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BB113A5-EFB6-9409-3196-A7A97CDE2A5D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FB7964F-AA8F-C73C-F56C-83C34444FD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2774530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6E5D4E6-4002-8A5E-ED52-43B90F278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8A78554-FF44-915F-AB7C-4129EA7582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5043D47-7A3D-6892-F2AF-A169B54468E9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BAA843D-D2B4-3DA7-758D-B7387032A9F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A87104E-C262-7AD5-AA51-9BE58345A80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C4BE29E-73F7-F857-E44B-A3E5BBADB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7" t="35910" r="54588" b="55130"/>
          <a:stretch>
            <a:fillRect/>
          </a:stretch>
        </p:blipFill>
        <p:spPr>
          <a:xfrm>
            <a:off x="7356476" y="2358189"/>
            <a:ext cx="3849158" cy="290601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667266617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08E2BB9-1727-4FE1-9A3D-434FC8C8F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652BB20-B1D8-6AA9-B371-C8F5DB75E5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DDB0187-1E5C-7135-0D98-23B649614492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B2D986A-546E-7893-1EED-ABBF739E9A7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21A24375-1AB0-D44C-3158-3CD329A4FCC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0FE8C87-57C2-A348-7F50-42E13E2767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7" t="35910" r="54588" b="55130"/>
          <a:stretch>
            <a:fillRect/>
          </a:stretch>
        </p:blipFill>
        <p:spPr>
          <a:xfrm>
            <a:off x="7356476" y="3081453"/>
            <a:ext cx="3849158" cy="2182747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6479078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33C67EC-94C9-AB23-AEDB-A928BC5A8F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50B13BB-6E65-CF56-938E-DCE772393D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6EC4ABE-0BF1-F3E3-1E23-94166728D86E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895CCD2-462F-7DC2-0AB8-EDD546BB572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ACD777-4DDE-96AC-1C6A-7CC9BE606FD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0D280C0-80ED-855E-7436-869D8B4DB5C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7" t="35910" r="54588" b="55130"/>
          <a:stretch>
            <a:fillRect/>
          </a:stretch>
        </p:blipFill>
        <p:spPr>
          <a:xfrm>
            <a:off x="7356476" y="3763478"/>
            <a:ext cx="3849158" cy="1500722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2641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E2EFEFD-9ADD-8D29-6782-24D736A43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CDEEB9B-9ACA-69B6-BE8E-7A27827E4D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B8F2CF7-C395-8F5F-202B-05B77C0C117F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E258A99-8157-CC54-2432-CA1D9F06CD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64C2E3B0-E104-FBEC-2BC8-0FC80DF975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20310D-6473-3617-3262-9FB15AFCC7A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7" t="35910" r="54588" b="55130"/>
          <a:stretch>
            <a:fillRect/>
          </a:stretch>
        </p:blipFill>
        <p:spPr>
          <a:xfrm>
            <a:off x="7356476" y="4350619"/>
            <a:ext cx="3849158" cy="913581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27615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A4489AF-B809-58AC-33D6-3CF5EC1CC6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28C0EC9-3C9B-49E8-50A9-97F4DC67252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D75759A-A569-2CF9-EF88-618DB26153C9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BAE2694-3E8F-C40A-14C2-A80E79D95B2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1C734F4-8A79-1F4D-7CD7-3473DA0B3FB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454EE45-F5F1-47A9-B801-F36762CEA59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517" t="35910" r="54588" b="55130"/>
          <a:stretch>
            <a:fillRect/>
          </a:stretch>
        </p:blipFill>
        <p:spPr>
          <a:xfrm>
            <a:off x="7356476" y="4745255"/>
            <a:ext cx="3849158" cy="51894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21651504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B9452B9-C144-907C-F59E-FC7A4A59B9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D97AB81-E7F9-40DC-7A53-2AA642C8E98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F5ADD86-C85F-F3B7-3B43-B3759FA3D704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9ABA6AC-2477-F2E6-6FFE-07E0991093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23A416B-ECFC-4753-F43F-569F16DE60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326122C7-1B9C-7643-27F9-503BC22A519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898844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4351123-6085-47B1-F300-12D05CFC94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7AFFFA5-574A-1980-32E7-DD9CFB9790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2285A56-A725-F704-135D-233C9376946A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DC49947-23F5-23BE-0A88-C0998E0187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4FD00895-56E2-B652-951E-E4C05AA9DC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Google Shape;136;p17">
            <a:extLst>
              <a:ext uri="{FF2B5EF4-FFF2-40B4-BE49-F238E27FC236}">
                <a16:creationId xmlns:a16="http://schemas.microsoft.com/office/drawing/2014/main" id="{410C48B5-A218-4C2F-7896-DFBC95E7D255}"/>
              </a:ext>
            </a:extLst>
          </p:cNvPr>
          <p:cNvSpPr/>
          <p:nvPr/>
        </p:nvSpPr>
        <p:spPr>
          <a:xfrm>
            <a:off x="7318375" y="2501807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6;p17">
            <a:extLst>
              <a:ext uri="{FF2B5EF4-FFF2-40B4-BE49-F238E27FC236}">
                <a16:creationId xmlns:a16="http://schemas.microsoft.com/office/drawing/2014/main" id="{C193A65E-C1BD-AD91-C7BE-16AEE27D553E}"/>
              </a:ext>
            </a:extLst>
          </p:cNvPr>
          <p:cNvSpPr/>
          <p:nvPr/>
        </p:nvSpPr>
        <p:spPr>
          <a:xfrm>
            <a:off x="7318375" y="3781476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6;p17">
            <a:extLst>
              <a:ext uri="{FF2B5EF4-FFF2-40B4-BE49-F238E27FC236}">
                <a16:creationId xmlns:a16="http://schemas.microsoft.com/office/drawing/2014/main" id="{84636CE0-BDEA-2B26-929A-ECCB3DB3574A}"/>
              </a:ext>
            </a:extLst>
          </p:cNvPr>
          <p:cNvSpPr/>
          <p:nvPr/>
        </p:nvSpPr>
        <p:spPr>
          <a:xfrm>
            <a:off x="7308949" y="4803406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77EAC0D-6D5C-2E4E-8921-EDFF89C99985}"/>
              </a:ext>
            </a:extLst>
          </p:cNvPr>
          <p:cNvCxnSpPr>
            <a:cxnSpLocks/>
          </p:cNvCxnSpPr>
          <p:nvPr/>
        </p:nvCxnSpPr>
        <p:spPr>
          <a:xfrm flipH="1" flipV="1">
            <a:off x="8845669" y="4209712"/>
            <a:ext cx="733878" cy="142090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CC50C941-471D-5EEC-D66D-0B7761FEC00A}"/>
              </a:ext>
            </a:extLst>
          </p:cNvPr>
          <p:cNvCxnSpPr>
            <a:cxnSpLocks/>
          </p:cNvCxnSpPr>
          <p:nvPr/>
        </p:nvCxnSpPr>
        <p:spPr>
          <a:xfrm flipH="1" flipV="1">
            <a:off x="8836244" y="5118479"/>
            <a:ext cx="552853" cy="51214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658A50F-D72F-A376-8901-2310DDE44D6B}"/>
              </a:ext>
            </a:extLst>
          </p:cNvPr>
          <p:cNvCxnSpPr>
            <a:cxnSpLocks/>
          </p:cNvCxnSpPr>
          <p:nvPr/>
        </p:nvCxnSpPr>
        <p:spPr>
          <a:xfrm flipH="1" flipV="1">
            <a:off x="8836243" y="2706623"/>
            <a:ext cx="915881" cy="294303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Google Shape;198;p20">
            <a:extLst>
              <a:ext uri="{FF2B5EF4-FFF2-40B4-BE49-F238E27FC236}">
                <a16:creationId xmlns:a16="http://schemas.microsoft.com/office/drawing/2014/main" id="{8C33963B-206F-6F0F-3BA4-0B4249629035}"/>
              </a:ext>
            </a:extLst>
          </p:cNvPr>
          <p:cNvSpPr txBox="1"/>
          <p:nvPr/>
        </p:nvSpPr>
        <p:spPr>
          <a:xfrm>
            <a:off x="7813341" y="5649653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is repetitive…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138E318-CA96-B48D-9423-62A3150ED5E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0964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F4CCB2C-A49B-6C88-514B-C60BDD0BE5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CF3180E-EBA8-96E5-E76A-F5D88B1CB90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EF2BB42-2975-7589-DD17-33F12CBB39AD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AB6F4C1-4E1D-8F25-3394-0EFACAD2DF3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3BCF420-30EC-2ED1-28B5-4A42D2A45D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94122E7-65D4-D40B-77CC-E620D1B4870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62080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D873ACD-E681-F321-9ED2-561DB70634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11DD785-612C-440A-50F6-114D54A718E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CE3D2F8-8491-B219-1DC0-8A9BAFD5F3EE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b="1" i="1" dirty="0">
              <a:solidFill>
                <a:schemeClr val="accent1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E69DD9C-5296-971C-6284-0D719027B4E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88D099F-324C-A397-64CB-402FA1DAFD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136;p17">
            <a:extLst>
              <a:ext uri="{FF2B5EF4-FFF2-40B4-BE49-F238E27FC236}">
                <a16:creationId xmlns:a16="http://schemas.microsoft.com/office/drawing/2014/main" id="{39CDE37D-C2DE-17AA-DE3E-BFE78D928C7B}"/>
              </a:ext>
            </a:extLst>
          </p:cNvPr>
          <p:cNvSpPr/>
          <p:nvPr/>
        </p:nvSpPr>
        <p:spPr>
          <a:xfrm>
            <a:off x="7299522" y="4333938"/>
            <a:ext cx="3978078" cy="35118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36;p17">
            <a:extLst>
              <a:ext uri="{FF2B5EF4-FFF2-40B4-BE49-F238E27FC236}">
                <a16:creationId xmlns:a16="http://schemas.microsoft.com/office/drawing/2014/main" id="{ED6E0297-DBD5-4D47-DCA9-8B3020C57D6E}"/>
              </a:ext>
            </a:extLst>
          </p:cNvPr>
          <p:cNvSpPr/>
          <p:nvPr/>
        </p:nvSpPr>
        <p:spPr>
          <a:xfrm>
            <a:off x="7299521" y="3134860"/>
            <a:ext cx="3663851" cy="64661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98;p20">
            <a:extLst>
              <a:ext uri="{FF2B5EF4-FFF2-40B4-BE49-F238E27FC236}">
                <a16:creationId xmlns:a16="http://schemas.microsoft.com/office/drawing/2014/main" id="{31BAFE86-9A83-4481-2EE9-ED150EE7A1BE}"/>
              </a:ext>
            </a:extLst>
          </p:cNvPr>
          <p:cNvSpPr txBox="1"/>
          <p:nvPr/>
        </p:nvSpPr>
        <p:spPr>
          <a:xfrm>
            <a:off x="3822361" y="5007358"/>
            <a:ext cx="3190480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But these lines don’t repeat…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Loops aren’t as useful here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9D09B86-FBBF-E145-E570-38F5910ABD0C}"/>
              </a:ext>
            </a:extLst>
          </p:cNvPr>
          <p:cNvCxnSpPr>
            <a:cxnSpLocks/>
          </p:cNvCxnSpPr>
          <p:nvPr/>
        </p:nvCxnSpPr>
        <p:spPr>
          <a:xfrm flipV="1">
            <a:off x="6206610" y="4581625"/>
            <a:ext cx="855106" cy="50345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D2F492AA-84F2-3F1F-EDDE-1AB4D8882A37}"/>
              </a:ext>
            </a:extLst>
          </p:cNvPr>
          <p:cNvCxnSpPr>
            <a:cxnSpLocks/>
          </p:cNvCxnSpPr>
          <p:nvPr/>
        </p:nvCxnSpPr>
        <p:spPr>
          <a:xfrm flipV="1">
            <a:off x="5697407" y="3458167"/>
            <a:ext cx="1349874" cy="155821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7719DFA0-9359-E26E-8C81-6E3A401A618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673922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D8F7367-110E-46BF-54B9-AAB8481CE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3BF0C7E-9511-35A3-8ECE-6EDC49D0E5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44C33C9-A8DD-66C5-33B5-1D0B343B3CF5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8D026E8-9311-F593-8C38-C18CB972037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623E3B-99B8-DA46-6E6A-4BE1266D40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4" name="Picture 33">
            <a:extLst>
              <a:ext uri="{FF2B5EF4-FFF2-40B4-BE49-F238E27FC236}">
                <a16:creationId xmlns:a16="http://schemas.microsoft.com/office/drawing/2014/main" id="{E2F2A5DB-4775-77D7-DE0C-BF44C4BB2C1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10556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C47141C-5BC1-4876-D60E-B061C25BC8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07272E0-E06B-ECA2-CAD9-52C8D1CCB66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7686105D-8C70-A760-DCCA-AD2CF11236A7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E55B017-6802-AFFF-C717-0AA974F8FEF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511F233-FD77-0511-DD81-0843EB15A8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12AA6D3C-8751-12D3-630B-DAA02BD12D45}"/>
              </a:ext>
            </a:extLst>
          </p:cNvPr>
          <p:cNvSpPr txBox="1"/>
          <p:nvPr/>
        </p:nvSpPr>
        <p:spPr>
          <a:xfrm>
            <a:off x="1771049" y="4766726"/>
            <a:ext cx="494340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want a way of doing the same computation whenever we like…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chemeClr val="bg1"/>
                </a:solidFill>
                <a:latin typeface="Calibri"/>
                <a:ea typeface="Calibri"/>
                <a:cs typeface="Calibri"/>
                <a:sym typeface="Calibri"/>
              </a:rPr>
              <a:t>…without repeatedly writing the same code</a:t>
            </a:r>
            <a:endParaRPr sz="2000" b="1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2CC22DA-3980-8385-831C-1A29E9AF5EB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43248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2C133A9-010C-5C2B-E1F0-52BC230327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54B0905-300A-0625-4AC6-4D2E6CB7E66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8560FC6-D0AA-0B21-562A-E291AB3927A0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C3A1350-8A91-92D4-FFD4-280A9066E46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1400485-B598-488F-E8F9-985A6478167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FF641B4E-E223-3101-CCB7-4881D2B3C3B3}"/>
              </a:ext>
            </a:extLst>
          </p:cNvPr>
          <p:cNvSpPr txBox="1"/>
          <p:nvPr/>
        </p:nvSpPr>
        <p:spPr>
          <a:xfrm>
            <a:off x="1771049" y="4766726"/>
            <a:ext cx="494340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 want a way of doing the same computation whenever we like…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…without repeatedly writing the same code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32F612-5331-30D9-78A2-204F68A146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301511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38F1529-EFFC-79F6-6539-6496B9E68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61503A4-A12E-8CB8-B92B-894842BF22C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0DCBC9F-C939-69AE-F50F-E4BC409AA8ED}"/>
              </a:ext>
            </a:extLst>
          </p:cNvPr>
          <p:cNvSpPr txBox="1"/>
          <p:nvPr/>
        </p:nvSpPr>
        <p:spPr>
          <a:xfrm>
            <a:off x="1100179" y="1755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Loops let you simplify code which repeats over and over again.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However, sometimes you have code that repeats itself in a less straightforward manner…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computation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some other stuff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600" dirty="0">
              <a:solidFill>
                <a:schemeClr val="tx1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 the same computation again</a:t>
            </a:r>
            <a:br>
              <a:rPr lang="en-GB" sz="1600" dirty="0">
                <a:solidFill>
                  <a:schemeClr val="tx1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 such cases, you might want to use a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think of a function as a block of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pre-prepared code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that you might want to run </a:t>
            </a:r>
            <a:r>
              <a:rPr lang="en-GB" sz="1800" b="1" i="1" dirty="0">
                <a:solidFill>
                  <a:schemeClr val="accent1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over and over again.</a:t>
            </a: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2F95C20-E8A3-5C8A-B540-B9AC96D6777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5/12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184E8F5-F899-C60F-7A82-70A67A7EF92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6D033B6D-90BC-D473-A0B3-D431A2AF47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774714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7305EE7-EBF2-383E-8F00-DE4E247B62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6362CDF-E333-DB7B-3EF2-D6EDFB41ED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47FFF78D-FDD2-EC15-0CE8-60CBE41B461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2BBAA94-B4AC-D535-C46C-59138FE37E3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53026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CCF2AF6-E89D-8485-0E83-36A7E7DA34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D60E358-5812-8E95-282A-91C08F6377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BBA29AD-3B32-BCAB-4560-1F8CF65CC5E8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1B0E252-7756-4D13-3DD5-A719060F698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81E3B40-7F09-5736-B770-259E34457B4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12675733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0FFDF61-DA95-2241-1835-448AF30FC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897B9C7-9DAE-012B-50B0-0E93CD6EEEE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2378968-5A18-8837-696A-CBFA0446F15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16C2BBC-423C-28E9-7794-92B900E2B89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6DDB2A1-35D2-1B37-2F6C-C3A79ACAC16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7" name="Group 6">
            <a:extLst>
              <a:ext uri="{FF2B5EF4-FFF2-40B4-BE49-F238E27FC236}">
                <a16:creationId xmlns:a16="http://schemas.microsoft.com/office/drawing/2014/main" id="{884CD803-73A1-9C4F-5617-D12A215A6DE2}"/>
              </a:ext>
            </a:extLst>
          </p:cNvPr>
          <p:cNvGrpSpPr/>
          <p:nvPr/>
        </p:nvGrpSpPr>
        <p:grpSpPr>
          <a:xfrm>
            <a:off x="5750815" y="3171615"/>
            <a:ext cx="4029997" cy="806229"/>
            <a:chOff x="5750815" y="3171615"/>
            <a:chExt cx="4029997" cy="806229"/>
          </a:xfrm>
        </p:grpSpPr>
        <p:sp>
          <p:nvSpPr>
            <p:cNvPr id="12" name="Google Shape;198;p20">
              <a:extLst>
                <a:ext uri="{FF2B5EF4-FFF2-40B4-BE49-F238E27FC236}">
                  <a16:creationId xmlns:a16="http://schemas.microsoft.com/office/drawing/2014/main" id="{1990F6FE-3F7D-18C0-8492-0CEE90174098}"/>
                </a:ext>
              </a:extLst>
            </p:cNvPr>
            <p:cNvSpPr txBox="1"/>
            <p:nvPr/>
          </p:nvSpPr>
          <p:spPr>
            <a:xfrm>
              <a:off x="6248400" y="3485432"/>
              <a:ext cx="3532412" cy="49241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Colon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" name="Google Shape;136;p17">
              <a:extLst>
                <a:ext uri="{FF2B5EF4-FFF2-40B4-BE49-F238E27FC236}">
                  <a16:creationId xmlns:a16="http://schemas.microsoft.com/office/drawing/2014/main" id="{8FC4F78D-CB08-F189-231F-88204B85076A}"/>
                </a:ext>
              </a:extLst>
            </p:cNvPr>
            <p:cNvSpPr/>
            <p:nvPr/>
          </p:nvSpPr>
          <p:spPr>
            <a:xfrm>
              <a:off x="5750815" y="3171615"/>
              <a:ext cx="164210" cy="343110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D7BC4B40-1385-5822-3F93-F4BF2B4AEF93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019761" y="3382673"/>
              <a:ext cx="1539855" cy="348965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C32B640-47EB-C1D4-4272-50E2FD1DEF54}"/>
              </a:ext>
            </a:extLst>
          </p:cNvPr>
          <p:cNvGrpSpPr/>
          <p:nvPr/>
        </p:nvGrpSpPr>
        <p:grpSpPr>
          <a:xfrm>
            <a:off x="1" y="2656208"/>
            <a:ext cx="2476499" cy="1107965"/>
            <a:chOff x="1" y="2656208"/>
            <a:chExt cx="2476499" cy="1107965"/>
          </a:xfrm>
        </p:grpSpPr>
        <p:sp>
          <p:nvSpPr>
            <p:cNvPr id="15" name="Google Shape;198;p20">
              <a:extLst>
                <a:ext uri="{FF2B5EF4-FFF2-40B4-BE49-F238E27FC236}">
                  <a16:creationId xmlns:a16="http://schemas.microsoft.com/office/drawing/2014/main" id="{D48B49FC-48A2-8D80-2EA3-FCB4669DBA44}"/>
                </a:ext>
              </a:extLst>
            </p:cNvPr>
            <p:cNvSpPr txBox="1"/>
            <p:nvPr/>
          </p:nvSpPr>
          <p:spPr>
            <a:xfrm>
              <a:off x="1" y="2656208"/>
              <a:ext cx="2070490" cy="110796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spAutoFit/>
            </a:bodyPr>
            <a:lstStyle>
              <a:def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</a:defPPr>
              <a:lvl1pPr marR="0" lvl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1pPr>
              <a:lvl2pPr marR="0" lvl="1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2pPr>
              <a:lvl3pPr marR="0" lvl="2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3pPr>
              <a:lvl4pPr marR="0" lvl="3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4pPr>
              <a:lvl5pPr marR="0" lvl="4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5pPr>
              <a:lvl6pPr marR="0" lvl="5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6pPr>
              <a:lvl7pPr marR="0" lvl="6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7pPr>
              <a:lvl8pPr marR="0" lvl="7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8pPr>
              <a:lvl9pPr marR="0" lvl="8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defRPr sz="1400" b="0" i="0" u="none" strike="noStrike" cap="none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defRPr>
              </a:lvl9pPr>
            </a:lstStyle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def keyword </a:t>
              </a: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2000" b="1" dirty="0">
                  <a:solidFill>
                    <a:srgbClr val="FF0000"/>
                  </a:solidFill>
                  <a:latin typeface="Calibri"/>
                  <a:ea typeface="Calibri"/>
                  <a:cs typeface="Calibri"/>
                  <a:sym typeface="Calibri"/>
                </a:rPr>
                <a:t>(short for define)</a:t>
              </a:r>
              <a:endParaRPr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" name="Google Shape;136;p17">
              <a:extLst>
                <a:ext uri="{FF2B5EF4-FFF2-40B4-BE49-F238E27FC236}">
                  <a16:creationId xmlns:a16="http://schemas.microsoft.com/office/drawing/2014/main" id="{E48EF1E6-931D-F24E-A084-903E94C4A826}"/>
                </a:ext>
              </a:extLst>
            </p:cNvPr>
            <p:cNvSpPr/>
            <p:nvPr/>
          </p:nvSpPr>
          <p:spPr>
            <a:xfrm>
              <a:off x="2012950" y="3189199"/>
              <a:ext cx="463550" cy="304423"/>
            </a:xfrm>
            <a:prstGeom prst="rect">
              <a:avLst/>
            </a:prstGeom>
            <a:noFill/>
            <a:ln w="38100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Calibri"/>
                <a:ea typeface="Calibri"/>
                <a:cs typeface="Calibri"/>
                <a:sym typeface="Calibri"/>
              </a:endParaRPr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C3328650-8F84-5FA2-64C1-A2E424483A2C}"/>
                </a:ext>
              </a:extLst>
            </p:cNvPr>
            <p:cNvCxnSpPr>
              <a:cxnSpLocks/>
            </p:cNvCxnSpPr>
            <p:nvPr/>
          </p:nvCxnSpPr>
          <p:spPr>
            <a:xfrm>
              <a:off x="1176379" y="3087858"/>
              <a:ext cx="729793" cy="189914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327558057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E494876-B480-960B-913C-C8EC8F9087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CFDC793-BD4F-615D-3E9A-8EE33EB6187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C5E6040-BC4C-3F03-4931-B7E7F6ECBFD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F148A8A-F212-4BA7-8AAB-8D6DBE15921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D6427E2-CEC1-1E56-0B67-AEB44736A84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Google Shape;136;p17">
            <a:extLst>
              <a:ext uri="{FF2B5EF4-FFF2-40B4-BE49-F238E27FC236}">
                <a16:creationId xmlns:a16="http://schemas.microsoft.com/office/drawing/2014/main" id="{81901373-F64D-E144-AA5F-42EE04B3469C}"/>
              </a:ext>
            </a:extLst>
          </p:cNvPr>
          <p:cNvSpPr/>
          <p:nvPr/>
        </p:nvSpPr>
        <p:spPr>
          <a:xfrm>
            <a:off x="2476501" y="3173884"/>
            <a:ext cx="2924174" cy="3431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198;p20">
            <a:extLst>
              <a:ext uri="{FF2B5EF4-FFF2-40B4-BE49-F238E27FC236}">
                <a16:creationId xmlns:a16="http://schemas.microsoft.com/office/drawing/2014/main" id="{D20D165A-F3FA-4CE8-E60F-E0146D58DAE0}"/>
              </a:ext>
            </a:extLst>
          </p:cNvPr>
          <p:cNvSpPr txBox="1"/>
          <p:nvPr/>
        </p:nvSpPr>
        <p:spPr>
          <a:xfrm>
            <a:off x="4552949" y="4987493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Name of the function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95A78A45-255A-BCEE-24B2-9BA2F5E5E1FB}"/>
              </a:ext>
            </a:extLst>
          </p:cNvPr>
          <p:cNvCxnSpPr>
            <a:cxnSpLocks/>
          </p:cNvCxnSpPr>
          <p:nvPr/>
        </p:nvCxnSpPr>
        <p:spPr>
          <a:xfrm flipH="1" flipV="1">
            <a:off x="5172035" y="3616979"/>
            <a:ext cx="847726" cy="13809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966803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C945203-0730-E888-47FD-ED053ACA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B52649F-D28C-E3B4-F96C-60718217F6A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E357067-FDAD-C356-3CCB-0B493D2C586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B2AC5D3-9760-A788-E712-FD20281993E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E0F3502-7E54-9F8A-EE59-05B96DF8019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2" name="Google Shape;198;p20">
            <a:extLst>
              <a:ext uri="{FF2B5EF4-FFF2-40B4-BE49-F238E27FC236}">
                <a16:creationId xmlns:a16="http://schemas.microsoft.com/office/drawing/2014/main" id="{BFE38BF6-678D-478A-5DBD-F779A74A08B3}"/>
              </a:ext>
            </a:extLst>
          </p:cNvPr>
          <p:cNvSpPr txBox="1"/>
          <p:nvPr/>
        </p:nvSpPr>
        <p:spPr>
          <a:xfrm>
            <a:off x="5943600" y="3485432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Input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136;p17">
            <a:extLst>
              <a:ext uri="{FF2B5EF4-FFF2-40B4-BE49-F238E27FC236}">
                <a16:creationId xmlns:a16="http://schemas.microsoft.com/office/drawing/2014/main" id="{187C2600-3678-4569-86CF-A46B749D1350}"/>
              </a:ext>
            </a:extLst>
          </p:cNvPr>
          <p:cNvSpPr/>
          <p:nvPr/>
        </p:nvSpPr>
        <p:spPr>
          <a:xfrm>
            <a:off x="5446015" y="3171615"/>
            <a:ext cx="304800" cy="3431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3A540BC5-CD81-8513-CAC6-1E140AF136B3}"/>
              </a:ext>
            </a:extLst>
          </p:cNvPr>
          <p:cNvCxnSpPr>
            <a:cxnSpLocks/>
          </p:cNvCxnSpPr>
          <p:nvPr/>
        </p:nvCxnSpPr>
        <p:spPr>
          <a:xfrm flipH="1" flipV="1">
            <a:off x="5714961" y="3382673"/>
            <a:ext cx="1539855" cy="348965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538972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2017B80-BAB7-F34C-9EDE-5C7B6C8DA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9C4EDA4-7EEC-9D12-3DBE-4FA46688976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032943C-51B0-9ADE-9635-1DEF26CC41D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D15E530-E791-DE18-0E98-6209CEDFD94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3CC8E76-E6EB-BEBF-3E65-28A29D3372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5" name="Google Shape;136;p17">
            <a:extLst>
              <a:ext uri="{FF2B5EF4-FFF2-40B4-BE49-F238E27FC236}">
                <a16:creationId xmlns:a16="http://schemas.microsoft.com/office/drawing/2014/main" id="{9DA0387D-DA24-3454-2082-4F2FC06FC62F}"/>
              </a:ext>
            </a:extLst>
          </p:cNvPr>
          <p:cNvSpPr/>
          <p:nvPr/>
        </p:nvSpPr>
        <p:spPr>
          <a:xfrm>
            <a:off x="2411188" y="3691712"/>
            <a:ext cx="2618673" cy="84305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198;p20">
            <a:extLst>
              <a:ext uri="{FF2B5EF4-FFF2-40B4-BE49-F238E27FC236}">
                <a16:creationId xmlns:a16="http://schemas.microsoft.com/office/drawing/2014/main" id="{D854E019-1924-5FDA-8053-19F274AAD47F}"/>
              </a:ext>
            </a:extLst>
          </p:cNvPr>
          <p:cNvSpPr txBox="1"/>
          <p:nvPr/>
        </p:nvSpPr>
        <p:spPr>
          <a:xfrm>
            <a:off x="4552949" y="5646628"/>
            <a:ext cx="353241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Body of the function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5A7B378B-3C95-F50D-1AC8-6459F1C6585F}"/>
              </a:ext>
            </a:extLst>
          </p:cNvPr>
          <p:cNvCxnSpPr>
            <a:cxnSpLocks/>
          </p:cNvCxnSpPr>
          <p:nvPr/>
        </p:nvCxnSpPr>
        <p:spPr>
          <a:xfrm flipH="1" flipV="1">
            <a:off x="5172035" y="4276114"/>
            <a:ext cx="847726" cy="1380908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266792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C3F8A9C-F726-2BE4-F017-B46AFF1F04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2C29012-675B-1113-5C4C-CE56B56234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E7A0DF3-AA21-7454-2B9A-4161F0FEFAE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71B408D-56EB-DB01-85E9-0FF7D8FFC16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79FA2AC-CAF7-EF4A-BA34-0A8B949D24F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8" name="Google Shape;136;p17">
            <a:extLst>
              <a:ext uri="{FF2B5EF4-FFF2-40B4-BE49-F238E27FC236}">
                <a16:creationId xmlns:a16="http://schemas.microsoft.com/office/drawing/2014/main" id="{08506434-CE58-3D06-8978-4414FCE1C475}"/>
              </a:ext>
            </a:extLst>
          </p:cNvPr>
          <p:cNvSpPr/>
          <p:nvPr/>
        </p:nvSpPr>
        <p:spPr>
          <a:xfrm>
            <a:off x="2017618" y="3695924"/>
            <a:ext cx="393570" cy="84305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198;p20">
            <a:extLst>
              <a:ext uri="{FF2B5EF4-FFF2-40B4-BE49-F238E27FC236}">
                <a16:creationId xmlns:a16="http://schemas.microsoft.com/office/drawing/2014/main" id="{A43233D8-E2F3-3911-17AB-3F19E3D97CF5}"/>
              </a:ext>
            </a:extLst>
          </p:cNvPr>
          <p:cNvSpPr txBox="1"/>
          <p:nvPr/>
        </p:nvSpPr>
        <p:spPr>
          <a:xfrm>
            <a:off x="788915" y="5051353"/>
            <a:ext cx="4961900" cy="11079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Indentation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(This tells us what lies inside the function)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48CD19D9-80AF-6B7E-263F-49F099E4734F}"/>
              </a:ext>
            </a:extLst>
          </p:cNvPr>
          <p:cNvCxnSpPr>
            <a:cxnSpLocks/>
          </p:cNvCxnSpPr>
          <p:nvPr/>
        </p:nvCxnSpPr>
        <p:spPr>
          <a:xfrm flipV="1">
            <a:off x="1631125" y="4615428"/>
            <a:ext cx="419149" cy="457713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56318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69B57B5-761A-ED51-BAFE-953251A98C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AE5BCA0-CBC0-7DFD-3471-643A20B1728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115090D-016C-A8B1-CB4E-A90DF55EF5CA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C7D8B1B-0D43-55D7-4A32-24BC1282FC2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183773F-A423-D83D-A157-37EDFBDF7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47711054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D71E245-1B30-5B99-B666-F9DD20ADF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F1175EB-5646-93F3-E0CB-F13314007AA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C5AC692-E13D-A4EA-584F-4EB8938BFADA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D21090E-6101-4078-27D8-8A496BECC78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5456C2D-5D32-B26C-6E6F-F80ABA5B411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E183A78B-9AD1-6744-5EF7-98052C17511E}"/>
              </a:ext>
            </a:extLst>
          </p:cNvPr>
          <p:cNvSpPr txBox="1"/>
          <p:nvPr/>
        </p:nvSpPr>
        <p:spPr>
          <a:xfrm>
            <a:off x="6866822" y="2080658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black box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95959774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BA7815E-7A2E-EF08-6FEC-9439C603A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9EE084F9-5B48-3493-3394-3A0BB7158A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D93A6FE-B52C-7F98-1894-7BA674435CDB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0564580-8D5A-9365-5734-419A1A86EB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7B3D4DE-E36B-2E6A-BAFB-AE7C328C811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3771B8B4-C532-6B65-169A-51B831C972B5}"/>
              </a:ext>
            </a:extLst>
          </p:cNvPr>
          <p:cNvSpPr txBox="1"/>
          <p:nvPr/>
        </p:nvSpPr>
        <p:spPr>
          <a:xfrm>
            <a:off x="6866822" y="2080658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black box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B223F421-87C6-7411-53AC-C0B67FE86504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4DC904CC-2CAE-1BA2-3AEE-87C5000D5222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22E2A319-FF62-910F-EAAC-B681ABA872E7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206CC756-6BEC-1C20-4EF4-01389D919A88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47633722-9065-FDA7-7997-58B77F5A9183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51213604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F4C7087-9768-D605-CE2F-711104243A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595B605-2979-EB4E-8415-3A82BC341C1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08FEE21-3532-B257-378A-8036697C3D32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F8BACAA-9ABA-5DCD-D46A-D808F21F61E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19D359E-FAF9-41F5-20B4-FD50DFB8888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D78C6B15-64EF-25C0-5E33-058F886DA4B5}"/>
              </a:ext>
            </a:extLst>
          </p:cNvPr>
          <p:cNvSpPr txBox="1"/>
          <p:nvPr/>
        </p:nvSpPr>
        <p:spPr>
          <a:xfrm>
            <a:off x="6866822" y="2080658"/>
            <a:ext cx="4250749" cy="1661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black box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Put a variable x in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996CE66B-A385-BA0D-B233-625BF6591F6C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F33F51D4-1DBA-C58A-3955-9046E4A28728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A0795EC7-6E86-D316-BC49-017F434FF70C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57CCB00A-78AE-93C4-5381-1EBE3B72EB6B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4FACCE3-E9BB-3F45-8D17-BCDD01F357AA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198;p20">
            <a:extLst>
              <a:ext uri="{FF2B5EF4-FFF2-40B4-BE49-F238E27FC236}">
                <a16:creationId xmlns:a16="http://schemas.microsoft.com/office/drawing/2014/main" id="{D775A46D-1041-563A-CA7C-EA3BC4627139}"/>
              </a:ext>
            </a:extLst>
          </p:cNvPr>
          <p:cNvSpPr txBox="1"/>
          <p:nvPr/>
        </p:nvSpPr>
        <p:spPr>
          <a:xfrm>
            <a:off x="7305995" y="4805907"/>
            <a:ext cx="40265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5EDEA707-9B6B-EEAD-A205-A2E8B9634801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80632786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8DA7C2E-FC98-962A-2AC2-D7532AF778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9CCFB24-67FD-E8EA-0D45-C54606BCA3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AB726B3-0960-1A36-8CD0-A6ACB2045ACB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EBC2563-F86F-82BB-D03A-559B62C368C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99C71AF-DB24-E92F-2D06-9812A13145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CFD542D1-6FBE-203E-30E6-00F2C3AF35DD}"/>
              </a:ext>
            </a:extLst>
          </p:cNvPr>
          <p:cNvSpPr txBox="1"/>
          <p:nvPr/>
        </p:nvSpPr>
        <p:spPr>
          <a:xfrm>
            <a:off x="6866822" y="2080658"/>
            <a:ext cx="4250749" cy="215440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black box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Put a variable x in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Double x and add 1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31C8DEE-12FB-C574-EDF0-73DEFCA26304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1C153450-A93D-A80C-0097-42ED61EAC9AD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3196CB38-CD00-D8FC-D4D5-13F4FE8B5549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22FD35D8-F70D-4BCB-631D-7E56B72BAFB9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F49AC2C9-C269-F2FE-5EF9-88C34F2EE74E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198;p20">
            <a:extLst>
              <a:ext uri="{FF2B5EF4-FFF2-40B4-BE49-F238E27FC236}">
                <a16:creationId xmlns:a16="http://schemas.microsoft.com/office/drawing/2014/main" id="{BC6DA740-FD03-4B79-457B-3A9E3CED54CF}"/>
              </a:ext>
            </a:extLst>
          </p:cNvPr>
          <p:cNvSpPr txBox="1"/>
          <p:nvPr/>
        </p:nvSpPr>
        <p:spPr>
          <a:xfrm>
            <a:off x="7305995" y="4805907"/>
            <a:ext cx="40265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79273B79-D077-C909-9CFC-B33B41ED37FC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345428584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D37695C-0635-E55B-FCAE-673C295B15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EB0DE2E-EE40-3CD1-114F-CC2B3491643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82BE003-185D-86FA-72CB-D64418511BD8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EB694E0-5476-7299-BED9-8F453F75FBA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D5C5E98-D2AB-FA5C-9864-3D13507C66B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60FA7A11-DEFB-C4F7-DC14-5AF5E02B1A11}"/>
              </a:ext>
            </a:extLst>
          </p:cNvPr>
          <p:cNvSpPr txBox="1"/>
          <p:nvPr/>
        </p:nvSpPr>
        <p:spPr>
          <a:xfrm>
            <a:off x="6866822" y="2080658"/>
            <a:ext cx="425074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You can think of this as a black box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Put a variable x in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Double x and add 1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- print the result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2F9B16E0-C0C4-F3B5-412D-52437E03E237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EDB18819-DC54-1D06-E494-7F855CA33CDB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7FF546CB-5DDA-6570-6649-1374F1B25561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AE4C8D64-AFFE-45F8-F653-BAA471FA1EE6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EF34DD08-FBDB-6694-E7BA-811EFAE7513C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45E0A2C4-A1AE-223F-613C-AD740D13769C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Google Shape;198;p20">
            <a:extLst>
              <a:ext uri="{FF2B5EF4-FFF2-40B4-BE49-F238E27FC236}">
                <a16:creationId xmlns:a16="http://schemas.microsoft.com/office/drawing/2014/main" id="{6B14CFFD-72CB-2AC5-9FE0-225A479AADDB}"/>
              </a:ext>
            </a:extLst>
          </p:cNvPr>
          <p:cNvSpPr txBox="1"/>
          <p:nvPr/>
        </p:nvSpPr>
        <p:spPr>
          <a:xfrm>
            <a:off x="7305995" y="4805907"/>
            <a:ext cx="40265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BE4FA482-BEC9-11C5-D916-ECA1BEF50253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198;p20">
            <a:extLst>
              <a:ext uri="{FF2B5EF4-FFF2-40B4-BE49-F238E27FC236}">
                <a16:creationId xmlns:a16="http://schemas.microsoft.com/office/drawing/2014/main" id="{12D35FC0-79B2-C7D7-D3F6-6BE6CAF31800}"/>
              </a:ext>
            </a:extLst>
          </p:cNvPr>
          <p:cNvSpPr txBox="1"/>
          <p:nvPr/>
        </p:nvSpPr>
        <p:spPr>
          <a:xfrm>
            <a:off x="9446781" y="4868115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 x*2 + 1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4259536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6091B6A-D115-EDA5-5934-0097C0DBFE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C52B005-07F3-279D-F230-5A524215080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01D8883-44EC-89C2-1A00-AB3899245EF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AF1DE06-C9E1-586C-19C1-D67D64F40541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324759E-AC85-3B50-8F66-298F6765620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36F96C2F-71CA-3409-3E73-A60C00F8D601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0EB48C99-B474-C3E2-28DC-FAE26EF58500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53917167-33AF-F938-9B6C-47FAB8453463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Flowchart: Manual Operation 15">
              <a:extLst>
                <a:ext uri="{FF2B5EF4-FFF2-40B4-BE49-F238E27FC236}">
                  <a16:creationId xmlns:a16="http://schemas.microsoft.com/office/drawing/2014/main" id="{233BD6EF-A023-4CF4-346E-DB0090B636F1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A7E36010-6507-E952-4BDD-5A70EAEF7BBF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F00303E5-CFEA-5417-067B-4989E7EBECCD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Google Shape;198;p20">
            <a:extLst>
              <a:ext uri="{FF2B5EF4-FFF2-40B4-BE49-F238E27FC236}">
                <a16:creationId xmlns:a16="http://schemas.microsoft.com/office/drawing/2014/main" id="{CA7BB4A3-F7A0-E2E2-FE1B-60A3EA8D803F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3809257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26B30F3-9679-10FF-1C53-5896240D82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DF2626E-4644-8862-3744-BACAF7EDB2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396BDBB1-60F6-B4B2-E853-004FB35B90B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8FC7CE5-4C90-FFAD-2CC1-755F87DF725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23F51C7-BE13-EAAA-14FB-BC18A47FE7A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3804E96-1731-D9B9-91C9-F7898A3B003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C3463A28-DAEA-BF6B-6D1B-28C9F802AD0E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928F8B47-1FAA-ADF1-A1AC-DC972BDD2A21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45AD023-5605-2556-43F9-DE9BE38BB9EA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12D660FA-739B-4B75-4A9D-C42195F83165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D5F7FABA-AD9C-E871-ACB0-AD91AA0A4660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E004D65-A1B7-C7D1-7AD7-09456218F318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F8EE040C-0A54-0AE0-517D-649620C28FCA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75787189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90D2D5C-7308-87DA-1059-4EDE4D270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477A046-0FAF-D0E3-3175-46DB4716E3B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B827FEC-1390-256E-5B97-57B7F74DD81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F943A30-DB34-D704-53BC-6F93E46A38EE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D40F5D9A-EAFF-AE27-0C06-8C83D8BE2E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2B44AF9-C851-CA17-6A57-FB5CC44E13F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9863CA2F-1DE8-3D4D-40ED-0C2A0D9D5B11}"/>
              </a:ext>
            </a:extLst>
          </p:cNvPr>
          <p:cNvSpPr/>
          <p:nvPr/>
        </p:nvSpPr>
        <p:spPr>
          <a:xfrm>
            <a:off x="5446015" y="3171615"/>
            <a:ext cx="304800" cy="3431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" name="Google Shape;136;p17">
            <a:extLst>
              <a:ext uri="{FF2B5EF4-FFF2-40B4-BE49-F238E27FC236}">
                <a16:creationId xmlns:a16="http://schemas.microsoft.com/office/drawing/2014/main" id="{29056D7D-B926-0408-709D-68324DCFDFB0}"/>
              </a:ext>
            </a:extLst>
          </p:cNvPr>
          <p:cNvSpPr/>
          <p:nvPr/>
        </p:nvSpPr>
        <p:spPr>
          <a:xfrm>
            <a:off x="6294138" y="5460744"/>
            <a:ext cx="298363" cy="297398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454F8D73-D187-F919-6008-56E17CF1B345}"/>
              </a:ext>
            </a:extLst>
          </p:cNvPr>
          <p:cNvSpPr txBox="1"/>
          <p:nvPr/>
        </p:nvSpPr>
        <p:spPr>
          <a:xfrm>
            <a:off x="6866822" y="2080658"/>
            <a:ext cx="425074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k. 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03E5C46-84BB-42D1-13EB-A5591B1ECDB7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6FFC37B2-C25F-4FAE-3B73-9CF7C0249F5C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FD8C04C-B351-6BB8-2B85-DF491F00F63A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9D70E3D9-E389-5074-D14B-ABC1C1635CBA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5FDACBF-4DD5-94A5-00A6-13752F2F2ABF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18A3FA49-09F2-89EB-93C8-007FD59C69F3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8098A0BE-3DEF-CFFB-4A49-C6739E60F914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28733620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5A5FD66-D412-6BC7-A3AB-0939CC823C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F8A83F6-644D-E19E-8EF8-262400A15D2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219C6F6-E9EA-2F22-E750-CC1CB179E2B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639656B-9D82-DDCA-C7B7-9F43CCA9CEF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40D3FA8-7018-D76D-9EBF-CA8C62F5627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999C1-2672-5A24-FF50-59EA914802D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5C8B726B-4904-A8D1-0CA8-0BE9AA145F49}"/>
              </a:ext>
            </a:extLst>
          </p:cNvPr>
          <p:cNvSpPr txBox="1"/>
          <p:nvPr/>
        </p:nvSpPr>
        <p:spPr>
          <a:xfrm>
            <a:off x="6866822" y="2080658"/>
            <a:ext cx="425074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7D942A6-893F-21B6-1CC3-6807398AE0BF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27CEA83D-6592-4E81-1C9C-7CC6196A629B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B128340C-27EF-BEA6-1413-D0A3E9C520EF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581CDE31-DDF3-A538-F252-CBC0D209935A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4175FD7C-F1C9-7471-DCB0-2E46278F0C06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CE8FB9C-764E-FF33-F6D9-79B6CA85E984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7CB3D253-B997-BAE6-5F01-93CCC2562D06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953969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40153F1-9DDB-F955-9FB9-F675BA7ADB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32B0418-12FD-7F0A-7096-2B0BFE3E54F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5DBC83E3-D2E6-664F-E298-EA63F907C59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427F0FF-5265-9D45-B576-848D6E37764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7D1C8D9-234B-EDBC-0A77-D3ED027BF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32DDA67-95D0-F7B1-C4D7-8552801018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A8F1EA30-CCD2-6E7E-976F-C9804EDFD7FF}"/>
              </a:ext>
            </a:extLst>
          </p:cNvPr>
          <p:cNvSpPr txBox="1"/>
          <p:nvPr/>
        </p:nvSpPr>
        <p:spPr>
          <a:xfrm>
            <a:off x="6866822" y="2080658"/>
            <a:ext cx="425074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</p:txBody>
      </p:sp>
      <p:sp>
        <p:nvSpPr>
          <p:cNvPr id="8" name="Google Shape;136;p17">
            <a:extLst>
              <a:ext uri="{FF2B5EF4-FFF2-40B4-BE49-F238E27FC236}">
                <a16:creationId xmlns:a16="http://schemas.microsoft.com/office/drawing/2014/main" id="{00029E03-3A2F-B951-1A59-8B0CA27C8C09}"/>
              </a:ext>
            </a:extLst>
          </p:cNvPr>
          <p:cNvSpPr/>
          <p:nvPr/>
        </p:nvSpPr>
        <p:spPr>
          <a:xfrm>
            <a:off x="2487569" y="3949831"/>
            <a:ext cx="1650797" cy="3205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0809FBBE-7F4F-212B-4FC7-DBD56CA602C9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38D0C458-26DD-0577-0105-974D186333AF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8893E133-39EF-0546-4C2F-45BC4B558C2B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8D3EFCA4-7C30-7494-CFED-50C4AB22CF37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BF456F1-9E29-16CE-F6FE-E13603F38176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C9C73F49-82BD-D042-85B1-E2CB64A86DF7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8ABA1562-010E-C42D-7905-1B691B77CAFB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20496104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1F52E40-70A9-0043-E13C-0BC3D88377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8193497-1954-1A68-5E88-049CD6C2C78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6A5BF65-F92E-0D3C-4AF7-9239C9B492A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813597D-08ED-5F03-48A5-3AE56265957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19367F6-8C44-48C1-E7AA-9C70D728BD4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6AB8FD2-38C4-553F-2AC3-D28C6179B1A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9C1C40F2-83CF-C562-3363-7BBFED080041}"/>
              </a:ext>
            </a:extLst>
          </p:cNvPr>
          <p:cNvSpPr txBox="1"/>
          <p:nvPr/>
        </p:nvSpPr>
        <p:spPr>
          <a:xfrm>
            <a:off x="6866822" y="2080658"/>
            <a:ext cx="4250749" cy="14157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D13B93A-5248-48F9-6C46-1832C74FF3EB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064F1616-F800-2BD1-3BFE-1B1D350DE7D0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F1DF1413-9A08-675F-76E3-F44201088942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CDF0FFB8-D91B-A2A3-FD8E-63C09C905B2B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883384B0-CF8D-1E4D-51CF-BF304C38975B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825538-D712-4C31-2A15-6D7FB78A708A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68435398-A729-D402-E1A2-8066B88DCC52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18208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694796FC-7FBD-5528-D975-78410D286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DAF07F8-6BA0-269F-D824-AE67CB1D99D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D784DB1-68E3-D4F4-8E47-CEBA3A47DF7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F12C9BC-CF67-4D1B-114D-9EA4C71019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205D94A-0E7D-794E-BC75-4BC05A8683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516D204-E208-CF37-2A1A-FC1D0CD00C4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372DB997-0C71-578F-1EDE-45B3E1F6E4F4}"/>
              </a:ext>
            </a:extLst>
          </p:cNvPr>
          <p:cNvSpPr txBox="1"/>
          <p:nvPr/>
        </p:nvSpPr>
        <p:spPr>
          <a:xfrm>
            <a:off x="6866822" y="2080658"/>
            <a:ext cx="425074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print(y)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F007E3DF-9E85-9BE0-9AEA-1FA8D2DDA619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26FDF40F-5124-1BF3-616D-375CE8BAC972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D6A8BA66-5A1D-B7EE-D7B6-B3607C234C7A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88993BC8-F550-E63C-68B5-180B8E3F2819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03D008A-5D48-159C-8030-AA510DEF9725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DF1C6D5-2C71-86B5-9CE1-C1F98744B97A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BF8077E5-6E41-85BB-E203-AE16B8001116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36;p17">
            <a:extLst>
              <a:ext uri="{FF2B5EF4-FFF2-40B4-BE49-F238E27FC236}">
                <a16:creationId xmlns:a16="http://schemas.microsoft.com/office/drawing/2014/main" id="{D7F89B6E-69BE-445B-ED2E-7EE0CE0B429F}"/>
              </a:ext>
            </a:extLst>
          </p:cNvPr>
          <p:cNvSpPr/>
          <p:nvPr/>
        </p:nvSpPr>
        <p:spPr>
          <a:xfrm>
            <a:off x="2487569" y="4250031"/>
            <a:ext cx="1063351" cy="32051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551183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221397E-A163-27C7-D788-E9316753D9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6E64997-43E9-49D6-4273-F519AFC5660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C3DEB8E-6D2B-311A-AD93-F1482BAA4518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7F04FEE-E0E7-C359-B46B-50E8B8693C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BA65A2F-FD51-92FF-7DCC-1902E7ACBCC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672D5347-708D-8281-C5D3-F9AB8651110E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FC726231-4F5F-73E3-E040-361FEF321F2F}"/>
              </a:ext>
            </a:extLst>
          </p:cNvPr>
          <p:cNvSpPr txBox="1"/>
          <p:nvPr/>
        </p:nvSpPr>
        <p:spPr>
          <a:xfrm>
            <a:off x="6866822" y="2080658"/>
            <a:ext cx="425074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print(y)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9006A53D-CD6A-3ABD-7A6A-5F5BCD4762B3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6E73408F-5F5E-BB62-925B-D34970D2CD3A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C6383FD2-DED0-2509-4AD4-3F1DB14553F3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B4671B88-944B-97CD-6340-9F663F60542A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5E2ECB7-CE1E-F649-5C0A-58BC7B928A9C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08596EB0-4718-72AD-AEB7-12C6185AAD76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807FC617-949E-387B-9149-8579CC75BC23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0568797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CC4C252-CD01-4079-11EA-4ADBA381EB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3D3C27B-51C7-0B0B-B5CF-91A9230AC10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347B90D-FC38-3274-90BE-3BA5DBB408E5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33BD611-E99B-9CB3-785D-C3444EE1806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68040C-723A-1DD2-BA3B-0F5EC2A2EA9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E9916C6-25BE-5722-3A4D-6ADB816935A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1D077AEA-D84D-4CEE-5B34-59ACC03A45E1}"/>
              </a:ext>
            </a:extLst>
          </p:cNvPr>
          <p:cNvSpPr txBox="1"/>
          <p:nvPr/>
        </p:nvSpPr>
        <p:spPr>
          <a:xfrm>
            <a:off x="6866822" y="2080658"/>
            <a:ext cx="425074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print(y)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8E258FC-1224-81DF-6E09-465B17D3984E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F1DB6435-98C4-7AC8-A199-81D91A14EC06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0358FA07-6EA2-9914-ECD0-2A55CD4A0934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5CFF974C-CA1B-E9DC-AB53-A629C5E738A7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C3D5E2EC-83F7-E52C-279C-9F0E58B6A889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60AEBC1C-6301-F9CA-F36B-4DE94E033210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198;p20">
            <a:extLst>
              <a:ext uri="{FF2B5EF4-FFF2-40B4-BE49-F238E27FC236}">
                <a16:creationId xmlns:a16="http://schemas.microsoft.com/office/drawing/2014/main" id="{90A89010-85E7-5990-DEDE-421A58D7D8E6}"/>
              </a:ext>
            </a:extLst>
          </p:cNvPr>
          <p:cNvSpPr txBox="1"/>
          <p:nvPr/>
        </p:nvSpPr>
        <p:spPr>
          <a:xfrm>
            <a:off x="7202660" y="4805907"/>
            <a:ext cx="505993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DB200F8C-B05E-3D78-65F5-E566C18D192D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73162729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9D9A32A-048C-3C41-C164-F9DD029117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2FC5EBB-FA96-2B62-7EB8-89BAB7B712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FBD8298-4F6B-6E51-6A66-30B17A53D1F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Let’s look at an example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Suppose we ran this:</a:t>
            </a: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0148E99-70B3-5540-279E-9E8426F9785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6/12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B7772C6-5FAC-2CF5-DF45-98611207EEE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BCAF15AB-E9A1-F45A-86A0-80FE1FEB917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96" t="65116" r="61016" b="28324"/>
          <a:stretch>
            <a:fillRect/>
          </a:stretch>
        </p:blipFill>
        <p:spPr>
          <a:xfrm>
            <a:off x="3742035" y="5298972"/>
            <a:ext cx="2850467" cy="45917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Google Shape;198;p20">
            <a:extLst>
              <a:ext uri="{FF2B5EF4-FFF2-40B4-BE49-F238E27FC236}">
                <a16:creationId xmlns:a16="http://schemas.microsoft.com/office/drawing/2014/main" id="{6300800E-8D01-1163-6164-47872661EBCC}"/>
              </a:ext>
            </a:extLst>
          </p:cNvPr>
          <p:cNvSpPr txBox="1"/>
          <p:nvPr/>
        </p:nvSpPr>
        <p:spPr>
          <a:xfrm>
            <a:off x="6866822" y="2080658"/>
            <a:ext cx="4250749" cy="24006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run the code inside the function, but with x replaced by k: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y = k * 2 + 1</a:t>
            </a: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print(y)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9EE1788-78EB-89F8-1105-9B314AF1D5FB}"/>
              </a:ext>
            </a:extLst>
          </p:cNvPr>
          <p:cNvGrpSpPr/>
          <p:nvPr/>
        </p:nvGrpSpPr>
        <p:grpSpPr>
          <a:xfrm>
            <a:off x="8016771" y="4783075"/>
            <a:ext cx="1173610" cy="737697"/>
            <a:chOff x="7024345" y="4739327"/>
            <a:chExt cx="1540665" cy="1477150"/>
          </a:xfrm>
          <a:solidFill>
            <a:schemeClr val="bg1">
              <a:lumMod val="65000"/>
            </a:schemeClr>
          </a:solidFill>
        </p:grpSpPr>
        <p:sp>
          <p:nvSpPr>
            <p:cNvPr id="9" name="Flowchart: Manual Operation 8">
              <a:extLst>
                <a:ext uri="{FF2B5EF4-FFF2-40B4-BE49-F238E27FC236}">
                  <a16:creationId xmlns:a16="http://schemas.microsoft.com/office/drawing/2014/main" id="{DB86A21B-5A07-BE51-2142-FF24FEDC2B52}"/>
                </a:ext>
              </a:extLst>
            </p:cNvPr>
            <p:cNvSpPr/>
            <p:nvPr/>
          </p:nvSpPr>
          <p:spPr>
            <a:xfrm rot="16200000">
              <a:off x="6507153" y="5256519"/>
              <a:ext cx="1477150" cy="442765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20AE4EF-FDAC-3935-277B-934908C3503B}"/>
                </a:ext>
              </a:extLst>
            </p:cNvPr>
            <p:cNvSpPr/>
            <p:nvPr/>
          </p:nvSpPr>
          <p:spPr>
            <a:xfrm>
              <a:off x="7465219" y="5036879"/>
              <a:ext cx="719137" cy="882491"/>
            </a:xfrm>
            <a:prstGeom prst="rect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2" name="Flowchart: Manual Operation 11">
              <a:extLst>
                <a:ext uri="{FF2B5EF4-FFF2-40B4-BE49-F238E27FC236}">
                  <a16:creationId xmlns:a16="http://schemas.microsoft.com/office/drawing/2014/main" id="{8BF85C18-0061-B0D6-AE03-AD31C01ADDCA}"/>
                </a:ext>
              </a:extLst>
            </p:cNvPr>
            <p:cNvSpPr/>
            <p:nvPr/>
          </p:nvSpPr>
          <p:spPr>
            <a:xfrm rot="16200000" flipV="1">
              <a:off x="7636109" y="5287574"/>
              <a:ext cx="1477148" cy="380654"/>
            </a:xfrm>
            <a:prstGeom prst="flowChartManualOperation">
              <a:avLst/>
            </a:prstGeom>
            <a:grpFill/>
            <a:ln>
              <a:solidFill>
                <a:schemeClr val="bg1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A2C3D13C-D1B9-4279-D9C3-A0A4B671727D}"/>
              </a:ext>
            </a:extLst>
          </p:cNvPr>
          <p:cNvCxnSpPr>
            <a:cxnSpLocks/>
          </p:cNvCxnSpPr>
          <p:nvPr/>
        </p:nvCxnSpPr>
        <p:spPr>
          <a:xfrm flipV="1">
            <a:off x="7250722" y="5201533"/>
            <a:ext cx="552470" cy="1748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20A49BE-8281-9E2B-EF3F-100EAFABAFBD}"/>
              </a:ext>
            </a:extLst>
          </p:cNvPr>
          <p:cNvCxnSpPr>
            <a:cxnSpLocks/>
          </p:cNvCxnSpPr>
          <p:nvPr/>
        </p:nvCxnSpPr>
        <p:spPr>
          <a:xfrm>
            <a:off x="9346222" y="5166932"/>
            <a:ext cx="505333" cy="28526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Google Shape;198;p20">
            <a:extLst>
              <a:ext uri="{FF2B5EF4-FFF2-40B4-BE49-F238E27FC236}">
                <a16:creationId xmlns:a16="http://schemas.microsoft.com/office/drawing/2014/main" id="{0202AA98-23E8-AD56-905D-E6CA64637E65}"/>
              </a:ext>
            </a:extLst>
          </p:cNvPr>
          <p:cNvSpPr txBox="1"/>
          <p:nvPr/>
        </p:nvSpPr>
        <p:spPr>
          <a:xfrm>
            <a:off x="7202660" y="4805907"/>
            <a:ext cx="505993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k=3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98;p20">
            <a:extLst>
              <a:ext uri="{FF2B5EF4-FFF2-40B4-BE49-F238E27FC236}">
                <a16:creationId xmlns:a16="http://schemas.microsoft.com/office/drawing/2014/main" id="{6AE992D1-6461-6F37-FC19-BE59B6F5FF1C}"/>
              </a:ext>
            </a:extLst>
          </p:cNvPr>
          <p:cNvSpPr txBox="1"/>
          <p:nvPr/>
        </p:nvSpPr>
        <p:spPr>
          <a:xfrm>
            <a:off x="8185410" y="4410286"/>
            <a:ext cx="1353798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Function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98;p20">
            <a:extLst>
              <a:ext uri="{FF2B5EF4-FFF2-40B4-BE49-F238E27FC236}">
                <a16:creationId xmlns:a16="http://schemas.microsoft.com/office/drawing/2014/main" id="{FBE279DB-BA64-715D-D0BB-ADB47BE5A76B}"/>
              </a:ext>
            </a:extLst>
          </p:cNvPr>
          <p:cNvSpPr txBox="1"/>
          <p:nvPr/>
        </p:nvSpPr>
        <p:spPr>
          <a:xfrm>
            <a:off x="9446780" y="4868115"/>
            <a:ext cx="1830819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Print 3*2+1 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         (i.e. 7)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801147752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7DB0E5A9-2BCE-E4F2-F482-62D9530A8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805F218-D7A9-F367-A0AF-0B6F3C5A2EC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F59C539-ED49-1BFD-43E7-593B382292D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8A7755F-5FF4-A7AE-D7F4-699B5556C0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22595608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DC8C164-27B2-62B0-2BE2-F04AC8F65A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8C75158-0ED9-918F-D9B0-37CE2DA9C6F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1ECD5AC4-C653-D375-3DFD-003D80F63AC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474AAF1-098A-9FE8-89F7-A3148130738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1AB8A3C-F6D7-E903-A3DB-7B7CD43FB4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74552447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A683384B-EA36-6A18-25B4-25B81C40B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3C9E23F-8BA8-549A-9FF0-73ED463073A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EEE3A64-6AAF-C63E-159F-2F357F82941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D829EA16-F3B7-304D-0048-E76B3A2F10D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1271C8-5426-DCF0-8FD7-FBD719453D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F08FB91-A113-EE48-F063-5A8E7CB2E70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9475082E-CBA6-FC30-CDF7-A58C4D0947A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651262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318B013-10F2-95B5-33A6-72A6E95816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E9D6948-AD1D-AC2E-5950-E51BB038464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2EA08D4A-B1A5-B67B-A77E-8D24673F86B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43446CE-FCD9-5F5A-A01F-4DFCF9DA70E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8B3D8A1-4547-FAB3-D0C1-72A61DD64A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C450236-F484-6847-8E9C-FE03257B3CE9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36;p17">
            <a:extLst>
              <a:ext uri="{FF2B5EF4-FFF2-40B4-BE49-F238E27FC236}">
                <a16:creationId xmlns:a16="http://schemas.microsoft.com/office/drawing/2014/main" id="{63E9AD8A-61DA-9300-F830-C9600855C36B}"/>
              </a:ext>
            </a:extLst>
          </p:cNvPr>
          <p:cNvSpPr/>
          <p:nvPr/>
        </p:nvSpPr>
        <p:spPr>
          <a:xfrm>
            <a:off x="7318375" y="2501807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524680D-CE08-4AF0-BC6A-A38DE5E4A9C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86487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EEB0163-B091-AFEB-4276-1BF7F3E6C0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CC870FB-6009-8054-C1AA-703229006A3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32BDB43-6B80-CB11-1CB1-451A6803939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7921655-F320-82B1-1385-4DBBFEB6E7F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D7E2E7-4A0A-5F7D-3C0F-E610179E970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E7162E1-E111-70C8-AC62-56A6523DEBE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A6DD5B28-A494-96AD-FC69-3C5B7BE4075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35199B0-7D5B-21D3-E92E-BC28EA14A20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00" t="33704" r="60785" b="62887"/>
          <a:stretch>
            <a:fillRect/>
          </a:stretch>
        </p:blipFill>
        <p:spPr>
          <a:xfrm>
            <a:off x="7357596" y="2536131"/>
            <a:ext cx="2647464" cy="223416"/>
          </a:xfrm>
          <a:prstGeom prst="rect">
            <a:avLst/>
          </a:prstGeom>
        </p:spPr>
      </p:pic>
      <p:sp>
        <p:nvSpPr>
          <p:cNvPr id="13" name="Google Shape;136;p17">
            <a:extLst>
              <a:ext uri="{FF2B5EF4-FFF2-40B4-BE49-F238E27FC236}">
                <a16:creationId xmlns:a16="http://schemas.microsoft.com/office/drawing/2014/main" id="{511FC2DA-C513-2052-5D44-993BECE543D6}"/>
              </a:ext>
            </a:extLst>
          </p:cNvPr>
          <p:cNvSpPr/>
          <p:nvPr/>
        </p:nvSpPr>
        <p:spPr>
          <a:xfrm>
            <a:off x="7327800" y="2501807"/>
            <a:ext cx="2677259" cy="29206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1EA5428-21E5-B52C-6038-64F382EFC04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959898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5D01316-2722-4C00-9430-4F586BFA6A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21B77D5-5C88-A628-9F45-B6425CB4943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B7590D3-60B0-E965-9E6B-A79207D4244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0216B0B-18FC-B2B4-9FEB-F8E665217D5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87CD9BB-1B89-8885-665B-AE2291647C5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42A732E-AF2A-F7A9-FEE3-731533C6BA5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6C33078-F33C-C6C0-0E46-2F8182BC6A8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2A0225A-84FB-0890-5EB7-4F26FBA4B16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00" t="33704" r="60785" b="62887"/>
          <a:stretch>
            <a:fillRect/>
          </a:stretch>
        </p:blipFill>
        <p:spPr>
          <a:xfrm>
            <a:off x="7357596" y="2536131"/>
            <a:ext cx="2647464" cy="223416"/>
          </a:xfrm>
          <a:prstGeom prst="rect">
            <a:avLst/>
          </a:prstGeom>
        </p:spPr>
      </p:pic>
      <p:sp>
        <p:nvSpPr>
          <p:cNvPr id="6" name="Google Shape;136;p17">
            <a:extLst>
              <a:ext uri="{FF2B5EF4-FFF2-40B4-BE49-F238E27FC236}">
                <a16:creationId xmlns:a16="http://schemas.microsoft.com/office/drawing/2014/main" id="{EB6BDCAD-391D-9A0E-D4C6-62345A5F50D6}"/>
              </a:ext>
            </a:extLst>
          </p:cNvPr>
          <p:cNvSpPr/>
          <p:nvPr/>
        </p:nvSpPr>
        <p:spPr>
          <a:xfrm>
            <a:off x="7318375" y="3781476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D82772B-36E2-CB58-D0DA-29954CB452E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2776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B483D65-5956-CA31-F6A2-9063035D1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2E5D143-1BE0-F3D2-4C3D-5BB2B0490CB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0BEB6768-816D-8908-B4D1-987D96430F7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A224BA9-FF36-9697-03B2-863331748AA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4DA10CF-4401-8D75-60B1-B4935E5384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68884A4-E2E3-1DFD-BFD7-4BC00D69EF5D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A32AA6F8-AECE-DACC-0DCB-8184A38C657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4743BC0-7026-53CB-AA06-934E8C39328A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00" t="33704" r="60785" b="62887"/>
          <a:stretch>
            <a:fillRect/>
          </a:stretch>
        </p:blipFill>
        <p:spPr>
          <a:xfrm>
            <a:off x="7357596" y="2536131"/>
            <a:ext cx="2647464" cy="22341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11FE278-B899-04DB-116E-5B36FEAAD3F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E4EF68AB-74A6-0372-2E37-3C34BEE5A4D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280" t="49630" r="61160" b="46961"/>
          <a:stretch>
            <a:fillRect/>
          </a:stretch>
        </p:blipFill>
        <p:spPr>
          <a:xfrm>
            <a:off x="7327799" y="3808047"/>
            <a:ext cx="2628614" cy="223416"/>
          </a:xfrm>
          <a:prstGeom prst="rect">
            <a:avLst/>
          </a:prstGeom>
        </p:spPr>
      </p:pic>
      <p:sp>
        <p:nvSpPr>
          <p:cNvPr id="15" name="Google Shape;136;p17">
            <a:extLst>
              <a:ext uri="{FF2B5EF4-FFF2-40B4-BE49-F238E27FC236}">
                <a16:creationId xmlns:a16="http://schemas.microsoft.com/office/drawing/2014/main" id="{150874F7-B362-0CBC-32F9-14ADF5AE846D}"/>
              </a:ext>
            </a:extLst>
          </p:cNvPr>
          <p:cNvSpPr/>
          <p:nvPr/>
        </p:nvSpPr>
        <p:spPr>
          <a:xfrm>
            <a:off x="7318375" y="3798638"/>
            <a:ext cx="2677258" cy="26549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1BC9247-5C48-5423-E132-0E32AACD221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148132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08FF718-CC3B-42B2-B144-CA4D336628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F3878A5-678B-E2AB-47DC-31FD515317C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F0F85E0-61BF-1FCD-9ECF-977AF07E3967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A714F8A-3B6A-E31A-E6B1-93029896017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3C3247A-4FE0-7915-3856-69FA9EE469C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D788B5D-79B4-F3DB-3155-70C44C853AF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1A84B12-CCF8-B91A-1E50-91F7031722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80D6647-81E0-6FE0-C48D-0A68DD71FF2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00" t="33704" r="60785" b="62887"/>
          <a:stretch>
            <a:fillRect/>
          </a:stretch>
        </p:blipFill>
        <p:spPr>
          <a:xfrm>
            <a:off x="7357596" y="2536131"/>
            <a:ext cx="2647464" cy="22341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CB8C55-1806-6E7B-317D-BE6725A9DB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13" t="77334" r="77558" b="17433"/>
          <a:stretch>
            <a:fillRect/>
          </a:stretch>
        </p:blipFill>
        <p:spPr>
          <a:xfrm>
            <a:off x="7345892" y="4865632"/>
            <a:ext cx="1307772" cy="436618"/>
          </a:xfrm>
          <a:prstGeom prst="rect">
            <a:avLst/>
          </a:prstGeom>
        </p:spPr>
      </p:pic>
      <p:sp>
        <p:nvSpPr>
          <p:cNvPr id="8" name="Google Shape;136;p17">
            <a:extLst>
              <a:ext uri="{FF2B5EF4-FFF2-40B4-BE49-F238E27FC236}">
                <a16:creationId xmlns:a16="http://schemas.microsoft.com/office/drawing/2014/main" id="{DB518D10-9D82-9793-6E13-47FE7D25AC89}"/>
              </a:ext>
            </a:extLst>
          </p:cNvPr>
          <p:cNvSpPr/>
          <p:nvPr/>
        </p:nvSpPr>
        <p:spPr>
          <a:xfrm>
            <a:off x="7308949" y="4803406"/>
            <a:ext cx="1410846" cy="514770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8D84590-A425-943F-325A-7D7C271C4B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6407CED-8549-3F0C-DBAB-D32FAF2AB6D9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280" t="49630" r="61160" b="46961"/>
          <a:stretch>
            <a:fillRect/>
          </a:stretch>
        </p:blipFill>
        <p:spPr>
          <a:xfrm>
            <a:off x="7327799" y="3808047"/>
            <a:ext cx="2628614" cy="22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23936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88BD301-4104-7696-598F-0273CABA21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615B47F-C7E5-02B7-28ED-4DBFAC6435D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56F31BE-E4AD-9EC7-151E-CD21BF11192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7D8BF49B-3AEF-1D95-E107-AEEB7818FBC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D63DBE3-8132-71A1-C1CE-A95EA88E37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7318375" y="2244776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23BDCB6-7571-909C-3E47-AFEE04666F0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DFC4D39A-F154-3A25-7CEB-18689E50AB0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53277" y="485486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A06E26F2-77FD-ABF9-421B-C492DB5ACC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300" t="62820" r="61140" b="33771"/>
          <a:stretch>
            <a:fillRect/>
          </a:stretch>
        </p:blipFill>
        <p:spPr>
          <a:xfrm>
            <a:off x="7332561" y="4827237"/>
            <a:ext cx="2628614" cy="223416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06419AD9-7BD6-7CA9-9666-40E116EAA1B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08" t="80988" r="69121" b="15705"/>
          <a:stretch>
            <a:fillRect/>
          </a:stretch>
        </p:blipFill>
        <p:spPr>
          <a:xfrm>
            <a:off x="7339388" y="4803405"/>
            <a:ext cx="2659309" cy="275291"/>
          </a:xfrm>
          <a:prstGeom prst="rect">
            <a:avLst/>
          </a:prstGeom>
        </p:spPr>
      </p:pic>
      <p:sp>
        <p:nvSpPr>
          <p:cNvPr id="17" name="Google Shape;136;p17">
            <a:extLst>
              <a:ext uri="{FF2B5EF4-FFF2-40B4-BE49-F238E27FC236}">
                <a16:creationId xmlns:a16="http://schemas.microsoft.com/office/drawing/2014/main" id="{CAD17D41-D5D6-E44E-F03E-5AB882DA6E45}"/>
              </a:ext>
            </a:extLst>
          </p:cNvPr>
          <p:cNvSpPr/>
          <p:nvPr/>
        </p:nvSpPr>
        <p:spPr>
          <a:xfrm>
            <a:off x="7318375" y="4803406"/>
            <a:ext cx="2638038" cy="257739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843002A7-AFE4-1E3D-960B-5542C56243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9CDC89A4-EB40-7292-F989-53231ACE996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500" t="33704" r="60785" b="62887"/>
          <a:stretch>
            <a:fillRect/>
          </a:stretch>
        </p:blipFill>
        <p:spPr>
          <a:xfrm>
            <a:off x="7357596" y="2536131"/>
            <a:ext cx="2647464" cy="22341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B77E615-2E81-1CB1-F043-3D28981D6AF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7344668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85C518-FEA6-FF87-EAF5-DE7D89FE7E9B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280" t="49630" r="61160" b="46961"/>
          <a:stretch>
            <a:fillRect/>
          </a:stretch>
        </p:blipFill>
        <p:spPr>
          <a:xfrm>
            <a:off x="7327799" y="3808047"/>
            <a:ext cx="2628614" cy="2234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2580359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1DD5892-5BCD-9147-0D97-2E98829E1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7C44256-410F-3B08-DE2E-F8321D44A76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A0C258CE-10A2-BB65-75D6-8560940CF6B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can use this function to simplify the code from earlier!</a:t>
            </a: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F6EEBFA5-1EDF-183E-180D-CF2075237B1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7/12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4888C98-3F6E-A25F-2B41-39E161A639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2012950" y="2902615"/>
            <a:ext cx="4006811" cy="169796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59FEF272-4FFE-55F3-78A9-F2A2481D9CC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87" t="35899" r="57943" b="54167"/>
          <a:stretch>
            <a:fillRect/>
          </a:stretch>
        </p:blipFill>
        <p:spPr>
          <a:xfrm>
            <a:off x="7344668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46139B4-75E8-891C-0F1A-6456FDD27F6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87" t="35899" r="57943" b="54167"/>
          <a:stretch>
            <a:fillRect/>
          </a:stretch>
        </p:blipFill>
        <p:spPr>
          <a:xfrm>
            <a:off x="7344668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C37AAF25-E007-CE60-DEB2-BC7393E2132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9" t="29934" r="50347" b="33362"/>
          <a:stretch>
            <a:fillRect/>
          </a:stretch>
        </p:blipFill>
        <p:spPr>
          <a:xfrm>
            <a:off x="7318375" y="2289174"/>
            <a:ext cx="3959225" cy="2405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5DE08BD7-19B1-7ADD-898B-29226389ED3D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08" t="80988" r="69121" b="15705"/>
          <a:stretch>
            <a:fillRect/>
          </a:stretch>
        </p:blipFill>
        <p:spPr>
          <a:xfrm>
            <a:off x="7335309" y="4416175"/>
            <a:ext cx="2689072" cy="278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1678267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A9CE303-CE8C-0D9D-E1CB-571614E210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67099684-C74D-3D4B-A1A6-3FA5EDA5844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322DBB9-8A1E-1A02-B3FF-15A0A9B3EC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5118555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994DB7D0-7EFA-D707-166B-C34367833D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C5001B39-3B6F-12FA-8E91-6D606A268A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546B64E-FA31-187E-EC21-A32B918BE3F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5DDE727-F3EA-360C-A8ED-16FA0330A4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6744593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8BA5046-14A3-8930-575B-3646E1116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1187" t="35899" r="57943" b="54167"/>
          <a:stretch>
            <a:fillRect/>
          </a:stretch>
        </p:blipFill>
        <p:spPr>
          <a:xfrm>
            <a:off x="6744593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01CB63B5-3791-1126-F521-A0FCF9600B2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79" t="29934" r="50347" b="33362"/>
          <a:stretch>
            <a:fillRect/>
          </a:stretch>
        </p:blipFill>
        <p:spPr>
          <a:xfrm>
            <a:off x="6718300" y="2289174"/>
            <a:ext cx="3959225" cy="2405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8B219A9E-78B2-5FD8-5A7F-8C4D0F906B9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62" t="34302" r="50365" b="18798"/>
          <a:stretch>
            <a:fillRect/>
          </a:stretch>
        </p:blipFill>
        <p:spPr>
          <a:xfrm>
            <a:off x="1774825" y="2470149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4E39B622-5468-A5A0-BA24-13F9F82CDDE9}"/>
              </a:ext>
            </a:extLst>
          </p:cNvPr>
          <p:cNvSpPr txBox="1"/>
          <p:nvPr/>
        </p:nvSpPr>
        <p:spPr>
          <a:xfrm>
            <a:off x="1742372" y="1997542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We’ve reduced this…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FC478512-36A2-4E78-5F75-C398340FDF26}"/>
              </a:ext>
            </a:extLst>
          </p:cNvPr>
          <p:cNvSpPr txBox="1"/>
          <p:nvPr/>
        </p:nvSpPr>
        <p:spPr>
          <a:xfrm>
            <a:off x="6718300" y="1822210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this…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DCD1658-5FA9-51EB-1403-C6D4C351C0E7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4108" t="80988" r="69121" b="16055"/>
          <a:stretch>
            <a:fillRect/>
          </a:stretch>
        </p:blipFill>
        <p:spPr>
          <a:xfrm>
            <a:off x="6744594" y="4413250"/>
            <a:ext cx="2657640" cy="257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3DFB3590-09BE-4996-D2FC-DD457A2F9C9B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213" t="77334" r="77558" b="17433"/>
          <a:stretch>
            <a:fillRect/>
          </a:stretch>
        </p:blipFill>
        <p:spPr>
          <a:xfrm>
            <a:off x="1806575" y="5086293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8680043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D986D5EE-30A8-E6B7-5956-0AAF46995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26C452E-D7C6-4D78-6FD1-3447A22B630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Functions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C4DE603-5328-0BE5-506F-0EF674B528F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8/12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87CE4F2-8E9D-0812-97F0-CD53A235F44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046" t="35220" r="56315" b="43778"/>
          <a:stretch>
            <a:fillRect/>
          </a:stretch>
        </p:blipFill>
        <p:spPr>
          <a:xfrm>
            <a:off x="6744593" y="4941504"/>
            <a:ext cx="3051136" cy="1292975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C44589E4-8191-AC3A-EEE7-FA123A092CC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87" t="35899" r="57943" b="54167"/>
          <a:stretch>
            <a:fillRect/>
          </a:stretch>
        </p:blipFill>
        <p:spPr>
          <a:xfrm>
            <a:off x="6744593" y="2536131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A2B023AA-1E48-5DA8-8D4E-B2000F03DC6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1187" t="35899" r="57943" b="54167"/>
          <a:stretch>
            <a:fillRect/>
          </a:stretch>
        </p:blipFill>
        <p:spPr>
          <a:xfrm>
            <a:off x="6744593" y="3832932"/>
            <a:ext cx="1275458" cy="411857"/>
          </a:xfrm>
          <a:prstGeom prst="rect">
            <a:avLst/>
          </a:prstGeom>
          <a:ln>
            <a:noFill/>
          </a:ln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94E3899-154D-DFB1-0052-F26B5E7158B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7179" t="29934" r="50347" b="33362"/>
          <a:stretch>
            <a:fillRect/>
          </a:stretch>
        </p:blipFill>
        <p:spPr>
          <a:xfrm>
            <a:off x="6718300" y="2289174"/>
            <a:ext cx="3959225" cy="2405373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62B0865-D99A-0874-6181-D7E78B8A6F6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162" t="34302" r="50365" b="18798"/>
          <a:stretch>
            <a:fillRect/>
          </a:stretch>
        </p:blipFill>
        <p:spPr>
          <a:xfrm>
            <a:off x="1774825" y="2470149"/>
            <a:ext cx="3959225" cy="307340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Google Shape;198;p20">
            <a:extLst>
              <a:ext uri="{FF2B5EF4-FFF2-40B4-BE49-F238E27FC236}">
                <a16:creationId xmlns:a16="http://schemas.microsoft.com/office/drawing/2014/main" id="{4C50B623-6B45-E159-2F02-8B268B2AA8B2}"/>
              </a:ext>
            </a:extLst>
          </p:cNvPr>
          <p:cNvSpPr txBox="1"/>
          <p:nvPr/>
        </p:nvSpPr>
        <p:spPr>
          <a:xfrm>
            <a:off x="1742372" y="1997542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We’ve reduced this…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98;p20">
            <a:extLst>
              <a:ext uri="{FF2B5EF4-FFF2-40B4-BE49-F238E27FC236}">
                <a16:creationId xmlns:a16="http://schemas.microsoft.com/office/drawing/2014/main" id="{86D8A07E-8494-BCC5-F68D-A1439D07D194}"/>
              </a:ext>
            </a:extLst>
          </p:cNvPr>
          <p:cNvSpPr txBox="1"/>
          <p:nvPr/>
        </p:nvSpPr>
        <p:spPr>
          <a:xfrm>
            <a:off x="6718300" y="1822210"/>
            <a:ext cx="4250749" cy="11695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To this…</a:t>
            </a: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b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59AC970-BE6C-313E-20BA-8EE0ABEB218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14108" t="80988" r="69121" b="16055"/>
          <a:stretch>
            <a:fillRect/>
          </a:stretch>
        </p:blipFill>
        <p:spPr>
          <a:xfrm>
            <a:off x="6744594" y="4413250"/>
            <a:ext cx="2657640" cy="257175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BDE4F30F-6B5E-746E-3801-7338F88341D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4213" t="77334" r="77558" b="17433"/>
          <a:stretch>
            <a:fillRect/>
          </a:stretch>
        </p:blipFill>
        <p:spPr>
          <a:xfrm>
            <a:off x="1806575" y="5086293"/>
            <a:ext cx="1307772" cy="436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4492129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B77ABDD-8BF4-E771-509A-B3C3D403F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8D26C060-7AF0-531F-A22D-55A64258CDA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3D4946E-F1DC-7DC0-1E51-1125D74DE49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DB7DCE-D813-4AEA-F94D-4026751433B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6516930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A64D3CD-B5D0-E9E8-04CA-A3B79D9047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F5A9E498-DB00-33CB-ADD3-1CFD3C77B86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6A8788C2-D183-E5A1-F15A-B7CE327E487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BB26D44-18F1-8E6D-D34D-2FBBC79D266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454158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BD4B7604-65D3-87E8-BA44-4F78B5E39F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A5C13DF-A832-0BF1-AAB6-8681C361F19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2E47439-ADEC-3520-6922-7D60B853EA3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30C3A31-F5BE-7961-C42C-5ABCDF1BB9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07388898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4F77130C-29C3-A5B4-0D54-A385E70D9F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333471B-3A4C-C162-CF62-9B2CE8D2937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DF79ACC8-EA62-99E3-84DF-A7CF928C28FC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B2B5EB2-98ED-7BB1-8E4A-AAD2338BBB5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39054574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44E87AB-3AB8-A10E-327A-05EDB11EA8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165169BF-C6B8-5BCC-5B62-97856495611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7C881D8-6816-2792-C751-C302987499B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8BDB24B5-71E1-A6A1-BFB6-87502865261D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5578593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DF53265-F822-89FC-2551-3B794AE7EA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20E9EEA7-E865-4256-079D-AEDFA841E53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CF3F18CC-4EA6-C34F-7FC0-EA7A1D2731BF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168AA8F-989A-9C70-C054-479E4E6BCFD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AEB296B4-D108-1FE9-ED2E-C7536FAFC3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pic>
        <p:nvPicPr>
          <p:cNvPr id="6" name="Picture 5" descr="Cartoon a child throwing a computer into a child&#10;&#10;AI-generated content may be incorrect.">
            <a:extLst>
              <a:ext uri="{FF2B5EF4-FFF2-40B4-BE49-F238E27FC236}">
                <a16:creationId xmlns:a16="http://schemas.microsoft.com/office/drawing/2014/main" id="{5FA18E97-900B-0238-4EB3-53EFAC5FD2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798" y="2375525"/>
            <a:ext cx="4110150" cy="2761676"/>
          </a:xfrm>
          <a:prstGeom prst="rect">
            <a:avLst/>
          </a:prstGeom>
        </p:spPr>
      </p:pic>
      <p:pic>
        <p:nvPicPr>
          <p:cNvPr id="8" name="Picture 7" descr="Cartoon of a child holding a computer and waving&#10;&#10;AI-generated content may be incorrect.">
            <a:extLst>
              <a:ext uri="{FF2B5EF4-FFF2-40B4-BE49-F238E27FC236}">
                <a16:creationId xmlns:a16="http://schemas.microsoft.com/office/drawing/2014/main" id="{B454947D-0426-E749-04AB-100AF4BEF16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37972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1A89F37-64F9-FA6A-9EAD-0A40BF0016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324843EE-8BAF-D38F-1C4E-5E058B705A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BC0D4579-36F9-8C14-2684-AF8DAEBA375E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77FCEC4-FE10-771B-01D7-D60886B9346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FB770385-7F6B-1133-B95E-A501E62DC8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pic>
        <p:nvPicPr>
          <p:cNvPr id="6" name="Picture 5" descr="Cartoon a child throwing a computer into a child&#10;&#10;AI-generated content may be incorrect.">
            <a:extLst>
              <a:ext uri="{FF2B5EF4-FFF2-40B4-BE49-F238E27FC236}">
                <a16:creationId xmlns:a16="http://schemas.microsoft.com/office/drawing/2014/main" id="{8EDA4EF7-3914-1BD6-4ECD-7936A42D31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798" y="2375525"/>
            <a:ext cx="4110150" cy="2761676"/>
          </a:xfrm>
          <a:prstGeom prst="rect">
            <a:avLst/>
          </a:prstGeom>
        </p:spPr>
      </p:pic>
      <p:pic>
        <p:nvPicPr>
          <p:cNvPr id="8" name="Picture 7" descr="Cartoon of a child holding a computer and waving&#10;&#10;AI-generated content may be incorrect.">
            <a:extLst>
              <a:ext uri="{FF2B5EF4-FFF2-40B4-BE49-F238E27FC236}">
                <a16:creationId xmlns:a16="http://schemas.microsoft.com/office/drawing/2014/main" id="{0ED35A76-BA00-F0B6-E3A1-AFD237A902A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sp>
        <p:nvSpPr>
          <p:cNvPr id="9" name="Google Shape;198;p20">
            <a:extLst>
              <a:ext uri="{FF2B5EF4-FFF2-40B4-BE49-F238E27FC236}">
                <a16:creationId xmlns:a16="http://schemas.microsoft.com/office/drawing/2014/main" id="{D22B4307-0BD0-81AD-2AF6-05934F6B6056}"/>
              </a:ext>
            </a:extLst>
          </p:cNvPr>
          <p:cNvSpPr txBox="1"/>
          <p:nvPr/>
        </p:nvSpPr>
        <p:spPr>
          <a:xfrm>
            <a:off x="8699166" y="2268066"/>
            <a:ext cx="257843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00B050"/>
                </a:solidFill>
                <a:latin typeface="Calibri"/>
                <a:ea typeface="Calibri"/>
                <a:cs typeface="Calibri"/>
                <a:sym typeface="Calibri"/>
              </a:rPr>
              <a:t>Hey can you share that bit of code with me?</a:t>
            </a:r>
            <a:endParaRPr sz="1600" b="1" dirty="0">
              <a:solidFill>
                <a:srgbClr val="00B05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816230512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1954FAF8-5835-EBA2-7641-F0EE8AFED9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3DFA5D2-5CF7-9E31-9AA0-EA709F4C69B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C71A310-41A1-5A71-81ED-911FE63E29F1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44CF6FC-F6AB-C6F0-AF8B-52F149A303E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B04F3837-F661-8260-5DF1-52F9F0C8ED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pic>
        <p:nvPicPr>
          <p:cNvPr id="6" name="Picture 5" descr="Cartoon a child throwing a computer into a child&#10;&#10;AI-generated content may be incorrect.">
            <a:extLst>
              <a:ext uri="{FF2B5EF4-FFF2-40B4-BE49-F238E27FC236}">
                <a16:creationId xmlns:a16="http://schemas.microsoft.com/office/drawing/2014/main" id="{C0BEF02F-8859-ED2F-2C27-45B92BA20FC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798" y="2375525"/>
            <a:ext cx="4110150" cy="2761676"/>
          </a:xfrm>
          <a:prstGeom prst="rect">
            <a:avLst/>
          </a:prstGeom>
        </p:spPr>
      </p:pic>
      <p:pic>
        <p:nvPicPr>
          <p:cNvPr id="8" name="Picture 7" descr="Cartoon of a child holding a computer and waving&#10;&#10;AI-generated content may be incorrect.">
            <a:extLst>
              <a:ext uri="{FF2B5EF4-FFF2-40B4-BE49-F238E27FC236}">
                <a16:creationId xmlns:a16="http://schemas.microsoft.com/office/drawing/2014/main" id="{7037EE1A-361A-B2A9-FAF7-788423D670F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sp>
        <p:nvSpPr>
          <p:cNvPr id="10" name="Google Shape;198;p20">
            <a:extLst>
              <a:ext uri="{FF2B5EF4-FFF2-40B4-BE49-F238E27FC236}">
                <a16:creationId xmlns:a16="http://schemas.microsoft.com/office/drawing/2014/main" id="{86DCEF75-F509-CA5F-8068-187F6826853F}"/>
              </a:ext>
            </a:extLst>
          </p:cNvPr>
          <p:cNvSpPr txBox="1"/>
          <p:nvPr/>
        </p:nvSpPr>
        <p:spPr>
          <a:xfrm>
            <a:off x="6546516" y="2518087"/>
            <a:ext cx="2578434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chemeClr val="accent2">
                    <a:lumMod val="75000"/>
                  </a:schemeClr>
                </a:solidFill>
                <a:latin typeface="Calibri"/>
                <a:ea typeface="Calibri"/>
                <a:cs typeface="Calibri"/>
                <a:sym typeface="Calibri"/>
              </a:rPr>
              <a:t>Sure!</a:t>
            </a:r>
            <a:endParaRPr sz="1600" b="1" dirty="0">
              <a:solidFill>
                <a:schemeClr val="accent2">
                  <a:lumMod val="75000"/>
                </a:schemeClr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027198279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1E0588C-1836-3C5F-3C94-E869C625C8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BACEB93F-AB91-910A-4499-4F4A47C3438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93938214-2D2A-89A8-2A7D-EA699FD0A8B4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CE0B43D-C052-4C27-40A2-2FE4A43017AF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61153FEC-21AE-008E-8A20-C8AA6211FE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pic>
        <p:nvPicPr>
          <p:cNvPr id="6" name="Picture 5" descr="Cartoon a child throwing a computer into a child&#10;&#10;AI-generated content may be incorrect.">
            <a:extLst>
              <a:ext uri="{FF2B5EF4-FFF2-40B4-BE49-F238E27FC236}">
                <a16:creationId xmlns:a16="http://schemas.microsoft.com/office/drawing/2014/main" id="{89AECB0B-2A2D-02D8-5567-A2E4F92B7D0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798" y="2375525"/>
            <a:ext cx="4110150" cy="27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9520804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613D76B-EEC3-5AE4-24A2-792E508FC5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DFC0E82-7C41-75A9-9A04-750618FE281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8BD8AC74-AF71-18F0-AAB9-70FB5409AB9D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587D0331-B1D0-6474-217F-56C6458A4AC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803AFE26-A612-C697-B8FA-B5B29DDA1C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  <p:pic>
        <p:nvPicPr>
          <p:cNvPr id="6" name="Picture 5" descr="Cartoon a child throwing a computer into a child&#10;&#10;AI-generated content may be incorrect.">
            <a:extLst>
              <a:ext uri="{FF2B5EF4-FFF2-40B4-BE49-F238E27FC236}">
                <a16:creationId xmlns:a16="http://schemas.microsoft.com/office/drawing/2014/main" id="{098062BA-C99B-49D2-4355-8D0D067283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74798" y="2375525"/>
            <a:ext cx="4110150" cy="2761676"/>
          </a:xfrm>
          <a:prstGeom prst="rect">
            <a:avLst/>
          </a:prstGeom>
        </p:spPr>
      </p:pic>
      <p:sp>
        <p:nvSpPr>
          <p:cNvPr id="13" name="Google Shape;198;p20">
            <a:extLst>
              <a:ext uri="{FF2B5EF4-FFF2-40B4-BE49-F238E27FC236}">
                <a16:creationId xmlns:a16="http://schemas.microsoft.com/office/drawing/2014/main" id="{ADAA08C6-84D0-20D5-78F0-3B2C7879497D}"/>
              </a:ext>
            </a:extLst>
          </p:cNvPr>
          <p:cNvSpPr txBox="1"/>
          <p:nvPr/>
        </p:nvSpPr>
        <p:spPr>
          <a:xfrm rot="19325154">
            <a:off x="8316683" y="3417855"/>
            <a:ext cx="1421384" cy="677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Entire codebase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97795798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9A32157-435F-E067-A204-6B9CD3FDA1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0E4A3168-0057-DBDA-7BE5-64AB04617D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F1AA9472-CF1B-43FC-41F8-B1E30BDE8629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E1FA79F-4F45-E410-5E46-73A23892569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A4D88C69-8EA5-2B52-945E-A9E80EB3764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386689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F663F071-B6C1-B512-44B9-80585A83B8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22D8A5C-105B-4D48-D56C-70C9980889A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Motivation</a:t>
            </a:r>
            <a:endParaRPr dirty="0"/>
          </a:p>
        </p:txBody>
      </p:sp>
      <p:sp>
        <p:nvSpPr>
          <p:cNvPr id="247" name="Google Shape;247;p31">
            <a:extLst>
              <a:ext uri="{FF2B5EF4-FFF2-40B4-BE49-F238E27FC236}">
                <a16:creationId xmlns:a16="http://schemas.microsoft.com/office/drawing/2014/main" id="{EEFF9EC7-F5E9-1BAC-8F03-628FFB84DB23}"/>
              </a:ext>
            </a:extLst>
          </p:cNvPr>
          <p:cNvSpPr txBox="1"/>
          <p:nvPr/>
        </p:nvSpPr>
        <p:spPr>
          <a:xfrm>
            <a:off x="1176379" y="1882572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Functions are useful for a number of reasons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Reduce repetitiveness in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Help organise code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Easier to edit, maintain and debug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Makes code easier to share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Improve readability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0ADCC8D-C2DD-3F73-CA5B-24AA352D5354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9/12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4" name="Picture 3" descr="A cartoon of a child standing next to a computer&#10;&#10;AI-generated content may be incorrect.">
            <a:extLst>
              <a:ext uri="{FF2B5EF4-FFF2-40B4-BE49-F238E27FC236}">
                <a16:creationId xmlns:a16="http://schemas.microsoft.com/office/drawing/2014/main" id="{09D3DB1A-50A8-BD32-5ECC-13B1E2760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300" y="2375525"/>
            <a:ext cx="4110150" cy="2761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78170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3153372C-CEE9-FB08-BFE4-3428E151B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246B1FF-60D1-AAFF-C1E5-AA8B7E995F5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765823B3-ECE3-CBAC-96A3-F3DD47D530D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699A6668-A72D-6E70-7515-557D304F1815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953676C7-B608-5F98-C5F3-FB2911852DC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31541" r="55937" b="4767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403146863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05531455-CF0E-3633-ACAE-0FBEED69E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2E01E291-21C8-1858-B6CD-969613D35A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8BBA8E6-B9CD-D730-ED9C-3F611BCA9F5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FC7C080-926F-07C3-4588-A224B7AA14C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8F7BAC0-F35D-85FB-C6C7-D6FDA7C6022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31541" r="55937" b="4767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3768BA5F-08B0-A9F2-CE2D-6D740651EA74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6;p17">
            <a:extLst>
              <a:ext uri="{FF2B5EF4-FFF2-40B4-BE49-F238E27FC236}">
                <a16:creationId xmlns:a16="http://schemas.microsoft.com/office/drawing/2014/main" id="{CF67BB77-96BB-6C35-91CF-855722FB3658}"/>
              </a:ext>
            </a:extLst>
          </p:cNvPr>
          <p:cNvSpPr/>
          <p:nvPr/>
        </p:nvSpPr>
        <p:spPr>
          <a:xfrm>
            <a:off x="8072520" y="3485941"/>
            <a:ext cx="826383" cy="25738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0086348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4DC4BCC-C4D3-BF19-403F-62B395C9BB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EFA5190-D371-787A-C0A5-F709BF6140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A69AB950-65AF-8038-633D-61C684BF525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399ADB5-76FA-2CE8-E9B7-F1BB3674AD30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8AE71AE6-2775-8A1E-B7ED-3B5715396F0B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36;p17">
            <a:extLst>
              <a:ext uri="{FF2B5EF4-FFF2-40B4-BE49-F238E27FC236}">
                <a16:creationId xmlns:a16="http://schemas.microsoft.com/office/drawing/2014/main" id="{11259C8F-7E9B-6D60-CCC4-D060B52890E4}"/>
              </a:ext>
            </a:extLst>
          </p:cNvPr>
          <p:cNvSpPr/>
          <p:nvPr/>
        </p:nvSpPr>
        <p:spPr>
          <a:xfrm>
            <a:off x="8072520" y="3485941"/>
            <a:ext cx="892093" cy="25738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47137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5C1CBA92-D824-84ED-9B4B-F37BC8E67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61AF5484-8DD3-5077-C4DD-5624CFD8493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95ED74C-760B-58A8-6F5E-8033C48AF3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C73C273D-72D9-D8C7-AFC8-C4CFD42C2F58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708331AA-DA08-2146-31BA-9595D7882EFA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20C18D7-7C10-FA87-3A5A-2FB9F2344DA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71710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935E2E5-50DC-685B-8954-63C01CB5D8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4701DA7-0681-34E8-A029-B9D4A4BE22B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AC85FE6-1351-2521-5215-FAB7ACCCF89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930416AE-85AD-330D-E8A0-896E677461A2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11EF0972-438E-15CC-DB32-8DBB16253F43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ED5182FD-DE89-C229-6320-928053EA61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Google Shape;136;p17">
            <a:extLst>
              <a:ext uri="{FF2B5EF4-FFF2-40B4-BE49-F238E27FC236}">
                <a16:creationId xmlns:a16="http://schemas.microsoft.com/office/drawing/2014/main" id="{9F79D74B-AC29-2936-B1AD-1491B1A3A36F}"/>
              </a:ext>
            </a:extLst>
          </p:cNvPr>
          <p:cNvSpPr/>
          <p:nvPr/>
        </p:nvSpPr>
        <p:spPr>
          <a:xfrm>
            <a:off x="7692271" y="4766972"/>
            <a:ext cx="380250" cy="19497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98;p20">
            <a:extLst>
              <a:ext uri="{FF2B5EF4-FFF2-40B4-BE49-F238E27FC236}">
                <a16:creationId xmlns:a16="http://schemas.microsoft.com/office/drawing/2014/main" id="{F1076C84-1919-A735-EDAE-6D4D1C5C0503}"/>
              </a:ext>
            </a:extLst>
          </p:cNvPr>
          <p:cNvSpPr txBox="1"/>
          <p:nvPr/>
        </p:nvSpPr>
        <p:spPr>
          <a:xfrm>
            <a:off x="7941251" y="5684818"/>
            <a:ext cx="425074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This will save the result as z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B9FBD07-8870-33BA-14B6-4DE52C4755F9}"/>
              </a:ext>
            </a:extLst>
          </p:cNvPr>
          <p:cNvCxnSpPr>
            <a:cxnSpLocks/>
          </p:cNvCxnSpPr>
          <p:nvPr/>
        </p:nvCxnSpPr>
        <p:spPr>
          <a:xfrm flipH="1" flipV="1">
            <a:off x="8072520" y="5099901"/>
            <a:ext cx="364470" cy="69758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3224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E5671B4-E6D6-93D1-566C-1BF1B0854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26776B-42DE-8911-AAEF-5437BDF1311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57748E84-6D53-94D7-55BC-A576AC29DF4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4E196EF5-50E7-F968-0970-13ED8E5FA5AC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C8DDC112-F62C-345F-AA80-36B05DFAA595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 example: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627AFF3C-9541-F0FE-6BF2-779D1D154A8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70353431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C20D4742-3A70-C334-5832-B89D01A77D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CE820C9E-98EA-0801-45E7-E33CA79FF96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49C2D0BD-BD1C-E474-E7F4-754934D58A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0F570A0-ECAD-3F53-F7FF-9799D2E5561B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BD3407B7-41D5-7941-561E-5E69E0CCFD7D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 example: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variable specified in the function definition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0743740-A9BD-A0DE-0185-E84BC90D51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2" name="Google Shape;136;p17">
            <a:extLst>
              <a:ext uri="{FF2B5EF4-FFF2-40B4-BE49-F238E27FC236}">
                <a16:creationId xmlns:a16="http://schemas.microsoft.com/office/drawing/2014/main" id="{648F91CE-00BD-1700-DDB9-3937490C5172}"/>
              </a:ext>
            </a:extLst>
          </p:cNvPr>
          <p:cNvSpPr/>
          <p:nvPr/>
        </p:nvSpPr>
        <p:spPr>
          <a:xfrm>
            <a:off x="10420960" y="2658360"/>
            <a:ext cx="287889" cy="169682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17612515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8BC00FF7-D221-E82D-9D38-5AF05B66BB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5EB55593-D186-AE10-089E-4F03FE364D0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C294A7E-3E07-4033-D899-2DCC6C5BCAB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199B71D-FD7F-D865-4758-D66AF6ADA41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ADFCEA6E-A004-0DF8-CB7F-CB62A7FF72CA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 example: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variable specified in the function definition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 variable given back using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101600" lvl="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2EDB102A-7A48-9B02-F84D-5669AD59E08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36;p17">
            <a:extLst>
              <a:ext uri="{FF2B5EF4-FFF2-40B4-BE49-F238E27FC236}">
                <a16:creationId xmlns:a16="http://schemas.microsoft.com/office/drawing/2014/main" id="{2AD5758A-97BC-3C76-E89D-E34672BDDF51}"/>
              </a:ext>
            </a:extLst>
          </p:cNvPr>
          <p:cNvSpPr/>
          <p:nvPr/>
        </p:nvSpPr>
        <p:spPr>
          <a:xfrm>
            <a:off x="8072520" y="3428999"/>
            <a:ext cx="944480" cy="296425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76045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E8A5DFC7-8B2D-7D67-3965-31C30C68A5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45103DB5-243C-A86F-C598-3F87E809DFF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E505BB80-1519-FE50-80CB-67E79B39393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B72FFF03-932F-A343-A4D5-1CD34EA7C93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D34818F7-BECE-56BE-FF0E-6317EFCA82AE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 example: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variable specified in the function definition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 variable given back using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have multiple inputs and outputs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A85853D-EF74-9172-D6A2-E62AD253A6F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133432052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5">
          <a:extLst>
            <a:ext uri="{FF2B5EF4-FFF2-40B4-BE49-F238E27FC236}">
              <a16:creationId xmlns:a16="http://schemas.microsoft.com/office/drawing/2014/main" id="{26377B64-C511-A71C-A556-DB2EE5F25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A4D6FE78-D0AE-BED3-73F9-AE825548A69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57461" r="55937" b="21754"/>
          <a:stretch>
            <a:fillRect/>
          </a:stretch>
        </p:blipFill>
        <p:spPr>
          <a:xfrm>
            <a:off x="7692271" y="2381250"/>
            <a:ext cx="3271003" cy="136207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46" name="Google Shape;246;p31">
            <a:extLst>
              <a:ext uri="{FF2B5EF4-FFF2-40B4-BE49-F238E27FC236}">
                <a16:creationId xmlns:a16="http://schemas.microsoft.com/office/drawing/2014/main" id="{D9CD3142-2236-C1D0-D89E-E1017CF893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219200" y="270000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Inputs and Outputs</a:t>
            </a:r>
            <a:endParaRPr dirty="0"/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A20DA215-E96A-82AE-408F-C1F46A0162B7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10/12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13" name="Google Shape;247;p31">
            <a:extLst>
              <a:ext uri="{FF2B5EF4-FFF2-40B4-BE49-F238E27FC236}">
                <a16:creationId xmlns:a16="http://schemas.microsoft.com/office/drawing/2014/main" id="{E0EB3115-39E7-B8DD-1E16-E38477B0E9D7}"/>
              </a:ext>
            </a:extLst>
          </p:cNvPr>
          <p:cNvSpPr txBox="1"/>
          <p:nvPr/>
        </p:nvSpPr>
        <p:spPr>
          <a:xfrm>
            <a:off x="1176379" y="1778875"/>
            <a:ext cx="5690443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Instead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printing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the result of our function, we can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it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This means that the function will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“spit out” 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the value of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y</a:t>
            </a: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, and we can save it using the </a:t>
            </a:r>
            <a: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= operator</a:t>
            </a:r>
            <a:br>
              <a:rPr lang="en-GB" sz="18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this example:</a:t>
            </a: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600" dirty="0">
              <a:solidFill>
                <a:schemeClr val="tx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x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input: 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A variable specified in the function definition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 is an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output: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A variable given back using the </a:t>
            </a:r>
            <a:r>
              <a:rPr lang="en-GB" sz="1600" b="1" i="1" dirty="0">
                <a:solidFill>
                  <a:schemeClr val="accent2"/>
                </a:solidFill>
                <a:latin typeface="Calibri"/>
                <a:ea typeface="Calibri"/>
                <a:cs typeface="Calibri"/>
                <a:sym typeface="Calibri"/>
              </a:rPr>
              <a:t>return</a:t>
            </a: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 statement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8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can have multiple inputs and outputs</a:t>
            </a: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endParaRPr lang="en-GB" sz="1800" b="1" i="1" dirty="0">
              <a:solidFill>
                <a:schemeClr val="accent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E19E67E-9BB2-48D9-DA5C-E531B470C18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233" t="87531" r="55937" b="6518"/>
          <a:stretch>
            <a:fillRect/>
          </a:stretch>
        </p:blipFill>
        <p:spPr>
          <a:xfrm>
            <a:off x="7692270" y="4572000"/>
            <a:ext cx="3271003" cy="389945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Google Shape;198;p20">
            <a:extLst>
              <a:ext uri="{FF2B5EF4-FFF2-40B4-BE49-F238E27FC236}">
                <a16:creationId xmlns:a16="http://schemas.microsoft.com/office/drawing/2014/main" id="{63F76E41-6AF8-AAEE-7173-015D14042CC5}"/>
              </a:ext>
            </a:extLst>
          </p:cNvPr>
          <p:cNvSpPr txBox="1"/>
          <p:nvPr/>
        </p:nvSpPr>
        <p:spPr>
          <a:xfrm>
            <a:off x="6487336" y="5593092"/>
            <a:ext cx="4250749" cy="4308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More on this in the practical…</a:t>
            </a:r>
            <a:endParaRPr sz="16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1919122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67702FD8-585B-D996-7084-0DF682982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C0546E16-3B05-2C45-5A00-1BF66F6306CE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36F47A27-6A8F-E57E-650C-8B9B4157791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FF74F091-754D-E747-A154-8432A90DECB3}"/>
              </a:ext>
            </a:extLst>
          </p:cNvPr>
          <p:cNvSpPr txBox="1"/>
          <p:nvPr/>
        </p:nvSpPr>
        <p:spPr>
          <a:xfrm>
            <a:off x="1036320" y="1607111"/>
            <a:ext cx="49995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`week_04_home.ipynb`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Defining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Flexible Inputs and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Lambda Functions and Functional Programming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8661554-2B37-757A-AD88-00BFA8C9949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EFCD80F-7D90-DCE1-4FF2-6813AEB6837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6" t="11154" r="14625"/>
          <a:stretch>
            <a:fillRect/>
          </a:stretch>
        </p:blipFill>
        <p:spPr>
          <a:xfrm>
            <a:off x="6318684" y="1830021"/>
            <a:ext cx="5590287" cy="3566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897581743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CCC3AE86-C5E1-6DA4-48CA-5D3D7157BF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942B3913-3C95-1F8B-18A3-76EEBAAC7E09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8D59E93-7849-FEF4-DDB1-E9459D75CF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4C6F68EA-E4CF-75D0-47A5-B648B0320E42}"/>
              </a:ext>
            </a:extLst>
          </p:cNvPr>
          <p:cNvSpPr txBox="1"/>
          <p:nvPr/>
        </p:nvSpPr>
        <p:spPr>
          <a:xfrm>
            <a:off x="1036320" y="1607111"/>
            <a:ext cx="49995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`week_04_home.ipynb`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Defining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Flexible Inputs and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Lambda Functions and Functional Programming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03076974-E5C0-5511-55D8-DC51AC4300B9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BDC98F7-F2B1-0F3D-A81D-29C5D46DD9E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6" t="11154" r="14625"/>
          <a:stretch>
            <a:fillRect/>
          </a:stretch>
        </p:blipFill>
        <p:spPr>
          <a:xfrm>
            <a:off x="6318684" y="1830021"/>
            <a:ext cx="5590287" cy="35661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453A380E-06A8-019F-3961-503D91540AE8}"/>
              </a:ext>
            </a:extLst>
          </p:cNvPr>
          <p:cNvSpPr txBox="1"/>
          <p:nvPr/>
        </p:nvSpPr>
        <p:spPr>
          <a:xfrm>
            <a:off x="6096000" y="5519579"/>
            <a:ext cx="3532412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this if you are relatively new to Python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39ACB821-5BC5-CB26-8D80-8A53A940D09E}"/>
              </a:ext>
            </a:extLst>
          </p:cNvPr>
          <p:cNvSpPr/>
          <p:nvPr/>
        </p:nvSpPr>
        <p:spPr>
          <a:xfrm>
            <a:off x="1906094" y="4287296"/>
            <a:ext cx="3504105" cy="424404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F61BC33B-1A5D-BE27-0E3F-CFCD048356B1}"/>
              </a:ext>
            </a:extLst>
          </p:cNvPr>
          <p:cNvCxnSpPr>
            <a:cxnSpLocks/>
          </p:cNvCxnSpPr>
          <p:nvPr/>
        </p:nvCxnSpPr>
        <p:spPr>
          <a:xfrm flipH="1" flipV="1">
            <a:off x="5552440" y="4607560"/>
            <a:ext cx="859245" cy="1013186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0270921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F56E5456-E5CE-3AC2-BC4B-6622FF907A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63CB729-3C35-4216-B852-5FF6369295F4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DEA8B70B-A12B-CC52-E7D9-DBAC490D2A1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D5441932-ACA9-AF25-7075-A41DAD990B2A}"/>
              </a:ext>
            </a:extLst>
          </p:cNvPr>
          <p:cNvSpPr txBox="1"/>
          <p:nvPr/>
        </p:nvSpPr>
        <p:spPr>
          <a:xfrm>
            <a:off x="1036320" y="1607111"/>
            <a:ext cx="49995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`week_04_home.ipynb`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Defining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Flexible Inputs and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Lambda Functions and Functional Programming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2061A11F-0C78-6692-D52D-F9B7E9B82013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C6A3E6-EE22-356B-48DC-910A343BFE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6" t="11154" r="14625"/>
          <a:stretch>
            <a:fillRect/>
          </a:stretch>
        </p:blipFill>
        <p:spPr>
          <a:xfrm>
            <a:off x="6318684" y="1830021"/>
            <a:ext cx="5590287" cy="35661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FCAE1DD5-2F81-D5DC-5757-761504441066}"/>
              </a:ext>
            </a:extLst>
          </p:cNvPr>
          <p:cNvSpPr txBox="1"/>
          <p:nvPr/>
        </p:nvSpPr>
        <p:spPr>
          <a:xfrm>
            <a:off x="6461284" y="5443562"/>
            <a:ext cx="4660900" cy="80018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this if you have some prior experience writing functions in Python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C2FA1455-AE06-3890-CA0D-8C03B502F2B6}"/>
              </a:ext>
            </a:extLst>
          </p:cNvPr>
          <p:cNvSpPr/>
          <p:nvPr/>
        </p:nvSpPr>
        <p:spPr>
          <a:xfrm>
            <a:off x="1861644" y="4789966"/>
            <a:ext cx="3815256" cy="556733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794CCFF6-E331-568A-6596-085BC747A515}"/>
              </a:ext>
            </a:extLst>
          </p:cNvPr>
          <p:cNvCxnSpPr>
            <a:cxnSpLocks/>
          </p:cNvCxnSpPr>
          <p:nvPr/>
        </p:nvCxnSpPr>
        <p:spPr>
          <a:xfrm flipH="1" flipV="1">
            <a:off x="5726499" y="5064013"/>
            <a:ext cx="685186" cy="577129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85741425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98216828-3043-B965-49F0-6D46F554D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B432916-78F8-D6B1-36EC-41C92E8D7B4D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8A5BDB4D-46F7-BF62-03BF-CA99ACCBEE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C0BA2C5C-2B04-0E94-F875-818CC9A367FE}"/>
              </a:ext>
            </a:extLst>
          </p:cNvPr>
          <p:cNvSpPr txBox="1"/>
          <p:nvPr/>
        </p:nvSpPr>
        <p:spPr>
          <a:xfrm>
            <a:off x="1036320" y="1607111"/>
            <a:ext cx="49995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`week_04_home.ipynb`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Defining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Flexible Inputs and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Lambda Functions and Functional Programming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EAF75F98-C097-DD04-1EE3-C82DFD5BE8D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57879FC-C7C3-BB7D-AF4D-2D866E72758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6" t="11154" r="14625"/>
          <a:stretch>
            <a:fillRect/>
          </a:stretch>
        </p:blipFill>
        <p:spPr>
          <a:xfrm>
            <a:off x="6318684" y="1830021"/>
            <a:ext cx="5590287" cy="35661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3" name="Google Shape;198;p20">
            <a:extLst>
              <a:ext uri="{FF2B5EF4-FFF2-40B4-BE49-F238E27FC236}">
                <a16:creationId xmlns:a16="http://schemas.microsoft.com/office/drawing/2014/main" id="{3C4C9AB4-E631-0DE2-8271-AC97398835F9}"/>
              </a:ext>
            </a:extLst>
          </p:cNvPr>
          <p:cNvSpPr txBox="1"/>
          <p:nvPr/>
        </p:nvSpPr>
        <p:spPr>
          <a:xfrm>
            <a:off x="7131699" y="5660356"/>
            <a:ext cx="4777272" cy="4924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00" b="1" dirty="0">
                <a:solidFill>
                  <a:srgbClr val="FF0000"/>
                </a:solidFill>
                <a:latin typeface="Calibri"/>
                <a:ea typeface="Calibri"/>
                <a:cs typeface="Calibri"/>
                <a:sym typeface="Calibri"/>
              </a:rPr>
              <a:t>Do this if you are already a pro at Python </a:t>
            </a:r>
            <a:endParaRPr sz="2000" b="1" dirty="0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" name="Google Shape;136;p17">
            <a:extLst>
              <a:ext uri="{FF2B5EF4-FFF2-40B4-BE49-F238E27FC236}">
                <a16:creationId xmlns:a16="http://schemas.microsoft.com/office/drawing/2014/main" id="{4E99F3C3-15C2-AC11-2261-31C84F9A1FF7}"/>
              </a:ext>
            </a:extLst>
          </p:cNvPr>
          <p:cNvSpPr/>
          <p:nvPr/>
        </p:nvSpPr>
        <p:spPr>
          <a:xfrm>
            <a:off x="1784047" y="5408544"/>
            <a:ext cx="3956353" cy="674756"/>
          </a:xfrm>
          <a:prstGeom prst="rect">
            <a:avLst/>
          </a:prstGeom>
          <a:noFill/>
          <a:ln w="3810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680E24A-984E-D8B5-1AF8-5FCDC2642465}"/>
              </a:ext>
            </a:extLst>
          </p:cNvPr>
          <p:cNvCxnSpPr>
            <a:cxnSpLocks/>
            <a:stCxn id="3" idx="1"/>
          </p:cNvCxnSpPr>
          <p:nvPr/>
        </p:nvCxnSpPr>
        <p:spPr>
          <a:xfrm flipH="1" flipV="1">
            <a:off x="5889061" y="5606668"/>
            <a:ext cx="1242638" cy="299894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24867881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">
          <a:extLst>
            <a:ext uri="{FF2B5EF4-FFF2-40B4-BE49-F238E27FC236}">
              <a16:creationId xmlns:a16="http://schemas.microsoft.com/office/drawing/2014/main" id="{BBC68063-260C-1FAC-3B17-4C40723A87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699967E5-B412-F01E-C872-C609975FF807}"/>
              </a:ext>
            </a:extLst>
          </p:cNvPr>
          <p:cNvSpPr/>
          <p:nvPr/>
        </p:nvSpPr>
        <p:spPr>
          <a:xfrm>
            <a:off x="914400" y="1382486"/>
            <a:ext cx="10994571" cy="62670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9" name="Google Shape;149;p19">
            <a:extLst>
              <a:ext uri="{FF2B5EF4-FFF2-40B4-BE49-F238E27FC236}">
                <a16:creationId xmlns:a16="http://schemas.microsoft.com/office/drawing/2014/main" id="{B81F7128-9A73-89AF-F63E-545601C79D2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097280" y="134201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Practical</a:t>
            </a:r>
            <a:endParaRPr dirty="0"/>
          </a:p>
        </p:txBody>
      </p:sp>
      <p:sp>
        <p:nvSpPr>
          <p:cNvPr id="4" name="Google Shape;150;p19">
            <a:extLst>
              <a:ext uri="{FF2B5EF4-FFF2-40B4-BE49-F238E27FC236}">
                <a16:creationId xmlns:a16="http://schemas.microsoft.com/office/drawing/2014/main" id="{240362A1-ECB4-DA06-8376-43DFE3071C7D}"/>
              </a:ext>
            </a:extLst>
          </p:cNvPr>
          <p:cNvSpPr txBox="1"/>
          <p:nvPr/>
        </p:nvSpPr>
        <p:spPr>
          <a:xfrm>
            <a:off x="1036320" y="1607111"/>
            <a:ext cx="4999560" cy="35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We now move over to Python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Please open `week_04_home.ipynb`</a:t>
            </a:r>
            <a:br>
              <a:rPr lang="en-GB" sz="18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For the rest of today, you must work through a Python notebook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55600">
              <a:lnSpc>
                <a:spcPct val="90000"/>
              </a:lnSpc>
              <a:spcBef>
                <a:spcPts val="1200"/>
              </a:spcBef>
              <a:buClr>
                <a:srgbClr val="1CADE4"/>
              </a:buClr>
              <a:buSzPts val="2000"/>
              <a:buFont typeface="Calibri"/>
              <a:buChar char="●"/>
            </a:pPr>
            <a: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You have a choice of one of three options</a:t>
            </a:r>
            <a:br>
              <a:rPr lang="en-GB" sz="20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1: Beginner – Defining Functions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2: Intermediate – Flexible Inputs and Outputs</a:t>
            </a:r>
            <a:b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1CADE4"/>
              </a:buClr>
              <a:buSzPts val="1600"/>
              <a:buFont typeface="Calibri"/>
              <a:buChar char="○"/>
            </a:pPr>
            <a:r>
              <a:rPr lang="en-GB" sz="1600" dirty="0">
                <a:solidFill>
                  <a:srgbClr val="3F3F3F"/>
                </a:solidFill>
                <a:latin typeface="Calibri"/>
                <a:ea typeface="Calibri"/>
                <a:cs typeface="Calibri"/>
                <a:sym typeface="Calibri"/>
              </a:rPr>
              <a:t>Option 3: Advanced – Lambda Functions and Functional Programming</a:t>
            </a:r>
            <a:endParaRPr lang="en-GB" sz="2000" dirty="0">
              <a:solidFill>
                <a:srgbClr val="3F3F3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31C426DD-3988-DEC9-DF80-AB50E86B3DC6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11/12</a:t>
            </a:r>
            <a:endParaRPr dirty="0">
              <a:solidFill>
                <a:srgbClr val="FFFFFF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5E07A-A375-4C3D-ACBA-71E2954151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2256" t="11154" r="14625"/>
          <a:stretch>
            <a:fillRect/>
          </a:stretch>
        </p:blipFill>
        <p:spPr>
          <a:xfrm>
            <a:off x="6318684" y="1830021"/>
            <a:ext cx="5590287" cy="3566101"/>
          </a:xfrm>
          <a:prstGeom prst="rect">
            <a:avLst/>
          </a:prstGeom>
          <a:ln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248521670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2" name="Google Shape;3212;p184"/>
          <p:cNvSpPr txBox="1">
            <a:spLocks noGrp="1"/>
          </p:cNvSpPr>
          <p:nvPr>
            <p:ph type="title"/>
          </p:nvPr>
        </p:nvSpPr>
        <p:spPr>
          <a:xfrm>
            <a:off x="1097280" y="286603"/>
            <a:ext cx="10058400" cy="14508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Time</a:t>
            </a:r>
            <a:endParaRPr/>
          </a:p>
        </p:txBody>
      </p:sp>
      <p:sp>
        <p:nvSpPr>
          <p:cNvPr id="3213" name="Google Shape;3213;p184"/>
          <p:cNvSpPr txBox="1"/>
          <p:nvPr/>
        </p:nvSpPr>
        <p:spPr>
          <a:xfrm>
            <a:off x="1211100" y="1761800"/>
            <a:ext cx="99447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45700" rIns="0" bIns="45700" anchor="t" anchorCtr="0">
            <a:noAutofit/>
          </a:bodyPr>
          <a:lstStyle/>
          <a:p>
            <a:pPr marL="457200" lvl="0" indent="-342900" rtl="0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●"/>
            </a:pPr>
            <a: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Lecture 4: Functions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Recap: For and While Loops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Functions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Inputs and Outputs</a:t>
            </a:r>
            <a:br>
              <a:rPr lang="en-GB" sz="12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dirty="0">
              <a:solidFill>
                <a:srgbClr val="D9D9D9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D9D9D9"/>
              </a:buClr>
              <a:buSzPts val="1800"/>
              <a:buFont typeface="Calibri"/>
              <a:buChar char="○"/>
            </a:pPr>
            <a:r>
              <a:rPr lang="en-GB" sz="16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800" dirty="0">
                <a:solidFill>
                  <a:srgbClr val="D9D9D9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8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457200" lvl="0" indent="-34290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3D85C6"/>
              </a:buClr>
              <a:buSzPts val="1800"/>
              <a:buFont typeface="Calibri"/>
              <a:buChar char="●"/>
            </a:pPr>
            <a: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Lecture 5: Consolidation Week</a:t>
            </a:r>
            <a:br>
              <a:rPr lang="en-GB" sz="18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The course so far</a:t>
            </a: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Recap: Why learn to code?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Tackling Problems: A Worked Example</a:t>
            </a:r>
            <a:br>
              <a:rPr lang="en-GB" sz="12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2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What’s next?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lang="en-GB" sz="10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914400" lvl="1" indent="-330200">
              <a:lnSpc>
                <a:spcPct val="90000"/>
              </a:lnSpc>
              <a:buClr>
                <a:srgbClr val="3D85C6"/>
              </a:buClr>
              <a:buSzPts val="1600"/>
              <a:buFont typeface="Calibri"/>
              <a:buChar char="○"/>
            </a:pPr>
            <a: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  <a:t>Practical</a:t>
            </a:r>
            <a:br>
              <a:rPr lang="en-GB" sz="1600" b="1" dirty="0">
                <a:solidFill>
                  <a:srgbClr val="3D85C6"/>
                </a:solidFill>
                <a:latin typeface="Calibri"/>
                <a:ea typeface="Calibri"/>
                <a:cs typeface="Calibri"/>
                <a:sym typeface="Calibri"/>
              </a:rPr>
            </a:br>
            <a:endParaRPr sz="1600" b="1" dirty="0">
              <a:solidFill>
                <a:srgbClr val="3D85C6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Google Shape;103;p13">
            <a:extLst>
              <a:ext uri="{FF2B5EF4-FFF2-40B4-BE49-F238E27FC236}">
                <a16:creationId xmlns:a16="http://schemas.microsoft.com/office/drawing/2014/main" id="{186F060B-22CF-5D76-9B92-2F8E9A616F7A}"/>
              </a:ext>
            </a:extLst>
          </p:cNvPr>
          <p:cNvSpPr txBox="1"/>
          <p:nvPr/>
        </p:nvSpPr>
        <p:spPr>
          <a:xfrm>
            <a:off x="11082450" y="6423100"/>
            <a:ext cx="4817400" cy="56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>
                <a:solidFill>
                  <a:srgbClr val="FFFFFF"/>
                </a:solidFill>
              </a:rPr>
              <a:t>Slide 12/12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rgbClr val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18110</TotalTime>
  <Words>3650</Words>
  <Application>Microsoft Office PowerPoint</Application>
  <PresentationFormat>Widescreen</PresentationFormat>
  <Paragraphs>604</Paragraphs>
  <Slides>100</Slides>
  <Notes>100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100</vt:i4>
      </vt:variant>
    </vt:vector>
  </HeadingPairs>
  <TitlesOfParts>
    <vt:vector size="103" baseType="lpstr">
      <vt:lpstr>Calibri</vt:lpstr>
      <vt:lpstr>Arial</vt:lpstr>
      <vt:lpstr>Retrospect</vt:lpstr>
      <vt:lpstr>Lecture 3:   Functions</vt:lpstr>
      <vt:lpstr>Today’s Lecture</vt:lpstr>
      <vt:lpstr>Important: Assessed Coursework 1</vt:lpstr>
      <vt:lpstr>Important: Assessed Coursework 1</vt:lpstr>
      <vt:lpstr>Important: Assessed Coursework 1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Noteable Submission</vt:lpstr>
      <vt:lpstr>Recap: For and While Loops</vt:lpstr>
      <vt:lpstr>Recap: For and While Loops</vt:lpstr>
      <vt:lpstr>Recap: For and While Loops</vt:lpstr>
      <vt:lpstr>Recap: For and While Loops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Functions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Motivation</vt:lpstr>
      <vt:lpstr>Inputs and Outputs</vt:lpstr>
      <vt:lpstr>Inputs and Outputs</vt:lpstr>
      <vt:lpstr>Inputs and Outputs</vt:lpstr>
      <vt:lpstr>Inputs and Outputs</vt:lpstr>
      <vt:lpstr>Inputs and Outputs</vt:lpstr>
      <vt:lpstr>Inputs and Outputs</vt:lpstr>
      <vt:lpstr>Inputs and Outputs</vt:lpstr>
      <vt:lpstr>Inputs and Outputs</vt:lpstr>
      <vt:lpstr>Inputs and Outputs</vt:lpstr>
      <vt:lpstr>Inputs and Outputs</vt:lpstr>
      <vt:lpstr>Practical</vt:lpstr>
      <vt:lpstr>Practical</vt:lpstr>
      <vt:lpstr>Practical</vt:lpstr>
      <vt:lpstr>Practical</vt:lpstr>
      <vt:lpstr>Practical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Tom Maullin-Sapey</dc:creator>
  <cp:lastModifiedBy>James Martin</cp:lastModifiedBy>
  <cp:revision>35</cp:revision>
  <dcterms:modified xsi:type="dcterms:W3CDTF">2026-10-15T10:27:06Z</dcterms:modified>
</cp:coreProperties>
</file>