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3"/>
  </p:notesMasterIdLst>
  <p:sldIdLst>
    <p:sldId id="256" r:id="rId2"/>
    <p:sldId id="966" r:id="rId3"/>
    <p:sldId id="1143" r:id="rId4"/>
    <p:sldId id="976" r:id="rId5"/>
    <p:sldId id="1136" r:id="rId6"/>
    <p:sldId id="982" r:id="rId7"/>
    <p:sldId id="1137" r:id="rId8"/>
    <p:sldId id="988" r:id="rId9"/>
    <p:sldId id="1138" r:id="rId10"/>
    <p:sldId id="1009" r:id="rId11"/>
    <p:sldId id="1016" r:id="rId12"/>
    <p:sldId id="1010" r:id="rId13"/>
    <p:sldId id="1019" r:id="rId14"/>
    <p:sldId id="1018" r:id="rId15"/>
    <p:sldId id="1022" r:id="rId16"/>
    <p:sldId id="1023" r:id="rId17"/>
    <p:sldId id="1021" r:id="rId18"/>
    <p:sldId id="1031" r:id="rId19"/>
    <p:sldId id="1140" r:id="rId20"/>
    <p:sldId id="1142" r:id="rId21"/>
    <p:sldId id="1141" r:id="rId22"/>
    <p:sldId id="1049" r:id="rId23"/>
    <p:sldId id="1044" r:id="rId24"/>
    <p:sldId id="1045" r:id="rId25"/>
    <p:sldId id="1051" r:id="rId26"/>
    <p:sldId id="1048" r:id="rId27"/>
    <p:sldId id="1054" r:id="rId28"/>
    <p:sldId id="1057" r:id="rId29"/>
    <p:sldId id="1059" r:id="rId30"/>
    <p:sldId id="1061" r:id="rId31"/>
    <p:sldId id="1063" r:id="rId32"/>
    <p:sldId id="1076" r:id="rId33"/>
    <p:sldId id="1062" r:id="rId34"/>
    <p:sldId id="1066" r:id="rId35"/>
    <p:sldId id="1073" r:id="rId36"/>
    <p:sldId id="1072" r:id="rId37"/>
    <p:sldId id="1074" r:id="rId38"/>
    <p:sldId id="1075" r:id="rId39"/>
    <p:sldId id="960" r:id="rId40"/>
    <p:sldId id="1082" r:id="rId41"/>
    <p:sldId id="1083" r:id="rId42"/>
    <p:sldId id="1087" r:id="rId43"/>
    <p:sldId id="1079" r:id="rId44"/>
    <p:sldId id="1090" r:id="rId45"/>
    <p:sldId id="1093" r:id="rId46"/>
    <p:sldId id="1091" r:id="rId47"/>
    <p:sldId id="1098" r:id="rId48"/>
    <p:sldId id="1097" r:id="rId49"/>
    <p:sldId id="1101" r:id="rId50"/>
    <p:sldId id="1104" r:id="rId51"/>
    <p:sldId id="1105" r:id="rId52"/>
    <p:sldId id="1139" r:id="rId53"/>
    <p:sldId id="1109" r:id="rId54"/>
    <p:sldId id="1102" r:id="rId55"/>
    <p:sldId id="1114" r:id="rId56"/>
    <p:sldId id="1094" r:id="rId57"/>
    <p:sldId id="1145" r:id="rId58"/>
    <p:sldId id="1146" r:id="rId59"/>
    <p:sldId id="1125" r:id="rId60"/>
    <p:sldId id="1147" r:id="rId61"/>
    <p:sldId id="1121" r:id="rId62"/>
    <p:sldId id="1115" r:id="rId63"/>
    <p:sldId id="1133" r:id="rId64"/>
    <p:sldId id="1128" r:id="rId65"/>
    <p:sldId id="1131" r:id="rId66"/>
    <p:sldId id="1116" r:id="rId67"/>
    <p:sldId id="1134" r:id="rId68"/>
    <p:sldId id="1129" r:id="rId69"/>
    <p:sldId id="1135" r:id="rId70"/>
    <p:sldId id="1000" r:id="rId71"/>
    <p:sldId id="427" r:id="rId72"/>
  </p:sldIdLst>
  <p:sldSz cx="12192000" cy="6858000"/>
  <p:notesSz cx="6858000" cy="9144000"/>
  <p:embeddedFontLst>
    <p:embeddedFont>
      <p:font typeface="Aptos Mono" panose="020B0009020202020204" pitchFamily="49" charset="0"/>
      <p:regular r:id="rId74"/>
      <p:bold r:id="rId75"/>
      <p:italic r:id="rId76"/>
      <p:boldItalic r:id="rId7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85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DB963-2F08-449B-A8F8-7771A493C9A2}" v="44" dt="2026-10-01T12:44:22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78644" autoAdjust="0"/>
  </p:normalViewPr>
  <p:slideViewPr>
    <p:cSldViewPr snapToGrid="0">
      <p:cViewPr varScale="1">
        <p:scale>
          <a:sx n="121" d="100"/>
          <a:sy n="121" d="100"/>
        </p:scale>
        <p:origin x="10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2.fntdata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3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Martin" userId="5c604502-4ee2-4081-9f0b-59e4decb0522" providerId="ADAL" clId="{CD9F9381-1667-4751-A642-EBC8FFBDE105}"/>
    <pc:docChg chg="addSld delSld modSld">
      <pc:chgData name="James Martin" userId="5c604502-4ee2-4081-9f0b-59e4decb0522" providerId="ADAL" clId="{CD9F9381-1667-4751-A642-EBC8FFBDE105}" dt="2026-09-28T11:48:27.898" v="39"/>
      <pc:docMkLst>
        <pc:docMk/>
      </pc:docMkLst>
      <pc:sldChg chg="modSp mod">
        <pc:chgData name="James Martin" userId="5c604502-4ee2-4081-9f0b-59e4decb0522" providerId="ADAL" clId="{CD9F9381-1667-4751-A642-EBC8FFBDE105}" dt="2026-09-28T11:45:21.609" v="37" actId="20577"/>
        <pc:sldMkLst>
          <pc:docMk/>
          <pc:sldMk cId="0" sldId="256"/>
        </pc:sldMkLst>
        <pc:spChg chg="mod">
          <ac:chgData name="James Martin" userId="5c604502-4ee2-4081-9f0b-59e4decb0522" providerId="ADAL" clId="{CD9F9381-1667-4751-A642-EBC8FFBDE105}" dt="2026-09-28T11:45:21.609" v="37" actId="20577"/>
          <ac:spMkLst>
            <pc:docMk/>
            <pc:sldMk cId="0" sldId="256"/>
            <ac:spMk id="102" creationId="{00000000-0000-0000-0000-000000000000}"/>
          </ac:spMkLst>
        </pc:spChg>
      </pc:sldChg>
    </pc:docChg>
  </pc:docChgLst>
  <pc:docChgLst>
    <pc:chgData name="James Martin" userId="5c604502-4ee2-4081-9f0b-59e4decb0522" providerId="ADAL" clId="{2ED9032E-5F0F-41B2-A494-7461C54B8C03}"/>
    <pc:docChg chg="undo redo custSel addSld delSld modSld sldOrd">
      <pc:chgData name="James Martin" userId="5c604502-4ee2-4081-9f0b-59e4decb0522" providerId="ADAL" clId="{2ED9032E-5F0F-41B2-A494-7461C54B8C03}" dt="2026-10-02T10:56:16.240" v="3791" actId="6549"/>
      <pc:docMkLst>
        <pc:docMk/>
      </pc:docMkLst>
      <pc:sldChg chg="ord">
        <pc:chgData name="James Martin" userId="5c604502-4ee2-4081-9f0b-59e4decb0522" providerId="ADAL" clId="{2ED9032E-5F0F-41B2-A494-7461C54B8C03}" dt="2026-09-29T11:41:09.003" v="2"/>
        <pc:sldMkLst>
          <pc:docMk/>
          <pc:sldMk cId="348397367" sldId="982"/>
        </pc:sldMkLst>
      </pc:sldChg>
      <pc:sldChg chg="ord">
        <pc:chgData name="James Martin" userId="5c604502-4ee2-4081-9f0b-59e4decb0522" providerId="ADAL" clId="{2ED9032E-5F0F-41B2-A494-7461C54B8C03}" dt="2026-09-29T11:41:10.141" v="4"/>
        <pc:sldMkLst>
          <pc:docMk/>
          <pc:sldMk cId="4023298286" sldId="988"/>
        </pc:sldMkLst>
      </pc:sldChg>
      <pc:sldChg chg="modSp mod modNotesTx">
        <pc:chgData name="James Martin" userId="5c604502-4ee2-4081-9f0b-59e4decb0522" providerId="ADAL" clId="{2ED9032E-5F0F-41B2-A494-7461C54B8C03}" dt="2026-10-02T10:56:16.240" v="3791" actId="6549"/>
        <pc:sldMkLst>
          <pc:docMk/>
          <pc:sldMk cId="2854564307" sldId="1000"/>
        </pc:sldMkLst>
        <pc:spChg chg="mod">
          <ac:chgData name="James Martin" userId="5c604502-4ee2-4081-9f0b-59e4decb0522" providerId="ADAL" clId="{2ED9032E-5F0F-41B2-A494-7461C54B8C03}" dt="2026-10-01T12:44:49.164" v="3593" actId="20577"/>
          <ac:spMkLst>
            <pc:docMk/>
            <pc:sldMk cId="2854564307" sldId="1000"/>
            <ac:spMk id="150" creationId="{193D9673-EBCA-AD99-95F9-A0D742E0DA86}"/>
          </ac:spMkLst>
        </pc:spChg>
      </pc:sldChg>
      <pc:sldChg chg="modNotesTx">
        <pc:chgData name="James Martin" userId="5c604502-4ee2-4081-9f0b-59e4decb0522" providerId="ADAL" clId="{2ED9032E-5F0F-41B2-A494-7461C54B8C03}" dt="2026-10-02T10:55:15.727" v="3783" actId="6549"/>
        <pc:sldMkLst>
          <pc:docMk/>
          <pc:sldMk cId="4070054755" sldId="1021"/>
        </pc:sldMkLst>
      </pc:sldChg>
      <pc:sldChg chg="modNotesTx">
        <pc:chgData name="James Martin" userId="5c604502-4ee2-4081-9f0b-59e4decb0522" providerId="ADAL" clId="{2ED9032E-5F0F-41B2-A494-7461C54B8C03}" dt="2026-10-02T10:55:26.208" v="3784" actId="6549"/>
        <pc:sldMkLst>
          <pc:docMk/>
          <pc:sldMk cId="755985652" sldId="1057"/>
        </pc:sldMkLst>
      </pc:sldChg>
      <pc:sldChg chg="modNotesTx">
        <pc:chgData name="James Martin" userId="5c604502-4ee2-4081-9f0b-59e4decb0522" providerId="ADAL" clId="{2ED9032E-5F0F-41B2-A494-7461C54B8C03}" dt="2026-10-02T10:55:33.884" v="3786" actId="6549"/>
        <pc:sldMkLst>
          <pc:docMk/>
          <pc:sldMk cId="1618858868" sldId="1062"/>
        </pc:sldMkLst>
      </pc:sldChg>
      <pc:sldChg chg="modNotesTx">
        <pc:chgData name="James Martin" userId="5c604502-4ee2-4081-9f0b-59e4decb0522" providerId="ADAL" clId="{2ED9032E-5F0F-41B2-A494-7461C54B8C03}" dt="2026-10-02T10:55:45.325" v="3787" actId="6549"/>
        <pc:sldMkLst>
          <pc:docMk/>
          <pc:sldMk cId="1679127319" sldId="1079"/>
        </pc:sldMkLst>
      </pc:sldChg>
      <pc:sldChg chg="modSp mod">
        <pc:chgData name="James Martin" userId="5c604502-4ee2-4081-9f0b-59e4decb0522" providerId="ADAL" clId="{2ED9032E-5F0F-41B2-A494-7461C54B8C03}" dt="2026-10-01T13:22:52.296" v="3761" actId="6549"/>
        <pc:sldMkLst>
          <pc:docMk/>
          <pc:sldMk cId="1993169104" sldId="1094"/>
        </pc:sldMkLst>
        <pc:spChg chg="mod">
          <ac:chgData name="James Martin" userId="5c604502-4ee2-4081-9f0b-59e4decb0522" providerId="ADAL" clId="{2ED9032E-5F0F-41B2-A494-7461C54B8C03}" dt="2026-10-01T13:22:52.296" v="3761" actId="6549"/>
          <ac:spMkLst>
            <pc:docMk/>
            <pc:sldMk cId="1993169104" sldId="1094"/>
            <ac:spMk id="247" creationId="{533EB54B-AA2D-5A5D-9FD9-0BA946F7102C}"/>
          </ac:spMkLst>
        </pc:spChg>
      </pc:sldChg>
      <pc:sldChg chg="modSp mod">
        <pc:chgData name="James Martin" userId="5c604502-4ee2-4081-9f0b-59e4decb0522" providerId="ADAL" clId="{2ED9032E-5F0F-41B2-A494-7461C54B8C03}" dt="2026-10-01T13:23:11.462" v="3772" actId="6549"/>
        <pc:sldMkLst>
          <pc:docMk/>
          <pc:sldMk cId="1175172018" sldId="1097"/>
        </pc:sldMkLst>
        <pc:spChg chg="mod">
          <ac:chgData name="James Martin" userId="5c604502-4ee2-4081-9f0b-59e4decb0522" providerId="ADAL" clId="{2ED9032E-5F0F-41B2-A494-7461C54B8C03}" dt="2026-10-01T13:23:11.462" v="3772" actId="6549"/>
          <ac:spMkLst>
            <pc:docMk/>
            <pc:sldMk cId="1175172018" sldId="1097"/>
            <ac:spMk id="247" creationId="{A3E2B4C7-E7B3-3E98-EA50-9EA3D11CE97F}"/>
          </ac:spMkLst>
        </pc:spChg>
      </pc:sldChg>
      <pc:sldChg chg="modSp mod">
        <pc:chgData name="James Martin" userId="5c604502-4ee2-4081-9f0b-59e4decb0522" providerId="ADAL" clId="{2ED9032E-5F0F-41B2-A494-7461C54B8C03}" dt="2026-10-01T13:23:12.769" v="3773" actId="6549"/>
        <pc:sldMkLst>
          <pc:docMk/>
          <pc:sldMk cId="1706894854" sldId="1098"/>
        </pc:sldMkLst>
        <pc:spChg chg="mod">
          <ac:chgData name="James Martin" userId="5c604502-4ee2-4081-9f0b-59e4decb0522" providerId="ADAL" clId="{2ED9032E-5F0F-41B2-A494-7461C54B8C03}" dt="2026-10-01T13:23:12.769" v="3773" actId="6549"/>
          <ac:spMkLst>
            <pc:docMk/>
            <pc:sldMk cId="1706894854" sldId="1098"/>
            <ac:spMk id="247" creationId="{14B0AF64-3817-ABA0-9A0C-803103845120}"/>
          </ac:spMkLst>
        </pc:spChg>
      </pc:sldChg>
      <pc:sldChg chg="modSp mod">
        <pc:chgData name="James Martin" userId="5c604502-4ee2-4081-9f0b-59e4decb0522" providerId="ADAL" clId="{2ED9032E-5F0F-41B2-A494-7461C54B8C03}" dt="2026-10-01T13:23:10.064" v="3771" actId="6549"/>
        <pc:sldMkLst>
          <pc:docMk/>
          <pc:sldMk cId="2270594669" sldId="1101"/>
        </pc:sldMkLst>
        <pc:spChg chg="mod">
          <ac:chgData name="James Martin" userId="5c604502-4ee2-4081-9f0b-59e4decb0522" providerId="ADAL" clId="{2ED9032E-5F0F-41B2-A494-7461C54B8C03}" dt="2026-10-01T13:23:10.064" v="3771" actId="6549"/>
          <ac:spMkLst>
            <pc:docMk/>
            <pc:sldMk cId="2270594669" sldId="1101"/>
            <ac:spMk id="247" creationId="{2C788B25-5EF1-6B30-050D-E996C59D95B5}"/>
          </ac:spMkLst>
        </pc:spChg>
      </pc:sldChg>
      <pc:sldChg chg="modSp mod">
        <pc:chgData name="James Martin" userId="5c604502-4ee2-4081-9f0b-59e4decb0522" providerId="ADAL" clId="{2ED9032E-5F0F-41B2-A494-7461C54B8C03}" dt="2026-10-01T13:22:57.474" v="3763" actId="6549"/>
        <pc:sldMkLst>
          <pc:docMk/>
          <pc:sldMk cId="3235209942" sldId="1102"/>
        </pc:sldMkLst>
        <pc:spChg chg="mod">
          <ac:chgData name="James Martin" userId="5c604502-4ee2-4081-9f0b-59e4decb0522" providerId="ADAL" clId="{2ED9032E-5F0F-41B2-A494-7461C54B8C03}" dt="2026-10-01T13:22:57.474" v="3763" actId="6549"/>
          <ac:spMkLst>
            <pc:docMk/>
            <pc:sldMk cId="3235209942" sldId="1102"/>
            <ac:spMk id="247" creationId="{D97B520A-5301-68EC-43EC-5269D42A5F4B}"/>
          </ac:spMkLst>
        </pc:spChg>
      </pc:sldChg>
      <pc:sldChg chg="modSp mod">
        <pc:chgData name="James Martin" userId="5c604502-4ee2-4081-9f0b-59e4decb0522" providerId="ADAL" clId="{2ED9032E-5F0F-41B2-A494-7461C54B8C03}" dt="2026-10-01T13:23:08.592" v="3770" actId="6549"/>
        <pc:sldMkLst>
          <pc:docMk/>
          <pc:sldMk cId="783252201" sldId="1104"/>
        </pc:sldMkLst>
        <pc:spChg chg="mod">
          <ac:chgData name="James Martin" userId="5c604502-4ee2-4081-9f0b-59e4decb0522" providerId="ADAL" clId="{2ED9032E-5F0F-41B2-A494-7461C54B8C03}" dt="2026-10-01T13:23:08.592" v="3770" actId="6549"/>
          <ac:spMkLst>
            <pc:docMk/>
            <pc:sldMk cId="783252201" sldId="1104"/>
            <ac:spMk id="247" creationId="{E38DD658-55DA-6BEF-C5F8-AE4C2CE7FFFE}"/>
          </ac:spMkLst>
        </pc:spChg>
      </pc:sldChg>
      <pc:sldChg chg="modSp mod">
        <pc:chgData name="James Martin" userId="5c604502-4ee2-4081-9f0b-59e4decb0522" providerId="ADAL" clId="{2ED9032E-5F0F-41B2-A494-7461C54B8C03}" dt="2026-10-01T13:23:06.671" v="3769" actId="6549"/>
        <pc:sldMkLst>
          <pc:docMk/>
          <pc:sldMk cId="455677284" sldId="1105"/>
        </pc:sldMkLst>
        <pc:spChg chg="mod">
          <ac:chgData name="James Martin" userId="5c604502-4ee2-4081-9f0b-59e4decb0522" providerId="ADAL" clId="{2ED9032E-5F0F-41B2-A494-7461C54B8C03}" dt="2026-10-01T13:23:06.671" v="3769" actId="6549"/>
          <ac:spMkLst>
            <pc:docMk/>
            <pc:sldMk cId="455677284" sldId="1105"/>
            <ac:spMk id="247" creationId="{6C6AEC05-7A0D-30C0-D1A4-ACDE4DD8D00D}"/>
          </ac:spMkLst>
        </pc:spChg>
      </pc:sldChg>
      <pc:sldChg chg="modSp del mod">
        <pc:chgData name="James Martin" userId="5c604502-4ee2-4081-9f0b-59e4decb0522" providerId="ADAL" clId="{2ED9032E-5F0F-41B2-A494-7461C54B8C03}" dt="2026-10-01T13:24:45.842" v="3776" actId="47"/>
        <pc:sldMkLst>
          <pc:docMk/>
          <pc:sldMk cId="3888079619" sldId="1107"/>
        </pc:sldMkLst>
        <pc:spChg chg="mod">
          <ac:chgData name="James Martin" userId="5c604502-4ee2-4081-9f0b-59e4decb0522" providerId="ADAL" clId="{2ED9032E-5F0F-41B2-A494-7461C54B8C03}" dt="2026-10-01T13:23:05.006" v="3768" actId="6549"/>
          <ac:spMkLst>
            <pc:docMk/>
            <pc:sldMk cId="3888079619" sldId="1107"/>
            <ac:spMk id="247" creationId="{D551E4CC-F535-0E84-0B6D-FAEDE6B29913}"/>
          </ac:spMkLst>
        </pc:spChg>
      </pc:sldChg>
      <pc:sldChg chg="modSp del mod">
        <pc:chgData name="James Martin" userId="5c604502-4ee2-4081-9f0b-59e4decb0522" providerId="ADAL" clId="{2ED9032E-5F0F-41B2-A494-7461C54B8C03}" dt="2026-10-01T13:24:20.978" v="3774" actId="47"/>
        <pc:sldMkLst>
          <pc:docMk/>
          <pc:sldMk cId="1513757447" sldId="1108"/>
        </pc:sldMkLst>
        <pc:spChg chg="mod">
          <ac:chgData name="James Martin" userId="5c604502-4ee2-4081-9f0b-59e4decb0522" providerId="ADAL" clId="{2ED9032E-5F0F-41B2-A494-7461C54B8C03}" dt="2026-10-01T13:23:03.394" v="3767" actId="6549"/>
          <ac:spMkLst>
            <pc:docMk/>
            <pc:sldMk cId="1513757447" sldId="1108"/>
            <ac:spMk id="247" creationId="{0BBC099C-BBDC-D021-DDB2-307AD8742718}"/>
          </ac:spMkLst>
        </pc:spChg>
      </pc:sldChg>
      <pc:sldChg chg="modSp mod">
        <pc:chgData name="James Martin" userId="5c604502-4ee2-4081-9f0b-59e4decb0522" providerId="ADAL" clId="{2ED9032E-5F0F-41B2-A494-7461C54B8C03}" dt="2026-10-01T13:23:00.343" v="3765" actId="6549"/>
        <pc:sldMkLst>
          <pc:docMk/>
          <pc:sldMk cId="2953163872" sldId="1109"/>
        </pc:sldMkLst>
        <pc:spChg chg="mod">
          <ac:chgData name="James Martin" userId="5c604502-4ee2-4081-9f0b-59e4decb0522" providerId="ADAL" clId="{2ED9032E-5F0F-41B2-A494-7461C54B8C03}" dt="2026-10-01T13:23:00.343" v="3765" actId="6549"/>
          <ac:spMkLst>
            <pc:docMk/>
            <pc:sldMk cId="2953163872" sldId="1109"/>
            <ac:spMk id="247" creationId="{06CA17EF-707E-C381-17B5-8DAE30823297}"/>
          </ac:spMkLst>
        </pc:spChg>
      </pc:sldChg>
      <pc:sldChg chg="modSp del mod">
        <pc:chgData name="James Martin" userId="5c604502-4ee2-4081-9f0b-59e4decb0522" providerId="ADAL" clId="{2ED9032E-5F0F-41B2-A494-7461C54B8C03}" dt="2026-10-01T13:24:34.130" v="3775" actId="47"/>
        <pc:sldMkLst>
          <pc:docMk/>
          <pc:sldMk cId="362027193" sldId="1111"/>
        </pc:sldMkLst>
        <pc:spChg chg="mod">
          <ac:chgData name="James Martin" userId="5c604502-4ee2-4081-9f0b-59e4decb0522" providerId="ADAL" clId="{2ED9032E-5F0F-41B2-A494-7461C54B8C03}" dt="2026-10-01T13:22:59.012" v="3764" actId="6549"/>
          <ac:spMkLst>
            <pc:docMk/>
            <pc:sldMk cId="362027193" sldId="1111"/>
            <ac:spMk id="247" creationId="{B7ECF513-766B-910D-A21E-02C4A4A42ADE}"/>
          </ac:spMkLst>
        </pc:spChg>
      </pc:sldChg>
      <pc:sldChg chg="modSp mod">
        <pc:chgData name="James Martin" userId="5c604502-4ee2-4081-9f0b-59e4decb0522" providerId="ADAL" clId="{2ED9032E-5F0F-41B2-A494-7461C54B8C03}" dt="2026-10-01T13:22:55.506" v="3762" actId="6549"/>
        <pc:sldMkLst>
          <pc:docMk/>
          <pc:sldMk cId="3799420164" sldId="1114"/>
        </pc:sldMkLst>
        <pc:spChg chg="mod">
          <ac:chgData name="James Martin" userId="5c604502-4ee2-4081-9f0b-59e4decb0522" providerId="ADAL" clId="{2ED9032E-5F0F-41B2-A494-7461C54B8C03}" dt="2026-10-01T13:22:55.506" v="3762" actId="6549"/>
          <ac:spMkLst>
            <pc:docMk/>
            <pc:sldMk cId="3799420164" sldId="1114"/>
            <ac:spMk id="247" creationId="{9DBB90D5-2AE2-FF09-5360-8E408D1E79BF}"/>
          </ac:spMkLst>
        </pc:spChg>
      </pc:sldChg>
      <pc:sldChg chg="modNotesTx">
        <pc:chgData name="James Martin" userId="5c604502-4ee2-4081-9f0b-59e4decb0522" providerId="ADAL" clId="{2ED9032E-5F0F-41B2-A494-7461C54B8C03}" dt="2026-10-01T12:30:25.383" v="3232" actId="20577"/>
        <pc:sldMkLst>
          <pc:docMk/>
          <pc:sldMk cId="3275664968" sldId="1125"/>
        </pc:sldMkLst>
      </pc:sldChg>
      <pc:sldChg chg="modNotesTx">
        <pc:chgData name="James Martin" userId="5c604502-4ee2-4081-9f0b-59e4decb0522" providerId="ADAL" clId="{2ED9032E-5F0F-41B2-A494-7461C54B8C03}" dt="2026-10-01T11:26:09.010" v="902" actId="20577"/>
        <pc:sldMkLst>
          <pc:docMk/>
          <pc:sldMk cId="3300087387" sldId="1131"/>
        </pc:sldMkLst>
      </pc:sldChg>
      <pc:sldChg chg="modNotesTx">
        <pc:chgData name="James Martin" userId="5c604502-4ee2-4081-9f0b-59e4decb0522" providerId="ADAL" clId="{2ED9032E-5F0F-41B2-A494-7461C54B8C03}" dt="2026-10-02T10:54:58.060" v="3780" actId="6549"/>
        <pc:sldMkLst>
          <pc:docMk/>
          <pc:sldMk cId="162560678" sldId="1136"/>
        </pc:sldMkLst>
      </pc:sldChg>
      <pc:sldChg chg="modNotesTx">
        <pc:chgData name="James Martin" userId="5c604502-4ee2-4081-9f0b-59e4decb0522" providerId="ADAL" clId="{2ED9032E-5F0F-41B2-A494-7461C54B8C03}" dt="2026-10-02T10:55:03.105" v="3781" actId="6549"/>
        <pc:sldMkLst>
          <pc:docMk/>
          <pc:sldMk cId="2039704372" sldId="1137"/>
        </pc:sldMkLst>
      </pc:sldChg>
      <pc:sldChg chg="modNotesTx">
        <pc:chgData name="James Martin" userId="5c604502-4ee2-4081-9f0b-59e4decb0522" providerId="ADAL" clId="{2ED9032E-5F0F-41B2-A494-7461C54B8C03}" dt="2026-10-02T10:55:07.662" v="3782" actId="6549"/>
        <pc:sldMkLst>
          <pc:docMk/>
          <pc:sldMk cId="3437654121" sldId="1138"/>
        </pc:sldMkLst>
      </pc:sldChg>
      <pc:sldChg chg="modSp mod">
        <pc:chgData name="James Martin" userId="5c604502-4ee2-4081-9f0b-59e4decb0522" providerId="ADAL" clId="{2ED9032E-5F0F-41B2-A494-7461C54B8C03}" dt="2026-10-01T13:23:01.795" v="3766" actId="6549"/>
        <pc:sldMkLst>
          <pc:docMk/>
          <pc:sldMk cId="1161785093" sldId="1139"/>
        </pc:sldMkLst>
        <pc:spChg chg="mod">
          <ac:chgData name="James Martin" userId="5c604502-4ee2-4081-9f0b-59e4decb0522" providerId="ADAL" clId="{2ED9032E-5F0F-41B2-A494-7461C54B8C03}" dt="2026-10-01T13:23:01.795" v="3766" actId="6549"/>
          <ac:spMkLst>
            <pc:docMk/>
            <pc:sldMk cId="1161785093" sldId="1139"/>
            <ac:spMk id="247" creationId="{F668BE80-BDD9-62D6-E1E7-E698D994B6AF}"/>
          </ac:spMkLst>
        </pc:spChg>
      </pc:sldChg>
      <pc:sldChg chg="modSp add mod modNotesTx">
        <pc:chgData name="James Martin" userId="5c604502-4ee2-4081-9f0b-59e4decb0522" providerId="ADAL" clId="{2ED9032E-5F0F-41B2-A494-7461C54B8C03}" dt="2026-10-02T10:54:49.562" v="3779" actId="5793"/>
        <pc:sldMkLst>
          <pc:docMk/>
          <pc:sldMk cId="1255760524" sldId="1143"/>
        </pc:sldMkLst>
        <pc:spChg chg="mod">
          <ac:chgData name="James Martin" userId="5c604502-4ee2-4081-9f0b-59e4decb0522" providerId="ADAL" clId="{2ED9032E-5F0F-41B2-A494-7461C54B8C03}" dt="2026-10-01T12:44:58.542" v="3594" actId="20577"/>
          <ac:spMkLst>
            <pc:docMk/>
            <pc:sldMk cId="1255760524" sldId="1143"/>
            <ac:spMk id="150" creationId="{CD478020-E8D2-155B-9505-54890950EFDB}"/>
          </ac:spMkLst>
        </pc:spChg>
      </pc:sldChg>
      <pc:sldChg chg="new del">
        <pc:chgData name="James Martin" userId="5c604502-4ee2-4081-9f0b-59e4decb0522" providerId="ADAL" clId="{2ED9032E-5F0F-41B2-A494-7461C54B8C03}" dt="2026-10-01T11:03:56.327" v="10" actId="47"/>
        <pc:sldMkLst>
          <pc:docMk/>
          <pc:sldMk cId="2197614590" sldId="1144"/>
        </pc:sldMkLst>
      </pc:sldChg>
      <pc:sldChg chg="addSp delSp modSp add mod ord modNotesTx">
        <pc:chgData name="James Martin" userId="5c604502-4ee2-4081-9f0b-59e4decb0522" providerId="ADAL" clId="{2ED9032E-5F0F-41B2-A494-7461C54B8C03}" dt="2026-10-02T10:55:58.557" v="3788" actId="6549"/>
        <pc:sldMkLst>
          <pc:docMk/>
          <pc:sldMk cId="3366732183" sldId="1145"/>
        </pc:sldMkLst>
        <pc:spChg chg="mod">
          <ac:chgData name="James Martin" userId="5c604502-4ee2-4081-9f0b-59e4decb0522" providerId="ADAL" clId="{2ED9032E-5F0F-41B2-A494-7461C54B8C03}" dt="2026-10-01T11:20:25.444" v="798" actId="14100"/>
          <ac:spMkLst>
            <pc:docMk/>
            <pc:sldMk cId="3366732183" sldId="1145"/>
            <ac:spMk id="4" creationId="{ED2F9FC9-5D2E-6517-FFFE-E6733111CD31}"/>
          </ac:spMkLst>
        </pc:spChg>
        <pc:spChg chg="mod">
          <ac:chgData name="James Martin" userId="5c604502-4ee2-4081-9f0b-59e4decb0522" providerId="ADAL" clId="{2ED9032E-5F0F-41B2-A494-7461C54B8C03}" dt="2026-10-01T11:15:34.076" v="754" actId="20577"/>
          <ac:spMkLst>
            <pc:docMk/>
            <pc:sldMk cId="3366732183" sldId="1145"/>
            <ac:spMk id="149" creationId="{2630FDBF-F6C7-F12E-DF40-F2BE4F4B7AB0}"/>
          </ac:spMkLst>
        </pc:spChg>
        <pc:picChg chg="add">
          <ac:chgData name="James Martin" userId="5c604502-4ee2-4081-9f0b-59e4decb0522" providerId="ADAL" clId="{2ED9032E-5F0F-41B2-A494-7461C54B8C03}" dt="2026-10-01T11:20:19.814" v="797" actId="22"/>
          <ac:picMkLst>
            <pc:docMk/>
            <pc:sldMk cId="3366732183" sldId="1145"/>
            <ac:picMk id="5" creationId="{65A98DC4-851B-DB24-EA3A-1E29AEAD4C92}"/>
          </ac:picMkLst>
        </pc:picChg>
        <pc:picChg chg="add del mod">
          <ac:chgData name="James Martin" userId="5c604502-4ee2-4081-9f0b-59e4decb0522" providerId="ADAL" clId="{2ED9032E-5F0F-41B2-A494-7461C54B8C03}" dt="2026-10-01T11:20:19.371" v="796" actId="478"/>
          <ac:picMkLst>
            <pc:docMk/>
            <pc:sldMk cId="3366732183" sldId="1145"/>
            <ac:picMk id="6" creationId="{09F2819A-FF18-F996-7E4F-D2015EEA4A92}"/>
          </ac:picMkLst>
        </pc:picChg>
      </pc:sldChg>
      <pc:sldChg chg="addSp delSp modSp add mod ord modNotesTx">
        <pc:chgData name="James Martin" userId="5c604502-4ee2-4081-9f0b-59e4decb0522" providerId="ADAL" clId="{2ED9032E-5F0F-41B2-A494-7461C54B8C03}" dt="2026-10-02T10:56:01.821" v="3789" actId="6549"/>
        <pc:sldMkLst>
          <pc:docMk/>
          <pc:sldMk cId="1342133269" sldId="1146"/>
        </pc:sldMkLst>
        <pc:spChg chg="del mod">
          <ac:chgData name="James Martin" userId="5c604502-4ee2-4081-9f0b-59e4decb0522" providerId="ADAL" clId="{2ED9032E-5F0F-41B2-A494-7461C54B8C03}" dt="2026-10-01T11:19:00.916" v="787" actId="478"/>
          <ac:spMkLst>
            <pc:docMk/>
            <pc:sldMk cId="1342133269" sldId="1146"/>
            <ac:spMk id="4" creationId="{3A0BC206-FCDA-51A0-8259-469F17165F89}"/>
          </ac:spMkLst>
        </pc:spChg>
        <pc:spChg chg="add mod">
          <ac:chgData name="James Martin" userId="5c604502-4ee2-4081-9f0b-59e4decb0522" providerId="ADAL" clId="{2ED9032E-5F0F-41B2-A494-7461C54B8C03}" dt="2026-10-01T11:20:57.018" v="800" actId="179"/>
          <ac:spMkLst>
            <pc:docMk/>
            <pc:sldMk cId="1342133269" sldId="1146"/>
            <ac:spMk id="5" creationId="{14FC3632-5CDD-0B16-3CD3-3E52E7D3DA86}"/>
          </ac:spMkLst>
        </pc:spChg>
        <pc:picChg chg="mod">
          <ac:chgData name="James Martin" userId="5c604502-4ee2-4081-9f0b-59e4decb0522" providerId="ADAL" clId="{2ED9032E-5F0F-41B2-A494-7461C54B8C03}" dt="2026-10-01T11:20:11.218" v="795" actId="14100"/>
          <ac:picMkLst>
            <pc:docMk/>
            <pc:sldMk cId="1342133269" sldId="1146"/>
            <ac:picMk id="6" creationId="{F30EF4DA-B242-3185-EF46-F3C0B45435A9}"/>
          </ac:picMkLst>
        </pc:picChg>
      </pc:sldChg>
      <pc:sldChg chg="modSp add mod modNotesTx">
        <pc:chgData name="James Martin" userId="5c604502-4ee2-4081-9f0b-59e4decb0522" providerId="ADAL" clId="{2ED9032E-5F0F-41B2-A494-7461C54B8C03}" dt="2026-10-02T10:56:05.849" v="3790" actId="6549"/>
        <pc:sldMkLst>
          <pc:docMk/>
          <pc:sldMk cId="423329502" sldId="1147"/>
        </pc:sldMkLst>
        <pc:spChg chg="mod">
          <ac:chgData name="James Martin" userId="5c604502-4ee2-4081-9f0b-59e4decb0522" providerId="ADAL" clId="{2ED9032E-5F0F-41B2-A494-7461C54B8C03}" dt="2026-10-01T12:44:43.694" v="3592" actId="20577"/>
          <ac:spMkLst>
            <pc:docMk/>
            <pc:sldMk cId="423329502" sldId="1147"/>
            <ac:spMk id="150" creationId="{9D709E30-0250-8F07-8A0F-9340DA7C2E70}"/>
          </ac:spMkLst>
        </pc:spChg>
      </pc:sldChg>
      <pc:sldChg chg="add del">
        <pc:chgData name="James Martin" userId="5c604502-4ee2-4081-9f0b-59e4decb0522" providerId="ADAL" clId="{2ED9032E-5F0F-41B2-A494-7461C54B8C03}" dt="2026-10-01T11:40:53.550" v="1616"/>
        <pc:sldMkLst>
          <pc:docMk/>
          <pc:sldMk cId="3607037386" sldId="1147"/>
        </pc:sldMkLst>
      </pc:sldChg>
      <pc:sldChg chg="add del">
        <pc:chgData name="James Martin" userId="5c604502-4ee2-4081-9f0b-59e4decb0522" providerId="ADAL" clId="{2ED9032E-5F0F-41B2-A494-7461C54B8C03}" dt="2026-10-01T11:40:51.224" v="1614"/>
        <pc:sldMkLst>
          <pc:docMk/>
          <pc:sldMk cId="3823089733" sldId="11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25C1B1F2-ACE5-2076-681C-600159D36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1958A197-30A0-3598-562D-B23D4D400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144469E3-3092-E8E1-E884-D91F76EE48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5875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F881639-BC88-07F9-1788-A598C3326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665CB4A-5408-0AC7-8DA3-CED3F91407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60FD799-1E38-F5EB-B0CC-737677D01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42827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88FDAB8-9F8B-1B05-9ABC-F57A4856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8AE49EA-7E83-2935-F24C-13A737BC6B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50355ED-73E3-C5A4-45A0-EA6CC2DC76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777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FF2B768-0A78-6A2F-C15D-8054FE91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0ADA499-13A4-86A4-4EA5-479E088333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8DE259C-E965-C739-2718-3680DCA5BB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789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3C46CCB-424B-BA2B-3F0F-405AA7149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3B0D56D-A77D-B372-959B-15CC3B8FE2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3708A2E-5372-92D2-CE40-B0C384657E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3070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695799D-5057-8EA7-7AF5-75A911F11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47F5649-2192-6FB6-C1CE-A12A1BE41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0599829-12E1-E138-4164-D744A66E7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99232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E4D7F0F-D5F8-357E-7CF7-266010F3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99D3668-B5DB-EEA4-72DC-AA3598AC88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81A6C7A-17B5-9D77-6F68-BD225A3F2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355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835EA27-9053-8030-4136-5F657463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85C2E1E-510D-AB23-2096-4C6DFC958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2767D42-2DF7-9623-DDBF-399EAF900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87326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55E0E07-9111-A1B8-E147-C0D3F12C4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C801091-67B4-71D1-846D-90E43A230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991E29C-33EC-440F-99C1-EE2043A245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8921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7CA7FF5-1F5E-54D4-B83C-141E283EF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FE185F9-F6EF-54A6-72C2-436D59F91D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18D7C6E-0CCB-9CDB-8D86-0EBB57BF0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38855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C354641-9679-EE85-3928-FA0BC5EC5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5586E81-A707-5466-6BAE-4CDA9015A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053E10C-F06A-55F0-15C2-97F8B200A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608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588F10C-C343-19AA-8C22-6223BE19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3B2292F-C696-F223-1E28-329DCC5F9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F868A9E-3323-4C68-A7F8-5A0CD7C3F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8906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270AF24-80A7-3662-E4FD-3B0B2D85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1C5F160-3866-4D76-5244-DDA7FD0B27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8EF9844-10E9-004B-E7AB-252BA860F1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20965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1C31345-09AC-7348-7682-297A614A9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15C5364-350E-B9B0-FDE4-CFA5BF3EBD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58AA0AD-6E3C-08B3-1E6F-38776BABD6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2489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7547C26-AEDC-2C69-A17B-FCE2CAE4B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479E93C-939E-BA2F-31EA-065D5D340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98C9DA6-E779-7920-9C4F-E713E11B7D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62470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59C0490-5FED-C890-5AFA-AACEE7B9B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98D0E8F-43B3-84A0-FF18-A4EA100FC8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659D7D9-5DDC-3FD1-2327-940C42E41F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08405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6F321E3-7946-EE0E-4AFB-1E4D381AF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7EC46C5-068C-96F5-C960-4C4024163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CD592BC-58D3-9360-F1BC-08CDEA91C3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07689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C619EBC-8B86-F3B1-C8C1-6B5A8399A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1AFA3FB-B23D-96E5-F49D-B20249A4F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48828FB-C011-B524-F542-F1E59EE937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89265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51AF56E-F19D-10BE-3BEF-E2AC7810D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204DF9F-BE46-1811-3569-ACD7FBA5D9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3F5ACB6-A5F2-9DAA-6507-52EB8F37D1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7291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E2D8874-2A35-9A5C-2919-0774A2AE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82DA829-A92C-33DD-FC8C-D68F02B592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2F3C1F5-3862-8640-018B-80047A59E4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601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852022F-1DD1-37F6-68F5-F14BDDFF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DD93C4C-1E3B-4922-1301-6B75D407E5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828674C-148B-87FE-CBFE-DCCAA9DFA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04595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7F29A56-8E4A-EE62-C06F-33A24BDF3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0B56711-6025-9AFD-3E6E-33A31B8E83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5A5A8FE-44D2-57B3-B713-8F6A25DED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38108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9C9728D-A525-7911-B979-1CE31A4A2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7221BA0-04AE-A9C4-1E34-37026AD11E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D4ECC5D-EF4E-11F6-0924-40C4F7E51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9852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91F6913-2202-8D62-B644-70B2290E9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3E69488-62DC-E55F-DC0E-EEF484890C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A69E51B-1D76-83AB-6EA7-0921DA119B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2479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149AEE9-F520-DBF4-DE33-8C06E6A71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229A7DF-F85C-7CD1-97B8-1462ED63BB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FA9F0B0-1305-EB0E-BB13-FBCFCE2177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31351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E9C2804-9179-34F6-BC50-AA5D93C94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106AA99-C888-49E4-64BA-EF77F3C96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917438F-6689-68CB-3E39-13CA1A60BB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8119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CC0EB15-3E55-50D4-B8BC-C57E2283F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62E97EC-0D98-C62C-5318-960D8CB5D6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0053162-FFEE-8DD5-8796-07FD054906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70986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DFCCBAF-C632-8821-B5E0-FBEEB42A3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140BE57-21CA-ECF7-E707-9B97DF1FFA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F1649B8-A330-584C-2AC5-D29E6C68E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74463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D2D44EB-A90D-099B-4E47-DBEED0EDB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80E2056-6976-F5B7-92B1-10113135A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04BFB73-52C5-D3FD-B820-008012ACA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9716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7555CF1-6C20-3AD4-3646-237E22C7E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F3AEF9F-39BE-4161-CFF2-BE04CEF52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321AC6E-A308-B13D-1A2E-B6DA7BFF7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41187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56FDE12-0123-CA44-5895-5B158A8F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8B467CB-4411-C993-1BFD-DBBAAFC42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2467446-BF97-0ACC-6427-1FD4186B9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53417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B1C22DF-EBBC-F07F-45E4-6774BF128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837CB9A-51D7-8552-583A-36CEBE6D9C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EB32A7C-FB77-E3C5-87F1-026A2FE8B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80305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E70B30B-B139-4B9C-E79A-CFBB39160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51EA0AB-DFC1-6071-B90C-D3D4B69953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E96E8B4-6569-AAE0-E4FB-B0CB0B386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7407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DA4BF27-DD59-D27A-053C-114DFB640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F3294B6-B1C7-3000-A217-CCE854558E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AC3B21E-EC57-AD28-D984-82BA453CC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06573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0EE33B7-89A9-7BF9-500C-293BE2A34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EDB39FA-E6B6-CDAD-9A9D-2FC250D7C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51AAC9B-C76B-C41F-C275-CA096EDC5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20294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887FACA-41D7-929F-5DD3-AB9D30293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6000264-634A-2AB1-55FA-5D82B5C827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2402616-8D58-5A54-4DBE-B4611F237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6653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F86682A-E88B-7266-2AD7-39378544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B3CF9B4-28FE-6939-3CDA-03838D7C7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02A76CA-5FF6-5A98-A914-C075C1215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91192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8F8CF86-28EF-FB1A-4A02-71398D06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45B4060-D35D-A27B-1475-1C79B92A83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DA1A7AF-2890-5781-DEB8-0C13C2FEFA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63488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95D73D9-32A5-BD94-6861-89CE07598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9B27773-ABAF-26C7-1BE0-AA917D8DC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5D7E092-F27F-170F-4875-7E6FDC646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49346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16432C4-852A-ED55-798F-6811D69A2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098BDE4-D506-0FB6-6037-3066AD096B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9FBC6FE-6371-312D-D68D-61A22D09F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650108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DA276A3-F3C7-ECF0-FA7E-276E078D4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BC55EDC-A77E-DCFF-AD63-1518180935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EE75DF3-8C8D-93E0-5C75-3F45029CDB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33536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287533F-9ED0-C755-5672-DCBBDB845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5195A76-C12A-4E3C-1277-ED9AC0BE58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AF5C771-0B87-A881-3000-CE14FFF9B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84145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24528C2-CC2E-B9D2-C55D-831BA74C6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B48A7BA-1BDB-CAF8-F35B-34C7F5362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AFAC8C7-2E44-8D68-01BD-F6FF1CB3B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393983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B9086E9-F74B-0368-B0CB-2963A1C2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32A8F92-BE06-3589-322A-EDF069183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47976C6-E9E4-3A30-2EA4-FB113A1E0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800895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6F9D4C8-EB33-9E74-5924-650D62C1D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554DCF2-0D22-E53A-12CA-40AC28555B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CCAE1C2-E563-C4E0-F8A8-F9F8080EDD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504508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CA97C19-41B0-A01C-9352-05DA80C57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1DED8D6-ED45-0ED5-335F-D0F1DADBB9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A819DB9-42DD-462A-0070-4BA7AC655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63656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86E3B83-0D64-62CD-F402-BBA8A20F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5E3F3FF-66EE-E7D3-C5CC-5753F491A7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1DBA1CE-6F2B-BC1A-E33B-40D511C20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219381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86F97EC-DEA6-2139-CC09-EB27112D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2066838-BC07-357A-AD2C-839876EF9A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61A681B-B59A-856C-F468-885740789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94308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C50F77D-15AF-FD08-2218-2DEB6A6DD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0FBED5B-8310-FC16-9D38-7C162B055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E0B519E-382A-C287-14E7-1963E612A4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734391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71256DE-CCE8-BD51-AAED-720B66DCD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8D90416-7031-6AF5-1675-73916C4F7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E310933-A981-FC35-593C-A82EBBDD2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03223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3739F46-622E-D7CE-1D32-1A821349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2178D67-6568-E7E5-D47D-59DD19C9D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BC78FEC-A29C-A01F-220E-670A33BAA8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661676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F1084DF-EED8-137F-55E2-4241A5560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00F9DB4-D2B8-5697-BB6A-1BBF149D97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6935E1B-1BCB-8143-F2E1-9A9C85CA0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69245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E243010-0539-8D9B-10BC-1F4377500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A5FD0A3-A631-8E78-0E82-9D772086B3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61441F8-A17B-7C35-65CC-F288A57DC1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786696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848602B-810C-3784-2404-49EE6AE1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F80F1D9-6D4C-1862-7DD8-C49CEF2E8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6E06FE9-E38F-4845-4E75-BE03AD029E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05152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93A5D6D-CC53-E171-42FF-A60674193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8A22D8E-6700-11D5-2770-612E1623E9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74D77D4-93D7-12D6-4C4F-BC9156E03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61029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813D29D-2F3B-B286-958E-F6D0A03D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0DF7C2A-59BD-8D70-766E-48CE5071B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33EAAC4-FA0E-A187-7DC0-F8AE0658C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151240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4DD723-1AB1-9F2A-59CE-812B717C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1449530-CD74-DB78-3DD5-79512C497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6E8ECDC2-C924-8A2B-DDB1-2AA50E61A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226006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0715895-FFA1-04AA-D33B-05C5F88E8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300AA768-0FF5-7ED6-5063-0B51D8C90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EBB41CB-CE06-CC59-AE7E-0B990E13AA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320233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1058C9F-EBA6-C6F8-7A03-C35E481C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C9A2486-E5C1-781D-6C7B-292D77731F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E7BA76F-ED6E-BC4F-6BB5-13036DD26C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449151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8C3921EB-D626-D062-E730-26D5172BF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7A9CDF6-3090-1EFC-F68E-428C7C010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F8F7C19-A48A-02EB-4214-F87A341AF5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641305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C1EADBC-2FAD-81F9-2B51-6326C497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A1C49662-1961-F530-A2A7-F639832DA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9F5EAB23-2AFB-F9C4-7BAF-C2D29E1EEC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932596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3C007F7-5DB2-9536-56B5-059B3155A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327DA68-92D0-5DD6-98EF-B752A82FBA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C65AA0A1-D500-5314-FF23-971149F97A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037315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0858C81-4773-8CC8-DC99-4D8AAABA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799B8DE3-4C8E-5375-BB04-9005AC5857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9580801-41E5-3235-57C0-ECF7F59BBD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377852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A662CE9-764B-B7A4-909E-82CC265D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90034CDD-BF65-43CA-FC97-4D288C621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19DD988B-1385-4653-4B9E-999892204B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831896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D4F2658-20F8-5965-F4CE-182CDF102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C75C70B-9F12-45AC-381E-A11459EDEB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191870F-9A01-0886-B2D8-79756F63A9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669564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D7CFA642-7D47-2338-5FAE-95EE7F6A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26804BA6-1C18-9CD4-C4E8-F253A61C91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6ED5171-F31D-3455-0F36-81390AF55F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1850466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C82A966-B59B-CCC4-4D06-0CC536C21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EF61EED8-7B4A-79BD-BDC0-B74EAE269B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EC65A7C-BC65-CF1A-E2F4-EDBABB32D8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07843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4AA2ACCC-1A36-E003-C7B8-D2A3299A4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B6DEC2C0-04C8-6F3F-71C1-E2222BF0E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8F323A3B-BD0D-15EF-6555-FB5FE1D992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307662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5648C07-F77A-32CE-EB8B-90E3C0372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19609D0B-EEF8-1C7D-8A56-AC2C9BD0A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FFF98FAB-BC50-98AF-22B2-94E78AB053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076090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smartinstats/SCIF10002-2026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www.ole.bris.ac.uk/ultra/courses/_263550_1/outline/course-settings?courseId=_263550_1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smartinstats/SCIF10002-2026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www.ole.bris.ac.uk/ultra/courses/_263550_1/outline/course-settings?courseId=_263550_1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smartinstats/SCIF10002-2026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www.ole.bris.ac.uk/ultra/courses/_263550_1/outline/course-settings?courseId=_263550_1" TargetMode="Externa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2: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Booleans and Conditionals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James S Martin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October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0/10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88335046-94CC-19FD-A297-3ADA39C7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CFE3793A-F4F9-A31E-31EB-B31E424195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04EEE18A-D5D3-0484-BF6B-50F68834F1DD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2: Booleans and Conditionals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Accessing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Booleans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If statements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3: Loops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Accessing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If Statements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For Loops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While Loops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85B73F6-001A-736F-1C36-813333D97C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364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97ED853-B649-4786-23A9-FB68CFCA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584161-A5FF-ADE9-4386-56EC63E4EE23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FF99904-A405-87D9-48E4-8E02A99A55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CD478020-E8D2-155B-9505-54890950EFDB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2026”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hlinkClick r:id="rId3"/>
              </a:rPr>
              <a:t>https://github.com/jsmartinstats/SCIF10002-2026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Press clone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3E6879-5BE8-E5EC-058D-46D2405F897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8A9239-3861-AE3D-D7E1-13B9D564C01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1E04A6-A369-F2E7-C0F2-AAB90C8E4FF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53DA840-4B25-EE3F-1362-16F02667CC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576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D550037-98A5-7F80-AA85-9338A712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D300C68-D584-07E5-FA65-F64E31AF8F0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D9791D9-D307-E626-F966-B7C52DCB54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Why learn to code?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22B5F42-FB11-DD18-15E3-96CB33643F6D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Whichever course you are taking you will likely need to write code at some point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7FC9426-C1FB-01C1-5B64-009E3F1EE34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0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58CDAB0-7BE5-D671-0A0A-A866657F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10A7D2-7A16-7C97-228E-FC9B45881540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116E0CB-B108-DD50-74E3-0C1449E57A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Why learn to code?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45418CA-3085-2CEB-2C67-E88338BD03A0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Whichever course you are taking you will likely need to write code at some point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Analyse experimental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Automate repetitive calculations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Model chemical reactions/simulations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191ABBA-3BFE-26C5-BFED-4375860393D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EDA95D-F88F-9479-F327-9BE826D50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4375" y="1655289"/>
            <a:ext cx="4493854" cy="35474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256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2CA7F93-5019-7223-5F2C-A6E2046AE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6B57AC-F73A-D212-7DEC-42565F2F3BB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88E248D-E82E-B1A1-A47F-0631E03052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Why learn to code?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AAC2168-1C26-2E7B-F618-92FAD2D12574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Whichever course you are taking you will likely need to write code at some point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Analyse experimental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Automate repetitive calculations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Model chemical reactions/simulations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1337E2E-E2CD-1152-AC5A-8FDD84CD24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397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77E9250-5A9C-271A-0CD5-915F19530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674989-E585-7A88-B6B1-FCD33C39F5F7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515C88-AA92-7044-FB00-34F4196DAA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4586" y="1616963"/>
            <a:ext cx="4713958" cy="36240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2142AB4-C3CE-8052-FAF3-E08A4989D9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Why learn to code?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8C0A6B0-6A28-1335-CA91-2FB682E3634A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Whichever course you are taking you will likely need to write code at some point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Analyse experimental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Automate repetitive calculations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Model chemical reactions/simulations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Simulate physical systems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Process experimental measurements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Visualise complex phenomena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FBC6214-47DE-ED4E-97FD-A9EB6A0AC0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704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F5A6A0B-3BC6-FD9E-2A05-DF06A8A6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A09AF4-E153-8F06-53D7-0DAA63CC5B3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242535D-C1D3-6B7E-4B7A-2AE8AEC4AB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Why learn to code?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D2E8341-E9B1-FAC0-3DBF-687AFDD9064F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Whichever course you are taking you will likely need to write code at some point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Analyse experimental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Automate repetitive calculations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Model chemical reactions/simulations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Simulate physical systems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Process experimental measurements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Visualise complex phenomena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5C391DB-24C4-7790-BF47-70F263ABFA2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29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4267F21-91BC-429F-ACAD-992E528C4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2DD9C3-3811-E59D-98E6-151BEDA35B1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1F6A3E6-7BCA-7572-9547-B1A39D87246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84586" y="2130028"/>
            <a:ext cx="5003731" cy="3547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43E2561-6D3E-4BC9-FD92-988512D578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Why learn to code?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48DCBA7-72E7-CD16-D03C-50C280F542A5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Whichever course you are taking you will likely need to write code at some point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Chemistry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Analyse experimental data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Automate repetitive calculations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Model chemical reactions/simulations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Physics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Simulate physical systems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Process experimental measurements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Visualise complex phenomena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 Science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Clean and organise datasets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Apply statistical methods and machine learning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Communicate insights with visualisations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7850DE6-584A-34C4-FD7E-1E43B254B83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654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06B5601-256A-6746-C8D8-DF26EAC00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ECC64E-930A-0BFC-DB3B-8A4659202445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09D8471-7475-1E5A-3AA4-044AB32800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Last Time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F1D1E9A-8510-6C5D-A76B-3533A062018C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started looking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language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2ECD494-A59B-CD7E-B02B-B7A84776583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4552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DE9E983-42FE-BB8E-2CBC-7A654D2B8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DDF91B-681F-9314-7B11-3076B9F7170F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0CB33C5-53C5-0482-10C9-62A7D6963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Last Time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442D347-A520-0DF8-3E6C-19FE4D9F26F3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started looking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language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that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assigned values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display the values of variables we can use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08C98EB-E56F-09E2-5C91-09B15AD173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7BDAD7-9F56-6C65-B949-55B1324C7B2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13851" y="1223731"/>
            <a:ext cx="1219200" cy="997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5862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EAF5E09-95C2-58C4-CE1E-E9C0D49F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855823-5F58-E201-44C0-34B180D8CEE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AEAAAEE-3270-40C7-0A18-30C0BF866D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Last Time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028FCC9-1820-0885-7013-4AA6E5F999A1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started looking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language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that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assigned values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display the values of variables we can use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Variables have their own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20BD6EC-E829-8D04-3387-91042D2D30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57C1A-03D3-73FF-A6AD-831E1C95152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13851" y="1223731"/>
            <a:ext cx="1219200" cy="997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3319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BDC04CD-BB0C-862C-424A-E17A6A3C6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64FB579-5979-C485-3756-4CC9FAD4CDE6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5859C5E-FBBC-3A4A-A37F-8D48571977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Last Time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AE0E8B9-0BC7-B639-8CF8-6A5F1C1B39D5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started looking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language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that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assigned values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display the values of variables we can use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Variables have their own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Strings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sequences of characters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22AEEC1-4CBA-C897-2515-71EE04128F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1D6137-AF64-32A0-403B-6D082206D36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13851" y="1223731"/>
            <a:ext cx="1219200" cy="9979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96FE1D-26E3-BAC4-C3FE-E64DCB5EEA0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2086" y="1266835"/>
            <a:ext cx="2639613" cy="9548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0530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D2F7EF9-72D2-3399-12F3-5B16C0074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E676A6-17F9-F606-875A-247E39E1C212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B1AF8F6-097A-F444-6144-C83F7450E8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Last Time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091681A-85AD-9FAC-9C11-9565C25EAF5D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started looking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language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that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assigned values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display the values of variables we can use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Variables have their own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Strings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sequences of characters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Floats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decimals,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Ints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integers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7E84F12-7BF9-397F-B7AA-C51CF615606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68EF63-F6B3-120D-886B-91365505761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13851" y="1223731"/>
            <a:ext cx="1219200" cy="9979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E7210B-9CE3-2E27-A2CC-4303F7B3214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2086" y="1266835"/>
            <a:ext cx="2639613" cy="9548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53864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8406E71-D0AF-5467-3F80-B79C6A710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210589-62E4-ADFF-5AF8-546291F03E53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DF11C38-2486-343B-63FC-1DD30E466A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Last Time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8113308-0C28-82AA-E359-A57F5CDB2B6C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started looking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language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that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assigned values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display the values of variables we can use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Variables have their own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Strings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sequences of characters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Floats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decimals,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Ints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integers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Booleans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True/False values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1DAEAC2-D79F-6B18-4941-8829805235E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4E9193-0788-5AFE-2898-2486EDC05D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13851" y="1223731"/>
            <a:ext cx="1219200" cy="9979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A8E68-04B5-C7AB-BED4-5B4CD397377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2086" y="1266835"/>
            <a:ext cx="2639613" cy="9548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5812BE-5720-2A18-CD4D-4AE2565DF8B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2188" y="3030927"/>
            <a:ext cx="3503123" cy="7850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36192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138C3AA-CD38-F3C5-C546-F686E72DE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50E43D-F78C-EA9E-2B81-575F0B817EFF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48B3342-D3B7-A118-6A18-9A882CFCFB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Last Time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45AFF17-7C75-78E9-2564-EF34A43AC592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started looking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language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that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assigned values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display the values of variables we can use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Variables have their own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Strings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sequences of characters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Floats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decimals,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Ints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integers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Booleans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True/False values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Lists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ordered groups of items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0E82F2A-A074-849A-01FB-5A527A6D881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D3DA4-68C2-377F-358D-AD4AFA6E5D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13851" y="1223731"/>
            <a:ext cx="1219200" cy="9979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A82777-7076-2116-D855-4709FCDCC2F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2086" y="1266835"/>
            <a:ext cx="2639613" cy="9548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6A057F-62AC-5FE2-A527-3F75B0E1AE9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2188" y="3030927"/>
            <a:ext cx="3503123" cy="785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9B7036-4F16-D914-42B4-7A1DF2B29EAE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2328" y="4550209"/>
            <a:ext cx="5355771" cy="8024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058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8043326-F5C7-87E5-B2B6-B4CA0943E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DC323E-4902-24C2-7329-2E3AFD96BEF8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5A50DE9-E4F6-55FB-26CC-EB423B6F9F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Last Time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2FCFCCD-36FC-510C-16DD-43A510C76A8B}"/>
              </a:ext>
            </a:extLst>
          </p:cNvPr>
          <p:cNvSpPr txBox="1"/>
          <p:nvPr/>
        </p:nvSpPr>
        <p:spPr>
          <a:xfrm>
            <a:off x="938957" y="1432603"/>
            <a:ext cx="1021672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Last week, we started looking at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language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saw that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assigned values using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To display the values of variables we can use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Variables have their own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Strings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sequences of characters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Floats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decimals, </a:t>
            </a:r>
            <a:r>
              <a:rPr lang="en-GB" sz="1600" b="1" i="1" dirty="0" err="1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Ints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are integers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Booleans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True/False values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Lists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are ordered groups of items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spent some time looking at various things we could do with some of these data types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FDC1ACC-10AB-C7F8-44FD-2F7966FEDA4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67264C-346D-0649-202D-1418370C3F6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13851" y="1223731"/>
            <a:ext cx="1219200" cy="9979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257EAC-9E16-7490-DA6B-1F4C47A0B30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2086" y="1266835"/>
            <a:ext cx="2639613" cy="9548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26DE9E-560C-B3E6-FF52-4A5D4DF6094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2188" y="3030927"/>
            <a:ext cx="3503123" cy="7850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9E5E07-4296-6807-045F-0BD018FD7077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2328" y="4550209"/>
            <a:ext cx="5355771" cy="8024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0054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85209BE-51A7-AC21-34D4-2A22DFA8E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F8A4A9-5D7F-AD4A-A720-50C36E52E4E1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0CC22DB-2FB9-F74D-87FB-DBFC9ED88D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FD21199-C139-7A89-3C0E-32480172B781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DA239C3-4C76-59B9-49FF-AB866135C9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243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1AC27BF-7DAE-DAE3-9A58-AEFF4559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6A5874-A569-9C6A-F449-B5599BCDABB4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72837C4-8998-BB50-C7DC-38B97066E4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B35E35A-9572-7C4F-73BB-AB158B0B7E23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saw an example where: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represented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represented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3C6157B-67EF-025D-5036-A13FA3D146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5/10</a:t>
            </a:r>
            <a:endParaRPr dirty="0">
              <a:solidFill>
                <a:srgbClr val="FFFFFF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CC016D-6293-BD01-AA93-4D717AF760D8}"/>
              </a:ext>
            </a:extLst>
          </p:cNvPr>
          <p:cNvGrpSpPr/>
          <p:nvPr/>
        </p:nvGrpSpPr>
        <p:grpSpPr>
          <a:xfrm>
            <a:off x="6906807" y="685800"/>
            <a:ext cx="4925964" cy="1450800"/>
            <a:chOff x="6906807" y="685800"/>
            <a:chExt cx="4925964" cy="1450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D9D2B7-88D2-2773-77CD-558697563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906807" y="685800"/>
              <a:ext cx="4925964" cy="14508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9876774-E133-9655-5164-3D713E0C0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52251" b="24117"/>
            <a:stretch>
              <a:fillRect/>
            </a:stretch>
          </p:blipFill>
          <p:spPr>
            <a:xfrm>
              <a:off x="6929667" y="1693072"/>
              <a:ext cx="4759413" cy="342857"/>
            </a:xfrm>
            <a:prstGeom prst="rect">
              <a:avLst/>
            </a:prstGeom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111925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0B583DE-22D1-89C0-C42D-33168EDDD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70BBA7-774F-CE60-7304-25145D9E69C9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63F1E3A-5FCA-9F74-29D2-C52712F779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Booleans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7C6FC-E2B8-8636-17D6-8D30FC83FB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4F9E970-2047-CA9A-EEEE-7C6A0EB39F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5/10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6" name="Google Shape;247;p31">
            <a:extLst>
              <a:ext uri="{FF2B5EF4-FFF2-40B4-BE49-F238E27FC236}">
                <a16:creationId xmlns:a16="http://schemas.microsoft.com/office/drawing/2014/main" id="{4703B011-AF51-6212-5045-706110173F88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saw an example where: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represented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represented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used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represented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3750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3EAA635-67AD-BAC6-BCB8-E5C39FFD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C546CA-6B4A-E209-CF95-AAA55CF2CC2B}"/>
              </a:ext>
            </a:extLst>
          </p:cNvPr>
          <p:cNvSpPr/>
          <p:nvPr/>
        </p:nvSpPr>
        <p:spPr>
          <a:xfrm>
            <a:off x="783771" y="1502229"/>
            <a:ext cx="11049000" cy="49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ysClr val="windowText" lastClr="000000"/>
              </a:solidFill>
            </a:endParaRPr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E41164B-79BC-B350-883B-7005EE64D7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-835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Booleans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B06BB19-8E06-8630-63E9-6A712B8D8545}"/>
              </a:ext>
            </a:extLst>
          </p:cNvPr>
          <p:cNvSpPr txBox="1"/>
          <p:nvPr/>
        </p:nvSpPr>
        <p:spPr>
          <a:xfrm>
            <a:off x="938957" y="1432603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is  variable that can be either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GB" sz="1600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 represent logical statements. 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instance, we saw an example where: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represented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is black”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represented the sentence </a:t>
            </a:r>
            <a: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“The cat has four legs”</a:t>
            </a:r>
            <a:br>
              <a:rPr lang="en-GB" sz="1600" i="1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i="1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used logical operators to combine Boolean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cat_is_black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and </a:t>
            </a:r>
            <a:r>
              <a:rPr lang="en-GB" sz="1600" dirty="0" err="1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cat_has_four_legs</a:t>
            </a:r>
            <a:r>
              <a:rPr lang="en-GB" sz="1600" dirty="0">
                <a:solidFill>
                  <a:srgbClr val="3F3F3F"/>
                </a:solidFill>
                <a:latin typeface="Aptos Mono" panose="020F0502020204030204" pitchFamily="49" charset="0"/>
                <a:ea typeface="Calibri"/>
                <a:cs typeface="Calibri"/>
                <a:sym typeface="Calibri"/>
              </a:rPr>
              <a:t>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represented the sentence “The cat is black and has four legs”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buClr>
                <a:srgbClr val="1CADE4"/>
              </a:buClr>
              <a:buSzPts val="20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None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450A7-1744-D317-7105-31545CDAE15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06807" y="685800"/>
            <a:ext cx="4925964" cy="1450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806156B-E86B-28F0-E40B-37F0344360D7}"/>
              </a:ext>
            </a:extLst>
          </p:cNvPr>
          <p:cNvCxnSpPr>
            <a:cxnSpLocks/>
          </p:cNvCxnSpPr>
          <p:nvPr/>
        </p:nvCxnSpPr>
        <p:spPr>
          <a:xfrm>
            <a:off x="6906807" y="3175000"/>
            <a:ext cx="466289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630DADB-7AC5-004B-6454-CDDE65021796}"/>
              </a:ext>
            </a:extLst>
          </p:cNvPr>
          <p:cNvCxnSpPr>
            <a:cxnSpLocks/>
          </p:cNvCxnSpPr>
          <p:nvPr/>
        </p:nvCxnSpPr>
        <p:spPr>
          <a:xfrm>
            <a:off x="6906807" y="3733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6B9A3CA-726B-9E3C-AC29-3E4AA23CE906}"/>
              </a:ext>
            </a:extLst>
          </p:cNvPr>
          <p:cNvCxnSpPr>
            <a:cxnSpLocks/>
          </p:cNvCxnSpPr>
          <p:nvPr/>
        </p:nvCxnSpPr>
        <p:spPr>
          <a:xfrm>
            <a:off x="6906807" y="43053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2954F0D-313C-E2E5-63F1-F7C7F8A89E70}"/>
              </a:ext>
            </a:extLst>
          </p:cNvPr>
          <p:cNvCxnSpPr>
            <a:cxnSpLocks/>
          </p:cNvCxnSpPr>
          <p:nvPr/>
        </p:nvCxnSpPr>
        <p:spPr>
          <a:xfrm>
            <a:off x="6906807" y="4876800"/>
            <a:ext cx="4662893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075E593-8365-418F-4CF0-041E0769F288}"/>
              </a:ext>
            </a:extLst>
          </p:cNvPr>
          <p:cNvCxnSpPr/>
          <p:nvPr/>
        </p:nvCxnSpPr>
        <p:spPr>
          <a:xfrm>
            <a:off x="8394700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814543-1A9B-16E3-ED56-CBF846E56E3D}"/>
              </a:ext>
            </a:extLst>
          </p:cNvPr>
          <p:cNvCxnSpPr/>
          <p:nvPr/>
        </p:nvCxnSpPr>
        <p:spPr>
          <a:xfrm>
            <a:off x="10025388" y="2569633"/>
            <a:ext cx="0" cy="298450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5F7E3642-C0D1-4B4B-A503-2FBACAEA7A1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6025" y="2758884"/>
            <a:ext cx="1076209" cy="236497"/>
          </a:xfrm>
          <a:prstGeom prst="rect">
            <a:avLst/>
          </a:prstGeom>
          <a:ln>
            <a:noFill/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DEF156AB-11D3-B96C-CEA1-D978E9EF191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506377" y="2755863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8B0856A-9CE1-6406-E5AD-6B864FDAF5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69360" y="2616868"/>
            <a:ext cx="1377568" cy="233364"/>
          </a:xfrm>
          <a:prstGeom prst="rect">
            <a:avLst/>
          </a:prstGeom>
          <a:ln>
            <a:noFill/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B5AA051-5234-C92E-6BE5-FE256A68CE5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46588" y="2875047"/>
            <a:ext cx="1423112" cy="223103"/>
          </a:xfrm>
          <a:prstGeom prst="rect">
            <a:avLst/>
          </a:prstGeom>
          <a:ln>
            <a:noFill/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5076555-5C2D-6A7A-0E3E-1650664D7B3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26BD610-169A-08EB-E566-9655A88F44A9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3024" y="3873219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42732C6F-6A9C-4BAE-F669-E22F0E431D6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3278102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1D2E65C-FB08-C9A6-4380-0B2E65CF414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63655" y="4440484"/>
            <a:ext cx="592666" cy="3307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2BF87411-C62E-CAD1-FBCD-1187E221A3A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203" y="4440484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98887E18-F275-877C-3AC5-C428A73FF6B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15312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03D0BF7-8D07-D4FB-2C43-B0FAEB389BCA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8" y="4444669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8BB24D1-0EB9-637D-D8CA-746794F6A20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28207" y="5096652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F7BBD3DE-65E2-2540-E695-FFFBA834ED34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94992" y="509665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60EA156-6DC7-8AA5-952E-044A8D670CDB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41127" y="3849601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3A0B6DE-993E-D56E-5E5F-A8EA38BCC7DF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35203" y="5096650"/>
            <a:ext cx="645881" cy="330769"/>
          </a:xfrm>
          <a:prstGeom prst="rect">
            <a:avLst/>
          </a:prstGeom>
          <a:ln>
            <a:noFill/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F2DBDC3C-4400-E081-C0E3-618C6CA4C75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585601" y="3278101"/>
            <a:ext cx="592666" cy="330769"/>
          </a:xfrm>
          <a:prstGeom prst="rect">
            <a:avLst/>
          </a:prstGeom>
          <a:ln>
            <a:noFill/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D42733B-9D8F-21FA-3626-7096A94FBEA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448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85EE406-F577-7777-D167-10CA4F11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E161526-AFD9-0167-F7F2-AA3A4578FE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3A3EB73-1466-90C8-8256-4E8365FC3953}"/>
              </a:ext>
            </a:extLst>
          </p:cNvPr>
          <p:cNvSpPr txBox="1"/>
          <p:nvPr/>
        </p:nvSpPr>
        <p:spPr>
          <a:xfrm>
            <a:off x="1176379" y="2176487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should be starting to feel comfortable with giving a computer instructions via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889B081-AF10-B0C4-E42A-53CE2FC25C9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A421F3-AA02-E83D-9491-D521545F1C0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2429" y="2449943"/>
            <a:ext cx="2121371" cy="2231571"/>
          </a:xfrm>
          <a:prstGeom prst="rect">
            <a:avLst/>
          </a:prstGeom>
        </p:spPr>
      </p:pic>
      <p:pic>
        <p:nvPicPr>
          <p:cNvPr id="8" name="Picture 4" descr="Python (programming language) - Wikipedia">
            <a:extLst>
              <a:ext uri="{FF2B5EF4-FFF2-40B4-BE49-F238E27FC236}">
                <a16:creationId xmlns:a16="http://schemas.microsoft.com/office/drawing/2014/main" id="{11576C7E-425E-4C53-47BB-799E10428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79341" y="4211916"/>
            <a:ext cx="925285" cy="92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ACE49F-8DD2-E810-8DD7-73F099906C6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26286" y="2417287"/>
            <a:ext cx="1948543" cy="4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9216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C04144D-82A0-8969-239C-3B3982A58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91ED8B5-BCE5-7A41-B56D-8F8D809982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D384209-C18E-578B-B734-472C5E6FA4BA}"/>
              </a:ext>
            </a:extLst>
          </p:cNvPr>
          <p:cNvSpPr txBox="1"/>
          <p:nvPr/>
        </p:nvSpPr>
        <p:spPr>
          <a:xfrm>
            <a:off x="1176379" y="2176487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should be starting to feel comfortable with giving a computer instructions via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sometimes, we don’t want every line to run automatically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9BFD7CA-97F7-773B-4A1B-E2DDF7BF7B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D7432F-D052-D5BB-F106-56BB6E5D34A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2429" y="2449943"/>
            <a:ext cx="2121371" cy="2231571"/>
          </a:xfrm>
          <a:prstGeom prst="rect">
            <a:avLst/>
          </a:prstGeom>
        </p:spPr>
      </p:pic>
      <p:pic>
        <p:nvPicPr>
          <p:cNvPr id="8" name="Picture 4" descr="Python (programming language) - Wikipedia">
            <a:extLst>
              <a:ext uri="{FF2B5EF4-FFF2-40B4-BE49-F238E27FC236}">
                <a16:creationId xmlns:a16="http://schemas.microsoft.com/office/drawing/2014/main" id="{55E797A4-2D0E-EDE2-4B80-02B1A34FE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79341" y="4211916"/>
            <a:ext cx="925285" cy="92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8D8369-7A87-C3A0-A899-98D5428BCC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26286" y="2417287"/>
            <a:ext cx="1948543" cy="4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484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19EA3B4-EE28-D005-A4EE-CC87112E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98A3673-0E61-B993-A29E-A0A33B415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81B4946-F9B3-E6E1-2638-BC71750F29E4}"/>
              </a:ext>
            </a:extLst>
          </p:cNvPr>
          <p:cNvSpPr txBox="1"/>
          <p:nvPr/>
        </p:nvSpPr>
        <p:spPr>
          <a:xfrm>
            <a:off x="1176379" y="2176487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should be starting to feel comfortable with giving a computer instructions via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sometimes, we don’t want every line to run automatically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Instead, we may want Python to act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only when a specific condition is 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470CADB-7B52-9EE8-DA74-98EFCB7095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78824C-7616-F05A-C8C5-0D5339EFB3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2429" y="2449943"/>
            <a:ext cx="2121371" cy="2231571"/>
          </a:xfrm>
          <a:prstGeom prst="rect">
            <a:avLst/>
          </a:prstGeom>
        </p:spPr>
      </p:pic>
      <p:pic>
        <p:nvPicPr>
          <p:cNvPr id="8" name="Picture 4" descr="Python (programming language) - Wikipedia">
            <a:extLst>
              <a:ext uri="{FF2B5EF4-FFF2-40B4-BE49-F238E27FC236}">
                <a16:creationId xmlns:a16="http://schemas.microsoft.com/office/drawing/2014/main" id="{3AAD9141-183B-BDBF-9341-406426D2F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79341" y="4211916"/>
            <a:ext cx="925285" cy="92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AB5279-4F41-0106-357C-26406489F38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26286" y="2417287"/>
            <a:ext cx="1948543" cy="4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38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F524EC1-061F-9DCB-F668-B4164643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41E3A00-517E-2660-4B19-BC1BCF392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56D1F90-3A6D-3B3C-0EEB-060F4B498AA3}"/>
              </a:ext>
            </a:extLst>
          </p:cNvPr>
          <p:cNvSpPr txBox="1"/>
          <p:nvPr/>
        </p:nvSpPr>
        <p:spPr>
          <a:xfrm>
            <a:off x="1176379" y="2176487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should be starting to feel comfortable with giving a computer instructions via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sometimes, we don’t want every line to run automatically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Instead, we may want Python to act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only when a specific condition is 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FB48B19-EE2B-1F6C-6C92-1FB3F64F39E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6D394D-4264-B4E4-B6E3-AE12D8AD70B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2429" y="2449943"/>
            <a:ext cx="2121371" cy="2231571"/>
          </a:xfrm>
          <a:prstGeom prst="rect">
            <a:avLst/>
          </a:prstGeom>
        </p:spPr>
      </p:pic>
      <p:pic>
        <p:nvPicPr>
          <p:cNvPr id="8" name="Picture 4" descr="Python (programming language) - Wikipedia">
            <a:extLst>
              <a:ext uri="{FF2B5EF4-FFF2-40B4-BE49-F238E27FC236}">
                <a16:creationId xmlns:a16="http://schemas.microsoft.com/office/drawing/2014/main" id="{42364AF3-BE36-9F67-5465-817DB756E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79341" y="4211916"/>
            <a:ext cx="925285" cy="92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6B9AF6-C7BD-F1FC-A658-BAA24C744EAC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26286" y="2417287"/>
            <a:ext cx="1948543" cy="405401"/>
          </a:xfrm>
          <a:prstGeom prst="rect">
            <a:avLst/>
          </a:prstGeom>
        </p:spPr>
      </p:pic>
      <p:sp>
        <p:nvSpPr>
          <p:cNvPr id="13" name="Google Shape;200;p20">
            <a:extLst>
              <a:ext uri="{FF2B5EF4-FFF2-40B4-BE49-F238E27FC236}">
                <a16:creationId xmlns:a16="http://schemas.microsoft.com/office/drawing/2014/main" id="{7C8CEDD0-1608-0962-FDD0-8EE5847891FC}"/>
              </a:ext>
            </a:extLst>
          </p:cNvPr>
          <p:cNvSpPr/>
          <p:nvPr/>
        </p:nvSpPr>
        <p:spPr>
          <a:xfrm>
            <a:off x="3274482" y="4340975"/>
            <a:ext cx="698803" cy="340539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98;p20">
            <a:extLst>
              <a:ext uri="{FF2B5EF4-FFF2-40B4-BE49-F238E27FC236}">
                <a16:creationId xmlns:a16="http://schemas.microsoft.com/office/drawing/2014/main" id="{709C8F15-8321-4E7A-00C0-54061006F764}"/>
              </a:ext>
            </a:extLst>
          </p:cNvPr>
          <p:cNvSpPr txBox="1"/>
          <p:nvPr/>
        </p:nvSpPr>
        <p:spPr>
          <a:xfrm>
            <a:off x="3623883" y="5137201"/>
            <a:ext cx="3532412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True/False… </a:t>
            </a:r>
            <a:b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should be thinking Booleans!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30873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FD20F60-613A-5807-138C-79CAD962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AE97465-8757-0043-E136-367FE13846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213F20A-5E09-2CE1-10A9-E46CA4E3D3AA}"/>
              </a:ext>
            </a:extLst>
          </p:cNvPr>
          <p:cNvSpPr txBox="1"/>
          <p:nvPr/>
        </p:nvSpPr>
        <p:spPr>
          <a:xfrm>
            <a:off x="1176379" y="2176487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should be starting to feel comfortable with giving a computer instructions via code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But sometimes, we don’t want every line to run automatically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Instead, we may want Python to act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only when a specific condition is 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where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comes in…</a:t>
            </a:r>
            <a:endParaRPr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D189C82-0C95-E322-7CB8-E6C55008D4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9DCFF6-F951-0AF7-4981-D4659C5160B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072429" y="2449943"/>
            <a:ext cx="2121371" cy="2231571"/>
          </a:xfrm>
          <a:prstGeom prst="rect">
            <a:avLst/>
          </a:prstGeom>
        </p:spPr>
      </p:pic>
      <p:pic>
        <p:nvPicPr>
          <p:cNvPr id="8" name="Picture 4" descr="Python (programming language) - Wikipedia">
            <a:extLst>
              <a:ext uri="{FF2B5EF4-FFF2-40B4-BE49-F238E27FC236}">
                <a16:creationId xmlns:a16="http://schemas.microsoft.com/office/drawing/2014/main" id="{1977C72C-C8E4-04EA-6997-466ECB165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79341" y="4211916"/>
            <a:ext cx="925285" cy="925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C713E5-F1E7-68E7-0FFE-837733AFE45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26286" y="2417287"/>
            <a:ext cx="1948543" cy="40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60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9763DB1-9380-8B2E-4030-034022BEB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285CB0F-605B-3DD1-7BB5-8F73582FFC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869B865-4838-09E7-51D2-6BF66E261B5B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1428342-4AAB-DC3D-19AC-BFC479F7DB5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8907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CF33DFE-B37F-C8CC-8FFB-7CA9816D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91230B3-9208-9415-7915-DAC1D4C08C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091184B-B67B-7E2C-0343-F5B1BAC0FAA5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5C9896A-9DFB-9198-1D4B-EB74703930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69E18-D172-D9A7-A766-3DB0159295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59856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290F3F1-5046-A554-80A9-10A9DC44C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C7CF629-74A7-96B9-59C5-B72C0CE8FE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C2C91D6-6ADF-FFC9-4511-369A600C81E8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C503243-59E3-6421-E5AE-2C772F9141B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191FBF-D14D-AFBE-E0D0-F93105EAA49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200;p20">
            <a:extLst>
              <a:ext uri="{FF2B5EF4-FFF2-40B4-BE49-F238E27FC236}">
                <a16:creationId xmlns:a16="http://schemas.microsoft.com/office/drawing/2014/main" id="{7E18AFC3-DD0A-B9BE-AB54-D1F48AB01625}"/>
              </a:ext>
            </a:extLst>
          </p:cNvPr>
          <p:cNvSpPr/>
          <p:nvPr/>
        </p:nvSpPr>
        <p:spPr>
          <a:xfrm>
            <a:off x="2329662" y="3014522"/>
            <a:ext cx="1306167" cy="27636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98;p20">
            <a:extLst>
              <a:ext uri="{FF2B5EF4-FFF2-40B4-BE49-F238E27FC236}">
                <a16:creationId xmlns:a16="http://schemas.microsoft.com/office/drawing/2014/main" id="{8198AE73-07F0-CDA7-6F68-08E4D1956BE2}"/>
              </a:ext>
            </a:extLst>
          </p:cNvPr>
          <p:cNvSpPr txBox="1"/>
          <p:nvPr/>
        </p:nvSpPr>
        <p:spPr>
          <a:xfrm>
            <a:off x="6450459" y="3098360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Integer value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FE903B-E564-3E94-B702-A97AC6EDF969}"/>
              </a:ext>
            </a:extLst>
          </p:cNvPr>
          <p:cNvCxnSpPr>
            <a:cxnSpLocks/>
          </p:cNvCxnSpPr>
          <p:nvPr/>
        </p:nvCxnSpPr>
        <p:spPr>
          <a:xfrm flipH="1" flipV="1">
            <a:off x="3789334" y="3157654"/>
            <a:ext cx="3579206" cy="2180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189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40908AB-7EBC-71ED-7647-2C1974AE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F50815F-B249-5B06-EB68-5C8A83F2DA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F307C69-28E7-74C7-D395-BE32187845EC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705A8EF-51BC-4E6F-FED6-A2BC5D52E4C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D1730-03AD-1735-1656-321ABF00D7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200;p20">
            <a:extLst>
              <a:ext uri="{FF2B5EF4-FFF2-40B4-BE49-F238E27FC236}">
                <a16:creationId xmlns:a16="http://schemas.microsoft.com/office/drawing/2014/main" id="{AA10A902-7170-877D-7060-12D04717C83B}"/>
              </a:ext>
            </a:extLst>
          </p:cNvPr>
          <p:cNvSpPr/>
          <p:nvPr/>
        </p:nvSpPr>
        <p:spPr>
          <a:xfrm>
            <a:off x="2314808" y="3655179"/>
            <a:ext cx="2801477" cy="43785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F5ECA83D-B4D1-E3DA-532D-343B1FEC1363}"/>
              </a:ext>
            </a:extLst>
          </p:cNvPr>
          <p:cNvSpPr txBox="1"/>
          <p:nvPr/>
        </p:nvSpPr>
        <p:spPr>
          <a:xfrm>
            <a:off x="6982613" y="2936588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Boolean value </a:t>
            </a:r>
            <a:b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This is True if the number is positive, False otherwise</a:t>
            </a:r>
            <a:endParaRPr sz="20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52B7858-F5C1-BD15-7AA1-53563DEA9D63}"/>
              </a:ext>
            </a:extLst>
          </p:cNvPr>
          <p:cNvCxnSpPr/>
          <p:nvPr/>
        </p:nvCxnSpPr>
        <p:spPr>
          <a:xfrm flipH="1">
            <a:off x="5326581" y="3290882"/>
            <a:ext cx="2438400" cy="4451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8862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3D6281A-753D-38BF-7C06-7F1AEE552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387FD63-BEB6-4BCC-E395-4019B41FE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8309FAD-5180-C2E1-B661-8D98CBDFAF4E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727209E-A091-6E4F-7940-24C1454C7B2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89A9C4-D40B-4D93-C292-4CCD296BB5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200;p20">
            <a:extLst>
              <a:ext uri="{FF2B5EF4-FFF2-40B4-BE49-F238E27FC236}">
                <a16:creationId xmlns:a16="http://schemas.microsoft.com/office/drawing/2014/main" id="{2AD044AA-55D0-4CF0-1C59-28D0C82A8478}"/>
              </a:ext>
            </a:extLst>
          </p:cNvPr>
          <p:cNvSpPr/>
          <p:nvPr/>
        </p:nvSpPr>
        <p:spPr>
          <a:xfrm>
            <a:off x="2314808" y="3655179"/>
            <a:ext cx="2801477" cy="43785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90543369-9F9E-3281-6A36-D6565C56ACB8}"/>
              </a:ext>
            </a:extLst>
          </p:cNvPr>
          <p:cNvSpPr txBox="1"/>
          <p:nvPr/>
        </p:nvSpPr>
        <p:spPr>
          <a:xfrm>
            <a:off x="6982613" y="2936588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Boolean value </a:t>
            </a:r>
            <a:b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is True if the number is positive, False otherwise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F1660D-A426-5F6C-9BA8-BC346EA4EE2E}"/>
              </a:ext>
            </a:extLst>
          </p:cNvPr>
          <p:cNvCxnSpPr/>
          <p:nvPr/>
        </p:nvCxnSpPr>
        <p:spPr>
          <a:xfrm flipH="1">
            <a:off x="5326581" y="3290882"/>
            <a:ext cx="2438400" cy="4451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934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776EEA9-A5FD-03EC-4B4A-F19A80E0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BA206C5-C77B-6DEB-19F8-B0037B7BBB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FF015DD-2D2A-0155-3848-1839984D127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485CBDE-576E-4E91-EF89-E6CD10BBE2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082A83-4059-BF66-DF7B-D500B05B245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Google Shape;200;p20">
            <a:extLst>
              <a:ext uri="{FF2B5EF4-FFF2-40B4-BE49-F238E27FC236}">
                <a16:creationId xmlns:a16="http://schemas.microsoft.com/office/drawing/2014/main" id="{633C53E9-7CC7-210A-614A-8BB99DBC48BC}"/>
              </a:ext>
            </a:extLst>
          </p:cNvPr>
          <p:cNvSpPr/>
          <p:nvPr/>
        </p:nvSpPr>
        <p:spPr>
          <a:xfrm>
            <a:off x="2329662" y="4365983"/>
            <a:ext cx="3247275" cy="833541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234C466-D19C-B048-FB41-0DEB5AA75B4A}"/>
              </a:ext>
            </a:extLst>
          </p:cNvPr>
          <p:cNvCxnSpPr>
            <a:cxnSpLocks/>
          </p:cNvCxnSpPr>
          <p:nvPr/>
        </p:nvCxnSpPr>
        <p:spPr>
          <a:xfrm flipH="1" flipV="1">
            <a:off x="5692728" y="4514102"/>
            <a:ext cx="2576934" cy="1370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Google Shape;198;p20">
            <a:extLst>
              <a:ext uri="{FF2B5EF4-FFF2-40B4-BE49-F238E27FC236}">
                <a16:creationId xmlns:a16="http://schemas.microsoft.com/office/drawing/2014/main" id="{DACD87A9-BEF0-7EE4-4D32-39FE17C32A7F}"/>
              </a:ext>
            </a:extLst>
          </p:cNvPr>
          <p:cNvSpPr txBox="1"/>
          <p:nvPr/>
        </p:nvSpPr>
        <p:spPr>
          <a:xfrm>
            <a:off x="7358820" y="4444517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Translation: </a:t>
            </a: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the number is positive, print “positive number”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4396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EE90743-698C-DBF5-D9C0-CA36AF44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3473F28-31A3-56EB-4714-8F91B3613F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601FD36-AB53-4D98-5FA6-328FCA7ACDFF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1433B58-C251-9CA3-C22A-1B54AC8429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A849DC-DB6C-3761-CC83-E31BA4118D7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8858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97A8865-6727-B946-F9B0-CD0D15B7B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D19A3E1-37B1-1471-01C0-FA4D003BC9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214D094-2EB6-1FD2-6352-8B1528DE0134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7B23182-0C22-B147-77F8-1EE58AE6BA9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9F4743-530A-3BD2-D2D0-41592B4A64B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Google Shape;200;p20">
            <a:extLst>
              <a:ext uri="{FF2B5EF4-FFF2-40B4-BE49-F238E27FC236}">
                <a16:creationId xmlns:a16="http://schemas.microsoft.com/office/drawing/2014/main" id="{91570527-E7C4-A336-A8D7-43605AAA88CC}"/>
              </a:ext>
            </a:extLst>
          </p:cNvPr>
          <p:cNvSpPr/>
          <p:nvPr/>
        </p:nvSpPr>
        <p:spPr>
          <a:xfrm>
            <a:off x="2329663" y="4365984"/>
            <a:ext cx="337338" cy="43785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198;p20">
            <a:extLst>
              <a:ext uri="{FF2B5EF4-FFF2-40B4-BE49-F238E27FC236}">
                <a16:creationId xmlns:a16="http://schemas.microsoft.com/office/drawing/2014/main" id="{0DAAFE2E-CAC1-9281-EA4A-10AB27A762EF}"/>
              </a:ext>
            </a:extLst>
          </p:cNvPr>
          <p:cNvSpPr txBox="1"/>
          <p:nvPr/>
        </p:nvSpPr>
        <p:spPr>
          <a:xfrm>
            <a:off x="5428275" y="3579538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 keyword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F36A7D7-2295-9E12-7187-048CEC847D44}"/>
              </a:ext>
            </a:extLst>
          </p:cNvPr>
          <p:cNvCxnSpPr>
            <a:cxnSpLocks/>
          </p:cNvCxnSpPr>
          <p:nvPr/>
        </p:nvCxnSpPr>
        <p:spPr>
          <a:xfrm flipH="1">
            <a:off x="2887980" y="3886585"/>
            <a:ext cx="3565975" cy="4793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1175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B9FFD0E-6422-2394-EF4A-26682B1F7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C804713-8639-B1B3-0EA9-4AC8CD71A7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D88A6A2-C7F7-83D0-A298-CE4F0B0740D1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FEF24C5-2A2A-4A72-3081-BB3CC5802B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62495E-7348-B3CD-4F2D-D09AC2ADA6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200;p20">
            <a:extLst>
              <a:ext uri="{FF2B5EF4-FFF2-40B4-BE49-F238E27FC236}">
                <a16:creationId xmlns:a16="http://schemas.microsoft.com/office/drawing/2014/main" id="{D1028D63-601A-2782-5CA9-8B99B5A9C504}"/>
              </a:ext>
            </a:extLst>
          </p:cNvPr>
          <p:cNvSpPr/>
          <p:nvPr/>
        </p:nvSpPr>
        <p:spPr>
          <a:xfrm>
            <a:off x="3811846" y="4419600"/>
            <a:ext cx="190129" cy="32004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198;p20">
            <a:extLst>
              <a:ext uri="{FF2B5EF4-FFF2-40B4-BE49-F238E27FC236}">
                <a16:creationId xmlns:a16="http://schemas.microsoft.com/office/drawing/2014/main" id="{123D073C-FCE1-720E-A719-938988968E23}"/>
              </a:ext>
            </a:extLst>
          </p:cNvPr>
          <p:cNvSpPr txBox="1"/>
          <p:nvPr/>
        </p:nvSpPr>
        <p:spPr>
          <a:xfrm>
            <a:off x="6014487" y="4493434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Colon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4CB9ED-0F40-4803-68CE-8939910595FC}"/>
              </a:ext>
            </a:extLst>
          </p:cNvPr>
          <p:cNvCxnSpPr>
            <a:cxnSpLocks/>
          </p:cNvCxnSpPr>
          <p:nvPr/>
        </p:nvCxnSpPr>
        <p:spPr>
          <a:xfrm flipH="1" flipV="1">
            <a:off x="4132620" y="4578082"/>
            <a:ext cx="3106380" cy="1615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9979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DD4EDE9-681F-5741-F9FD-548E658E0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09C04A4-05D5-9562-C753-68637D3739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E8AB693-B080-3212-4F81-23CA596B4844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ABA99F1-2204-384B-2354-1C39091BC2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03004B-16EF-19D7-7E59-2F38756903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Google Shape;200;p20">
            <a:extLst>
              <a:ext uri="{FF2B5EF4-FFF2-40B4-BE49-F238E27FC236}">
                <a16:creationId xmlns:a16="http://schemas.microsoft.com/office/drawing/2014/main" id="{AEB2B0D8-FD64-D64B-3731-2D3636CFBEE5}"/>
              </a:ext>
            </a:extLst>
          </p:cNvPr>
          <p:cNvSpPr/>
          <p:nvPr/>
        </p:nvSpPr>
        <p:spPr>
          <a:xfrm flipV="1">
            <a:off x="2782792" y="4765734"/>
            <a:ext cx="2749056" cy="350997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04A7375-16F2-2B92-64BB-AF4016FA6724}"/>
              </a:ext>
            </a:extLst>
          </p:cNvPr>
          <p:cNvCxnSpPr>
            <a:cxnSpLocks/>
          </p:cNvCxnSpPr>
          <p:nvPr/>
        </p:nvCxnSpPr>
        <p:spPr>
          <a:xfrm flipH="1">
            <a:off x="5692728" y="4015740"/>
            <a:ext cx="2437812" cy="9342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Google Shape;198;p20">
            <a:extLst>
              <a:ext uri="{FF2B5EF4-FFF2-40B4-BE49-F238E27FC236}">
                <a16:creationId xmlns:a16="http://schemas.microsoft.com/office/drawing/2014/main" id="{195F24D6-7518-C09C-4AD0-B5DBEA38E3AE}"/>
              </a:ext>
            </a:extLst>
          </p:cNvPr>
          <p:cNvSpPr txBox="1"/>
          <p:nvPr/>
        </p:nvSpPr>
        <p:spPr>
          <a:xfrm>
            <a:off x="7745188" y="3700989"/>
            <a:ext cx="3532412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if statement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Everything here will be run if the Boolean is True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031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38DC4A8-698D-97CE-A0A8-23289E29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85B8EFE-70EC-8906-E93B-DC60319F1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1F9E92D-23F2-0F98-EC0B-42C8B46CD4F2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98763D6-C7BD-0E1C-5653-47E6CFBE9BC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7AADD0-BB29-EE89-F63A-0D426A21E8E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7526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BA9CD03-AD28-7B1F-E2A1-2CCA6230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F7E5321-B98B-0205-C987-73510701A1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F65E439-593E-B775-E784-207BA80F128C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A5C02BD-7EB7-BDF5-3E9D-06B12A0592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D9C60B-F367-574C-FB40-02EA1E704D6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09129" y="2944374"/>
            <a:ext cx="3422238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3" name="Google Shape;200;p20">
            <a:extLst>
              <a:ext uri="{FF2B5EF4-FFF2-40B4-BE49-F238E27FC236}">
                <a16:creationId xmlns:a16="http://schemas.microsoft.com/office/drawing/2014/main" id="{85031116-36B7-E186-5A73-F0C3B151C208}"/>
              </a:ext>
            </a:extLst>
          </p:cNvPr>
          <p:cNvSpPr/>
          <p:nvPr/>
        </p:nvSpPr>
        <p:spPr>
          <a:xfrm flipV="1">
            <a:off x="2403796" y="4719080"/>
            <a:ext cx="387674" cy="35099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220DF87-DE8C-4A1E-C2F4-A18399A96EAE}"/>
              </a:ext>
            </a:extLst>
          </p:cNvPr>
          <p:cNvCxnSpPr>
            <a:cxnSpLocks/>
          </p:cNvCxnSpPr>
          <p:nvPr/>
        </p:nvCxnSpPr>
        <p:spPr>
          <a:xfrm flipH="1">
            <a:off x="2873643" y="4480560"/>
            <a:ext cx="3900537" cy="2385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198;p20">
            <a:extLst>
              <a:ext uri="{FF2B5EF4-FFF2-40B4-BE49-F238E27FC236}">
                <a16:creationId xmlns:a16="http://schemas.microsoft.com/office/drawing/2014/main" id="{2467F96D-F7C7-1007-0D72-CC66585E0C6E}"/>
              </a:ext>
            </a:extLst>
          </p:cNvPr>
          <p:cNvSpPr txBox="1"/>
          <p:nvPr/>
        </p:nvSpPr>
        <p:spPr>
          <a:xfrm>
            <a:off x="5631367" y="4241018"/>
            <a:ext cx="589472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Indentation: This is important!</a:t>
            </a:r>
            <a:b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Python tells what is in the body by looking at which code is indented!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0962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037C9B9-21B3-D336-0923-2AAE6738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271FE70-9810-70F3-2FED-98D5435EDD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A1A13B6-4B03-0A8C-209B-D39AEE5A4A19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22FE58F-DB3A-BA64-D2CE-7F03A0E234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D7FF9E-8620-7FE5-9E5B-6C78314622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68729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85ECC62-4AC9-3275-5A53-06D7E8D2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D8DF473-4841-8ECF-5C8A-80E623760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D153744-445E-0AA5-CCF3-A9D9EADE1127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785796D-5A8B-9F9E-E769-4030577876D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86C532-B259-B7E7-F47F-012680B32B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8" name="Google Shape;198;p20">
            <a:extLst>
              <a:ext uri="{FF2B5EF4-FFF2-40B4-BE49-F238E27FC236}">
                <a16:creationId xmlns:a16="http://schemas.microsoft.com/office/drawing/2014/main" id="{4AE2909E-57D8-10A4-A04F-4A66FE74FB43}"/>
              </a:ext>
            </a:extLst>
          </p:cNvPr>
          <p:cNvSpPr txBox="1"/>
          <p:nvPr/>
        </p:nvSpPr>
        <p:spPr>
          <a:xfrm>
            <a:off x="6620933" y="4680721"/>
            <a:ext cx="4226008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Often we don’t bother naming the boolean, and instead write it directly inside the if statement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6623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636E53F-43FA-15C8-A41F-B3CFB58FC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924FEE4-1EDC-4CED-A834-27A6A6BB7B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DAF060B-4985-10C9-2BA1-17E03B54AE29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5934475-C2D6-0402-4947-76510BF13F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3C5F95-4BA3-0696-9789-4423284FA18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200;p20">
            <a:extLst>
              <a:ext uri="{FF2B5EF4-FFF2-40B4-BE49-F238E27FC236}">
                <a16:creationId xmlns:a16="http://schemas.microsoft.com/office/drawing/2014/main" id="{910F4D76-99E8-7D5C-E9F0-0C4DC60A6B49}"/>
              </a:ext>
            </a:extLst>
          </p:cNvPr>
          <p:cNvSpPr/>
          <p:nvPr/>
        </p:nvSpPr>
        <p:spPr>
          <a:xfrm>
            <a:off x="7333198" y="2680003"/>
            <a:ext cx="2801477" cy="43785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583C2E44-6023-4D47-C95C-44FD77B13D05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262859B9-BBEB-0EED-93F8-A6B2090826B7}"/>
              </a:ext>
            </a:extLst>
          </p:cNvPr>
          <p:cNvSpPr txBox="1"/>
          <p:nvPr/>
        </p:nvSpPr>
        <p:spPr>
          <a:xfrm>
            <a:off x="6620933" y="4680721"/>
            <a:ext cx="4226008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Often we don’t bother naming the boolean, and instead write it directly inside the if statement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" name="Google Shape;137;p17">
            <a:extLst>
              <a:ext uri="{FF2B5EF4-FFF2-40B4-BE49-F238E27FC236}">
                <a16:creationId xmlns:a16="http://schemas.microsoft.com/office/drawing/2014/main" id="{B63EB012-9AFA-0820-A3BF-5429AB2B4676}"/>
              </a:ext>
            </a:extLst>
          </p:cNvPr>
          <p:cNvCxnSpPr>
            <a:cxnSpLocks/>
          </p:cNvCxnSpPr>
          <p:nvPr/>
        </p:nvCxnSpPr>
        <p:spPr>
          <a:xfrm>
            <a:off x="8017669" y="3117853"/>
            <a:ext cx="207169" cy="237328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6287734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28EC14C-2C6D-6958-0A24-E2EAAFBE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5F4FCA1-CB87-75AD-0CF3-3AD495DF32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34EB6F-82FF-D6EB-688E-2C381FB8F09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2758" y="2656176"/>
            <a:ext cx="2846617" cy="568037"/>
          </a:xfrm>
          <a:prstGeom prst="rect">
            <a:avLst/>
          </a:prstGeom>
          <a:ln>
            <a:noFill/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3C7E72B-F6C1-93AE-7D03-E53117446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B260F0A-A76D-9C53-5C2C-4391550BEA2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3027937-0533-E5CF-ECDD-9AA31BDE96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E9CAC4-59AF-93B1-8E16-B80F850DB31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84456" y="3448071"/>
            <a:ext cx="1159519" cy="322386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1AADF5-99D1-D63A-AEFE-1C42F7DF7B3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2758" y="3410950"/>
            <a:ext cx="3320192" cy="806493"/>
          </a:xfrm>
          <a:prstGeom prst="rect">
            <a:avLst/>
          </a:prstGeom>
        </p:spPr>
      </p:pic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BA326EFF-EB34-2DD7-4BED-8EC582678142}"/>
              </a:ext>
            </a:extLst>
          </p:cNvPr>
          <p:cNvSpPr txBox="1"/>
          <p:nvPr/>
        </p:nvSpPr>
        <p:spPr>
          <a:xfrm>
            <a:off x="6620933" y="4680721"/>
            <a:ext cx="4226008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Often we don’t bother naming the boolean, and instead write it directly inside the if statement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1853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46623D3-5AED-7D98-D7C2-BA50E895B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52CAB8C-B6CB-DACE-8DB3-C74479752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0AD9564-E810-CF24-3551-BE63E3482F4A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D32C585-6FAF-FEE2-6639-10C76E2F808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B1B450-CF34-4BB0-24CC-3A58AB41921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24584742-3AF3-8A89-99B2-7F4CDF372D7E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9956BB-5D87-37A1-83A5-A597431D01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F8C9B4-11F6-1135-82A1-7982A6D8170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13237" y="2634937"/>
            <a:ext cx="3291946" cy="7996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91A8826-CE6D-CEF3-6FB1-A1FDFA619B8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50246" y="2065867"/>
            <a:ext cx="3825754" cy="2117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4BEF84-7413-F025-7A1A-32DBEB247B7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42927" y="3503430"/>
            <a:ext cx="3825754" cy="6803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91273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7924296-C755-9C3D-CAD4-C70B53DF6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E844871-F638-1415-D2AC-0CC8C149CD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16B2E8D-91DB-2C0A-51CC-FFE9E5EAC1D2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2AEAB23-0D23-E5FF-511B-5DF336799E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6DB490-5923-EB69-76CD-72E76992AF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808CADEA-166A-6B12-2053-7857BB056A37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415158-A90E-6A82-4B22-3A310B2B942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FD133C-27F1-A300-F9B4-8F8A5ED10F9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13237" y="2634937"/>
            <a:ext cx="3291946" cy="7996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650DEC0-57BC-FA33-8E7C-147F3AD618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50246" y="2065867"/>
            <a:ext cx="3825754" cy="21179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20326B3-F7BE-1EA1-06FE-88DDF2A7FE0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42927" y="3503430"/>
            <a:ext cx="3825754" cy="6803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1258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E05BADE-2AFA-34F6-5CB1-B80F3134C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5EBF4B4-A11D-63CD-7CE3-256A4F33B1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8BA380F-25C6-01C4-941B-9431347C7E05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50BC37E-CEE0-4CBD-BA78-700E8960D35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8DA4DA-7AEC-0A4F-1910-22E09F7E6C2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D1A0F6A6-605B-5EA1-D21F-3611E9CDB0FC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B74D48-BEE2-464E-A7AE-A9695143759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46098A-BFDE-DF31-CFD4-E43399B8C6F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13237" y="2634937"/>
            <a:ext cx="3291946" cy="7996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FD86434-EFE4-2343-18AC-0D2315306EA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50246" y="2065867"/>
            <a:ext cx="3825754" cy="211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755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27CFB7A-5570-F94B-97D8-FBFB05D7A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48C0F20-808D-F447-30DB-DC6505B58E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A2C1F17-3089-755A-5947-A0235CE6D9D1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E44AE00-1EE8-E4FC-579F-13019A70C5A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958F8C-186C-1D03-CFD9-BF391FD9CD9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6A0A3BE2-FF67-BF2C-EAEF-36D8AFC34BA1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F5D2BC-F2CB-C576-DFF8-BDF0283400D0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8D5D58-DD44-9DEF-4768-E37D8F47E06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13237" y="2634937"/>
            <a:ext cx="3291946" cy="7996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6943924-01F0-44C3-0B31-869CCE8571B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50246" y="2065867"/>
            <a:ext cx="3825754" cy="2117908"/>
          </a:xfrm>
          <a:prstGeom prst="rect">
            <a:avLst/>
          </a:prstGeom>
        </p:spPr>
      </p:pic>
      <p:sp>
        <p:nvSpPr>
          <p:cNvPr id="36" name="Google Shape;198;p20">
            <a:extLst>
              <a:ext uri="{FF2B5EF4-FFF2-40B4-BE49-F238E27FC236}">
                <a16:creationId xmlns:a16="http://schemas.microsoft.com/office/drawing/2014/main" id="{D163D6DD-7D83-3ED2-7949-D21B91349449}"/>
              </a:ext>
            </a:extLst>
          </p:cNvPr>
          <p:cNvSpPr txBox="1"/>
          <p:nvPr/>
        </p:nvSpPr>
        <p:spPr>
          <a:xfrm>
            <a:off x="6773333" y="4833121"/>
            <a:ext cx="4226008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Translation: If the number is positive, print “positive number”, otherwise print “Non-positive number”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6676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CCE3CF8-176E-C22C-5EFF-D3A780E3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9AEE1EA-A345-F10A-A522-284049FAB9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4B0AF64-3817-ABA0-9A0C-803103845120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B9C27FB-F11A-FAE8-A1F2-ECE0BA474B6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3B2CB5-12A9-69AF-B9CA-07A0DDEDAF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686287A7-C9D3-0700-CAF0-E7CA0C2CAB6D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383C5B-2FED-AADA-EBC7-E555733C5D1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0C639B-5222-9828-6605-631C9316522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13237" y="2634937"/>
            <a:ext cx="3291946" cy="79963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EFA6AB7-D975-3B11-6079-C2F1162BACC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50246" y="2065867"/>
            <a:ext cx="3825754" cy="211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948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0149CDD-A920-BA20-1D55-703FC4B47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F53B14D-C47E-18B8-FF94-FEBD966A35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3E2B4C7-E7B3-3E98-EA50-9EA3D11CE97F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05C54E0-2529-5C63-61AA-34782E94D6E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CBB140-1FA9-8751-34A2-B96B5C86BC5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2224E972-8F07-D65D-D8AF-4E4E6C55E3BE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5176988-3CF3-AE99-1FBF-346F8040AB0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162D06-3B76-C93E-8E23-A39ED145C91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7" y="1990278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42EFC6-98BA-49CA-C012-BF4B77B6330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2237" y="3502724"/>
            <a:ext cx="3702775" cy="13621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51720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6E8DE47-9C94-4B85-771D-D733CDC7C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DF47241-7D02-6DDC-DE7B-9EE2D69C25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C788B25-5EF1-6B30-050D-E996C59D95B5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C8C598E-18CD-C507-F129-D033674365B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67580C-8D54-E621-FD67-1B786A63671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6A7F25DE-2D02-C742-D94A-157ABBA400F7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3DC50A-41FA-8D01-E6E1-0095C87B51A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E402A97-CB28-A83E-2019-4142564C29D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7" y="1990278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05946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AA560B2-F6B2-9D6A-7971-04C88D48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DC4B3BD-E3C6-0E33-9D82-8EB6BB875C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38DD658-55DA-6BEF-C5F8-AE4C2CE7FFFE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C7F0F34-A338-85EC-A9B7-9CA04E1ECA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B6625D-D34B-DC65-3AA4-CB5629EA52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B2211081-BBF5-9E5E-F1D7-70AE9D5F43B5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7AA9E8-ED11-FBA4-60D9-F1295A7774C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E09278-C02C-EC8C-525C-28434657EB6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7" y="1990278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E9FC9EE7-982A-D719-0E58-C531C0E41261}"/>
              </a:ext>
            </a:extLst>
          </p:cNvPr>
          <p:cNvSpPr txBox="1"/>
          <p:nvPr/>
        </p:nvSpPr>
        <p:spPr>
          <a:xfrm>
            <a:off x="1600484" y="4456355"/>
            <a:ext cx="422600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First, the if statement is checked…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00;p20">
            <a:extLst>
              <a:ext uri="{FF2B5EF4-FFF2-40B4-BE49-F238E27FC236}">
                <a16:creationId xmlns:a16="http://schemas.microsoft.com/office/drawing/2014/main" id="{9AB6E8BC-1804-233F-9BA7-54C459CDD2DE}"/>
              </a:ext>
            </a:extLst>
          </p:cNvPr>
          <p:cNvSpPr/>
          <p:nvPr/>
        </p:nvSpPr>
        <p:spPr>
          <a:xfrm>
            <a:off x="7751968" y="2777464"/>
            <a:ext cx="1306167" cy="27636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832522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12D1CB4-5387-7336-AEB2-4024C8A8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B2D149F-3E1C-610A-7F67-AA3EE42915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C6AEC05-7A0D-30C0-D1A4-ACDE4DD8D00D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62584E9-A70D-33E1-EFB4-8DC6903BEE2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835CE2-5083-93C2-EDF2-BD6234E156D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F01F3B53-C5D5-8704-ADA9-5A425E95309D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C745CB-1ED1-9EEC-01B0-65581F46222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5F4F5B-CFF8-60C3-871E-8595FCEDA7A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7" y="1990278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87E08C4C-BFE1-D931-C651-C080FF89B697}"/>
              </a:ext>
            </a:extLst>
          </p:cNvPr>
          <p:cNvSpPr txBox="1"/>
          <p:nvPr/>
        </p:nvSpPr>
        <p:spPr>
          <a:xfrm>
            <a:off x="1600484" y="4456355"/>
            <a:ext cx="422600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First, the if statement is checked…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00;p20">
            <a:extLst>
              <a:ext uri="{FF2B5EF4-FFF2-40B4-BE49-F238E27FC236}">
                <a16:creationId xmlns:a16="http://schemas.microsoft.com/office/drawing/2014/main" id="{D82F9B8D-A942-B67C-2E18-31C266437E84}"/>
              </a:ext>
            </a:extLst>
          </p:cNvPr>
          <p:cNvSpPr/>
          <p:nvPr/>
        </p:nvSpPr>
        <p:spPr>
          <a:xfrm>
            <a:off x="7784455" y="3163876"/>
            <a:ext cx="2985874" cy="305646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56772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4E4ACBE-BE40-5A37-0E66-596C4880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462ABD2-DB47-B643-441E-FCDCC7F743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668BE80-BDD9-62D6-E1E7-E698D994B6AF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BC3D073-3C51-A823-98DE-AC5D9E9FE8C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4B798B-FF0A-0C72-7AEE-89DCF971558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43FADD5F-E870-3361-1E55-BD06294D8616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1B0E09-ED92-F698-B14A-9E25805BAA8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301946-E3CD-DA32-6369-C25DEDB57F04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7" y="1990278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5615BB60-128F-7BF7-C975-41631C0EE538}"/>
              </a:ext>
            </a:extLst>
          </p:cNvPr>
          <p:cNvSpPr txBox="1"/>
          <p:nvPr/>
        </p:nvSpPr>
        <p:spPr>
          <a:xfrm>
            <a:off x="1600484" y="4456355"/>
            <a:ext cx="422600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First, the if statement is checked…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DA27C250-6AF9-F1D1-497E-C0BC0B0C3B79}"/>
              </a:ext>
            </a:extLst>
          </p:cNvPr>
          <p:cNvSpPr txBox="1"/>
          <p:nvPr/>
        </p:nvSpPr>
        <p:spPr>
          <a:xfrm>
            <a:off x="1598881" y="4907139"/>
            <a:ext cx="4226008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the condition in the if is False, the elif is checked…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00;p20">
            <a:extLst>
              <a:ext uri="{FF2B5EF4-FFF2-40B4-BE49-F238E27FC236}">
                <a16:creationId xmlns:a16="http://schemas.microsoft.com/office/drawing/2014/main" id="{41F1B626-569D-1FBC-4A9E-1478B2352790}"/>
              </a:ext>
            </a:extLst>
          </p:cNvPr>
          <p:cNvSpPr/>
          <p:nvPr/>
        </p:nvSpPr>
        <p:spPr>
          <a:xfrm>
            <a:off x="7981639" y="3510638"/>
            <a:ext cx="1491714" cy="296939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17850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6A95F6F-2564-C652-2C54-C8E3C9710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1D00C7B-E778-3085-6EC7-D3B52E5E2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6CA17EF-707E-C381-17B5-8DAE30823297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94DC2B1-D00F-1518-433F-20AAD9B270B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BFEC52-F951-9F93-14A2-304EB6E071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Google Shape;200;p20">
            <a:extLst>
              <a:ext uri="{FF2B5EF4-FFF2-40B4-BE49-F238E27FC236}">
                <a16:creationId xmlns:a16="http://schemas.microsoft.com/office/drawing/2014/main" id="{C727FACB-41E4-2B69-F57F-8B56EEDB67A6}"/>
              </a:ext>
            </a:extLst>
          </p:cNvPr>
          <p:cNvSpPr/>
          <p:nvPr/>
        </p:nvSpPr>
        <p:spPr>
          <a:xfrm>
            <a:off x="7784456" y="3410950"/>
            <a:ext cx="1241192" cy="39662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DA7441-0092-9051-D812-CDD85E5CA55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F751A8-B0AE-35B9-9C54-CBC056AC347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7" y="1990278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9FB62263-FC14-F8B0-67E5-A8B898A07DF9}"/>
              </a:ext>
            </a:extLst>
          </p:cNvPr>
          <p:cNvSpPr txBox="1"/>
          <p:nvPr/>
        </p:nvSpPr>
        <p:spPr>
          <a:xfrm>
            <a:off x="1600484" y="4456355"/>
            <a:ext cx="422600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First, the if statement is checked…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79559831-C5E1-E6AA-563C-F47D4873405E}"/>
              </a:ext>
            </a:extLst>
          </p:cNvPr>
          <p:cNvSpPr txBox="1"/>
          <p:nvPr/>
        </p:nvSpPr>
        <p:spPr>
          <a:xfrm>
            <a:off x="1598881" y="4907139"/>
            <a:ext cx="4226008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the condition in the if is False, the elif is checked…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00;p20">
            <a:extLst>
              <a:ext uri="{FF2B5EF4-FFF2-40B4-BE49-F238E27FC236}">
                <a16:creationId xmlns:a16="http://schemas.microsoft.com/office/drawing/2014/main" id="{F69B0F9D-889A-BFC9-C9AC-BFA9F05F9A72}"/>
              </a:ext>
            </a:extLst>
          </p:cNvPr>
          <p:cNvSpPr/>
          <p:nvPr/>
        </p:nvSpPr>
        <p:spPr>
          <a:xfrm>
            <a:off x="7849602" y="3853599"/>
            <a:ext cx="1623751" cy="330175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3163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FE2D289-AEAF-9BFA-4D87-D152E3A2C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3BE2D4E-0927-C08B-A9CE-BC09E1A6E9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97B520A-5301-68EC-43EC-5269D42A5F4B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33E4C87-89E2-1D36-8754-82D2CA63BEC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C2E658-DE6E-EB09-F308-62C59885F0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86C17B-FBA5-A981-F0C0-AC5D197DBB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7" y="1990278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198;p20">
            <a:extLst>
              <a:ext uri="{FF2B5EF4-FFF2-40B4-BE49-F238E27FC236}">
                <a16:creationId xmlns:a16="http://schemas.microsoft.com/office/drawing/2014/main" id="{798313BF-847E-5A8F-70F6-F62F39D76CBB}"/>
              </a:ext>
            </a:extLst>
          </p:cNvPr>
          <p:cNvSpPr txBox="1"/>
          <p:nvPr/>
        </p:nvSpPr>
        <p:spPr>
          <a:xfrm>
            <a:off x="1600484" y="4456355"/>
            <a:ext cx="422600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First, the if statement is checked…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04327D1B-9BC3-B428-5770-B1BBEDDF6C87}"/>
              </a:ext>
            </a:extLst>
          </p:cNvPr>
          <p:cNvSpPr txBox="1"/>
          <p:nvPr/>
        </p:nvSpPr>
        <p:spPr>
          <a:xfrm>
            <a:off x="1598881" y="4907139"/>
            <a:ext cx="4226008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If the condition in the if is False, the elif is checked…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F786315D-4F16-66C0-0F9E-FC40B2183659}"/>
              </a:ext>
            </a:extLst>
          </p:cNvPr>
          <p:cNvSpPr txBox="1"/>
          <p:nvPr/>
        </p:nvSpPr>
        <p:spPr>
          <a:xfrm>
            <a:off x="1598881" y="5622911"/>
            <a:ext cx="4226008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Lastly, if the if and elif conditions are False, the else is checked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00;p20">
            <a:extLst>
              <a:ext uri="{FF2B5EF4-FFF2-40B4-BE49-F238E27FC236}">
                <a16:creationId xmlns:a16="http://schemas.microsoft.com/office/drawing/2014/main" id="{8EAED613-7BEE-6B54-BFA2-AC1D5AAE0EB3}"/>
              </a:ext>
            </a:extLst>
          </p:cNvPr>
          <p:cNvSpPr/>
          <p:nvPr/>
        </p:nvSpPr>
        <p:spPr>
          <a:xfrm>
            <a:off x="7849602" y="4524628"/>
            <a:ext cx="2920727" cy="368648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52099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6EA2371-F46E-CBF2-FDB0-CA9E2E809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100A0F5-091F-A02F-791B-2A621B8D6A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DBB90D5-2AE2-FF09-5360-8E408D1E79BF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474C884-63BB-78E6-9C3C-E49ACE4DAC3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F641E8-5E02-1C69-FA69-C2EDC83CFB1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0467E0-5FF7-F294-1936-B9627A69490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7" y="1990278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994201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B9AAB8C-138B-462E-4CFD-6575E3966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9C89F49-8346-230A-D676-E927A07B9B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If Statements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33EB54B-AA2D-5A5D-9FD9-0BA946F7102C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lets you run code when a Boolean statement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also tell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if statement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to do when the Boolean is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by using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 </a:t>
            </a:r>
            <a:r>
              <a:rPr lang="en-GB" sz="18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(short for else if) can be added to check more conditions.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Multiple </a:t>
            </a:r>
            <a:r>
              <a:rPr lang="en-GB" sz="1600" b="1" i="1" dirty="0" err="1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elif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can be added.</a:t>
            </a: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42FCA2D-156E-4CB7-0D1F-8A025EC3B57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396BCD-7701-C76E-BB5C-7B65F35835A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8" y="1990278"/>
            <a:ext cx="3980119" cy="2255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CC0974-D599-9229-C3A7-62469F7B169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429029" y="2638125"/>
            <a:ext cx="3291946" cy="1545650"/>
          </a:xfrm>
          <a:prstGeom prst="rect">
            <a:avLst/>
          </a:prstGeom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38D49D7-4665-35D0-C711-84263743AE0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14527" y="1990278"/>
            <a:ext cx="3980119" cy="29584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31691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CD7828D-746C-5CBF-0CE3-4D0A4D02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B5667F0-D01D-71A1-5964-4A2AFEDB8F46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2630FDBF-F6C7-F12E-DF40-F2BE4F4B7A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Jupyter notebooks – a basic analogy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ED2F9FC9-5D2E-6517-FFFE-E6733111CD31}"/>
              </a:ext>
            </a:extLst>
          </p:cNvPr>
          <p:cNvSpPr txBox="1"/>
          <p:nvPr/>
        </p:nvSpPr>
        <p:spPr>
          <a:xfrm>
            <a:off x="1036319" y="1607111"/>
            <a:ext cx="5656711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Think of your notebook cells as a set of separable instructions</a:t>
            </a:r>
          </a:p>
          <a:p>
            <a:pPr marL="45720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kernel is like your helper, with a whiteboard in the next room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spcBef>
                <a:spcPts val="600"/>
              </a:spcBef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Running a cell = handing an instruction to your helper.</a:t>
            </a:r>
          </a:p>
          <a:p>
            <a:pPr marL="914400" lvl="1" indent="-330200">
              <a:lnSpc>
                <a:spcPct val="90000"/>
              </a:lnSpc>
              <a:spcBef>
                <a:spcPts val="600"/>
              </a:spcBef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Your helper writes the instruction on their whiteboard</a:t>
            </a:r>
          </a:p>
          <a:p>
            <a:pPr marL="914400" lvl="1" indent="-330200">
              <a:lnSpc>
                <a:spcPct val="90000"/>
              </a:lnSpc>
              <a:spcBef>
                <a:spcPts val="600"/>
              </a:spcBef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whiteboard is the memory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1670436-32F6-EC23-F913-D4962F6BF25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A98DC4-851B-DB24-EA3A-1E29AEAD4C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6819" y="2183697"/>
            <a:ext cx="4677324" cy="275136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67321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A8955671-9B82-0B4B-8C60-EE476EF1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98D91D-3F2D-678C-04F7-8B42CF0EB66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B0F1995-4A65-A8AE-80E8-C8A55DE9CC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Jupyter notebooks – a basic analogy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70C2D1C-9455-766C-F462-F70A3C70492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0EF4DA-B242-3185-EF46-F3C0B4543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46819" y="2183697"/>
            <a:ext cx="4677324" cy="2751366"/>
          </a:xfrm>
          <a:prstGeom prst="rect">
            <a:avLst/>
          </a:prstGeom>
          <a:ln>
            <a:noFill/>
          </a:ln>
        </p:spPr>
      </p:pic>
      <p:sp>
        <p:nvSpPr>
          <p:cNvPr id="5" name="Google Shape;150;p19">
            <a:extLst>
              <a:ext uri="{FF2B5EF4-FFF2-40B4-BE49-F238E27FC236}">
                <a16:creationId xmlns:a16="http://schemas.microsoft.com/office/drawing/2014/main" id="{14FC3632-5CDD-0B16-3CD3-3E52E7D3DA86}"/>
              </a:ext>
            </a:extLst>
          </p:cNvPr>
          <p:cNvSpPr txBox="1"/>
          <p:nvPr/>
        </p:nvSpPr>
        <p:spPr>
          <a:xfrm>
            <a:off x="1188720" y="1759511"/>
            <a:ext cx="563628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42913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helper only knows what you've handed over. A cell you haven't run never reached them.</a:t>
            </a:r>
          </a:p>
          <a:p>
            <a:pPr marL="442913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helper works in the order you hand things over, not the order on the page.</a:t>
            </a:r>
          </a:p>
          <a:p>
            <a:pPr marL="442913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Deleting a cell doesn't rub anything off the board. The helper already wrote it down.</a:t>
            </a:r>
          </a:p>
          <a:p>
            <a:pPr marL="442913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Restarting the kernel wipes the board clean, so you need to run your cells again from the top.</a:t>
            </a:r>
          </a:p>
          <a:p>
            <a:pPr marL="442913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Saving the notebook saves your instructions, not the whiteboard.</a:t>
            </a:r>
          </a:p>
          <a:p>
            <a:pPr marL="442913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21332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F2307E-4757-AE46-933A-F213D1E55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EA1C32-8C6B-D423-8CB6-3D7055248C0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BC0A0C0-C999-39CE-DBFC-D3655A4F3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7377B84B-0BF3-B3B1-F419-A52CB2C85416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7CC67C8-6803-629A-06F0-5648E7B410A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6649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829EC131-E76E-CC83-32D4-01F857D9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15DFE22-2969-0E1B-8BC0-2725F8AE1875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02529DCE-E4AB-254E-6BC2-ED87116C08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9D709E30-0250-8F07-8A0F-9340DA7C2E70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2026”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hlinkClick r:id="rId3"/>
              </a:rPr>
              <a:t>https://github.com/jsmartinstats/SCIF10002-2026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Press clone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009DF6-F236-2E4B-4CBF-E92B0B75E20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BE4943-6B10-439E-1AD2-D9D601B53CD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2E976B-517D-CDE8-2C7A-7A6ABD442BA5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AC45B8A-0591-3357-7F76-15D31666A4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295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2324CAF-8148-7F05-D43E-B74439278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F63CB0-56DE-B75D-620C-E470AA0B5673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EA85A5C-E4ED-9295-AB4A-1E4644C69F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55743545-AEB9-8D09-C42C-9F93D74D107B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`week_02_home.ipynb`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85B908-B0F7-5660-F81F-F2AFCCD7F8E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0D4F9-E989-3D05-5B6C-415FBB367D9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4180" y="1553415"/>
            <a:ext cx="5459963" cy="3408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91358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A7CD9E0-0D5B-8024-6E13-F1B40DC2A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90CD3B-F0AF-EAB9-1656-04DB56B9A3D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98F03FCC-2567-3AB2-E3DE-83491E79AD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BFC7141-5DB4-EA25-7DC6-56647A619E0E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`week_02_home.ipynb`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A7037C8-5A20-34CF-4E0F-2A9DC69617F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97D416-8B9C-1B76-50CF-54BC4DFF588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4180" y="1553415"/>
            <a:ext cx="5459963" cy="3408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32569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38ADC45D-1FF1-F4C9-AAE2-1B794140C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E2CC1D-CA50-5DE4-9375-26BC976F387A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13E4A3D4-4911-AB41-F679-DC8C54362B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3179B0D-2444-7116-2F05-7E38EA33EB22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`week_02_home.ipynb`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If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Match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Conditional Expressions and Lazy Evaluation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F112FA9-0C7F-C33F-FC33-7F3F0F9D30E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3C28B-9CD2-9D97-8A6D-5B65146E515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4180" y="1553415"/>
            <a:ext cx="5459963" cy="3408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775903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DA4027E4-D59E-B442-2796-8FA93E3E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4862BE-9996-C72E-81EC-F69709D54AF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F493094-7B0C-B9D9-E239-CD2133CBA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6E612A6-698E-30EF-0C9A-6522481ECC28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`week_02_home.ipynb`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If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Match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Conditional Expressions and Lazy Evaluation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864BDCF-85E6-FC2D-28E7-F4115C4303F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C54C5-395F-F152-0221-1799E8E1039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4180" y="1553415"/>
            <a:ext cx="5459963" cy="34081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B3D0BD16-5256-0AA2-7947-605BB4C8EEC6}"/>
              </a:ext>
            </a:extLst>
          </p:cNvPr>
          <p:cNvSpPr txBox="1"/>
          <p:nvPr/>
        </p:nvSpPr>
        <p:spPr>
          <a:xfrm>
            <a:off x="5940335" y="5173211"/>
            <a:ext cx="461336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are not familiar with, or confident on, if statements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00;p20">
            <a:extLst>
              <a:ext uri="{FF2B5EF4-FFF2-40B4-BE49-F238E27FC236}">
                <a16:creationId xmlns:a16="http://schemas.microsoft.com/office/drawing/2014/main" id="{23DBD6A5-DFB7-3B96-A243-95F0A6764D80}"/>
              </a:ext>
            </a:extLst>
          </p:cNvPr>
          <p:cNvSpPr/>
          <p:nvPr/>
        </p:nvSpPr>
        <p:spPr>
          <a:xfrm>
            <a:off x="1519645" y="4350722"/>
            <a:ext cx="3354013" cy="319253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" name="Google Shape;137;p17">
            <a:extLst>
              <a:ext uri="{FF2B5EF4-FFF2-40B4-BE49-F238E27FC236}">
                <a16:creationId xmlns:a16="http://schemas.microsoft.com/office/drawing/2014/main" id="{E0056762-19E2-5E86-5D39-1E38F319B578}"/>
              </a:ext>
            </a:extLst>
          </p:cNvPr>
          <p:cNvCxnSpPr>
            <a:cxnSpLocks/>
          </p:cNvCxnSpPr>
          <p:nvPr/>
        </p:nvCxnSpPr>
        <p:spPr>
          <a:xfrm flipH="1" flipV="1">
            <a:off x="5359050" y="4568621"/>
            <a:ext cx="747295" cy="60459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314454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BD083DC-0F78-9114-790D-6E7CCEC53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78194C-70BF-704F-A2F0-78B2402B9D2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F04559AC-DC60-2A47-27EC-1ADCC43764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05E91B0E-9002-1E27-B0CE-16B60259BABA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`week_02_home.ipynb`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If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Match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Conditional Expressions and Lazy Evaluation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F459FB6-4B7B-7D71-F13D-EEF1D44DD93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64FD1E-CAAF-1CA7-792E-CB9C9D4E5F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4180" y="1553415"/>
            <a:ext cx="5459963" cy="34081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Google Shape;198;p20">
            <a:extLst>
              <a:ext uri="{FF2B5EF4-FFF2-40B4-BE49-F238E27FC236}">
                <a16:creationId xmlns:a16="http://schemas.microsoft.com/office/drawing/2014/main" id="{83FDB2BD-E589-08B2-FDEF-E39AC6DD7F0D}"/>
              </a:ext>
            </a:extLst>
          </p:cNvPr>
          <p:cNvSpPr txBox="1"/>
          <p:nvPr/>
        </p:nvSpPr>
        <p:spPr>
          <a:xfrm>
            <a:off x="6656483" y="5263823"/>
            <a:ext cx="4613366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have strong experience coding if statements in Python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00;p20">
            <a:extLst>
              <a:ext uri="{FF2B5EF4-FFF2-40B4-BE49-F238E27FC236}">
                <a16:creationId xmlns:a16="http://schemas.microsoft.com/office/drawing/2014/main" id="{ADEEF4DB-82B2-1E61-63E7-F503DAB502E3}"/>
              </a:ext>
            </a:extLst>
          </p:cNvPr>
          <p:cNvSpPr/>
          <p:nvPr/>
        </p:nvSpPr>
        <p:spPr>
          <a:xfrm>
            <a:off x="1519645" y="4800422"/>
            <a:ext cx="4178511" cy="372789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" name="Google Shape;137;p17">
            <a:extLst>
              <a:ext uri="{FF2B5EF4-FFF2-40B4-BE49-F238E27FC236}">
                <a16:creationId xmlns:a16="http://schemas.microsoft.com/office/drawing/2014/main" id="{40208FEA-C848-DBE5-1BAD-613631EE8C4D}"/>
              </a:ext>
            </a:extLst>
          </p:cNvPr>
          <p:cNvCxnSpPr>
            <a:cxnSpLocks/>
          </p:cNvCxnSpPr>
          <p:nvPr/>
        </p:nvCxnSpPr>
        <p:spPr>
          <a:xfrm flipH="1" flipV="1">
            <a:off x="5779437" y="5059328"/>
            <a:ext cx="877046" cy="416186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000873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E13622-04E8-75EF-7ACC-537F49D01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A695B87-1481-E1DC-8139-4489480557C8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79EB198E-95EB-9E57-4305-A934BE50E1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F06E874-B6B5-B893-63FA-2F06E26626A2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`week_02_home.ipynb`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If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Match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Conditional Expressions and Lazy Evaluation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0A6F1B-5875-BA4E-86A3-88CFE6D01A4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ADDE4C-60C4-408A-3657-EB3E70D716B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4180" y="1553415"/>
            <a:ext cx="5459963" cy="34081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Google Shape;200;p20">
            <a:extLst>
              <a:ext uri="{FF2B5EF4-FFF2-40B4-BE49-F238E27FC236}">
                <a16:creationId xmlns:a16="http://schemas.microsoft.com/office/drawing/2014/main" id="{C8FF5085-8BB1-3695-2893-F99AF19A4F89}"/>
              </a:ext>
            </a:extLst>
          </p:cNvPr>
          <p:cNvSpPr/>
          <p:nvPr/>
        </p:nvSpPr>
        <p:spPr>
          <a:xfrm>
            <a:off x="1519645" y="5250888"/>
            <a:ext cx="4259792" cy="537169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Google Shape;137;p17">
            <a:extLst>
              <a:ext uri="{FF2B5EF4-FFF2-40B4-BE49-F238E27FC236}">
                <a16:creationId xmlns:a16="http://schemas.microsoft.com/office/drawing/2014/main" id="{6D9AE11A-4236-84A6-E79F-4B7DD7D7DF2E}"/>
              </a:ext>
            </a:extLst>
          </p:cNvPr>
          <p:cNvCxnSpPr>
            <a:cxnSpLocks/>
          </p:cNvCxnSpPr>
          <p:nvPr/>
        </p:nvCxnSpPr>
        <p:spPr>
          <a:xfrm flipH="1" flipV="1">
            <a:off x="5882326" y="5530542"/>
            <a:ext cx="1093509" cy="107584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198;p20">
            <a:extLst>
              <a:ext uri="{FF2B5EF4-FFF2-40B4-BE49-F238E27FC236}">
                <a16:creationId xmlns:a16="http://schemas.microsoft.com/office/drawing/2014/main" id="{39CBB94B-212D-F3C6-97A5-E7C0C9791B9A}"/>
              </a:ext>
            </a:extLst>
          </p:cNvPr>
          <p:cNvSpPr txBox="1"/>
          <p:nvPr/>
        </p:nvSpPr>
        <p:spPr>
          <a:xfrm>
            <a:off x="6872381" y="5426444"/>
            <a:ext cx="4947442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Choose this if you are a strong Python programmer with several years experience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92441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19D2A97C-0686-68F3-3FC3-EA209E31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E18648-B952-1648-A2EE-367A47D4A8E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4EA1F595-A71F-80C3-F74D-856C5470AB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E5DECCE-A247-316E-25E0-5A302FC98614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`week_02_home.ipynb`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If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Match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Conditional Expressions and Lazy Evaluation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C5E71F1-B6DE-2415-917C-A38FB1B1C8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C8A773-BB4C-8FAD-5070-CB3F8E7287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4180" y="1553415"/>
            <a:ext cx="5459963" cy="3408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001908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47FA351B-CDEA-B525-B743-875DCDD1E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73C04D-3024-A448-BC74-960C1DC32E7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AE9628C3-8539-041F-C1B5-EA5CCACF80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38EACD6F-414F-94B0-C746-1E68611A7086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`week_02_home.ipynb`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If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Match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Conditional Expressions and Lazy Evaluation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68543E2-E4FD-A8AA-DC25-CD0535FAA96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2E8C6B-7CE1-9DCD-CD9E-1ABF70E2D4A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4180" y="1553415"/>
            <a:ext cx="5459963" cy="34081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E1CD76C1-F184-4840-2626-F5D9E38C36F5}"/>
              </a:ext>
            </a:extLst>
          </p:cNvPr>
          <p:cNvSpPr txBox="1"/>
          <p:nvPr/>
        </p:nvSpPr>
        <p:spPr>
          <a:xfrm>
            <a:off x="6268563" y="5132458"/>
            <a:ext cx="4887117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Important: If you choose the intermediate or advanced options, make sure you are comfortable with the material in Beginner first!!</a:t>
            </a:r>
            <a:endParaRPr sz="18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00;p20">
            <a:extLst>
              <a:ext uri="{FF2B5EF4-FFF2-40B4-BE49-F238E27FC236}">
                <a16:creationId xmlns:a16="http://schemas.microsoft.com/office/drawing/2014/main" id="{097ED453-CB05-B4CA-2F11-70FC03B9AF05}"/>
              </a:ext>
            </a:extLst>
          </p:cNvPr>
          <p:cNvSpPr/>
          <p:nvPr/>
        </p:nvSpPr>
        <p:spPr>
          <a:xfrm>
            <a:off x="1519644" y="4800466"/>
            <a:ext cx="4271556" cy="1015632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502791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81B78BA-0F50-CFBF-F031-C1734EECD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2BC0581-1E69-B589-A6DB-8EE6EA90387F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47D085C-55E3-BE4D-005B-71CDDDF5B1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1B6ED84F-7AE6-5A88-C118-0E57C8AD8CEE}"/>
              </a:ext>
            </a:extLst>
          </p:cNvPr>
          <p:cNvSpPr txBox="1"/>
          <p:nvPr/>
        </p:nvSpPr>
        <p:spPr>
          <a:xfrm>
            <a:off x="1036320" y="1607111"/>
            <a:ext cx="498348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`week_02_home.ipynb`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If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Match Statements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Conditional Expressions and Lazy Evaluation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EF2FC62-A31E-C9BF-8FBE-61F75E9AD32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9/10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C3875B-817A-3196-9968-677C375C30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64180" y="1553415"/>
            <a:ext cx="5459963" cy="34081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154667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76D5A69A-60AB-D322-6FAF-23252EB3C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5A5C96-8C5E-9536-6396-CB145EFBBFB5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CB1A462-980A-760C-C4E8-7C8BFC0F7E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1099" y="15801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Accessing </a:t>
            </a:r>
            <a:r>
              <a:rPr lang="en-GB" dirty="0" err="1"/>
              <a:t>Noteable</a:t>
            </a:r>
            <a:endParaRPr dirty="0"/>
          </a:p>
        </p:txBody>
      </p:sp>
      <p:sp>
        <p:nvSpPr>
          <p:cNvPr id="150" name="Google Shape;150;p19">
            <a:extLst>
              <a:ext uri="{FF2B5EF4-FFF2-40B4-BE49-F238E27FC236}">
                <a16:creationId xmlns:a16="http://schemas.microsoft.com/office/drawing/2014/main" id="{193D9673-EBCA-AD99-95F9-A0D742E0DA86}"/>
              </a:ext>
            </a:extLst>
          </p:cNvPr>
          <p:cNvSpPr txBox="1"/>
          <p:nvPr/>
        </p:nvSpPr>
        <p:spPr>
          <a:xfrm>
            <a:off x="489858" y="1803052"/>
            <a:ext cx="6708926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Blackboard</a:t>
            </a:r>
            <a:br>
              <a:rPr lang="en-GB" sz="20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“Introduction to Coding and Data Analysis for Scientists 2026”</a:t>
            </a:r>
            <a:endParaRPr lang="en-GB" sz="2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“Unit Information and Resources”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Open 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 sure “</a:t>
            </a:r>
            <a:r>
              <a:rPr lang="en-GB" sz="16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Jupyter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Classic (Legacy)” is selected.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■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Click Start</a:t>
            </a: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Click “+</a:t>
            </a:r>
            <a:r>
              <a:rPr lang="en-GB" sz="1600" dirty="0" err="1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GitRepo</a:t>
            </a: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Paste into Git Repository URL: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dirty="0">
                <a:solidFill>
                  <a:schemeClr val="accent2"/>
                </a:solidFill>
                <a:latin typeface="Calibri"/>
                <a:ea typeface="Calibri"/>
                <a:cs typeface="Calibri"/>
                <a:hlinkClick r:id="rId3"/>
              </a:rPr>
              <a:t>https://github.com/jsmartinstats/SCIF10002-2026</a:t>
            </a: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Press clone</a:t>
            </a:r>
          </a:p>
          <a:p>
            <a:pPr marL="584200" lvl="1">
              <a:lnSpc>
                <a:spcPct val="90000"/>
              </a:lnSpc>
              <a:buClr>
                <a:srgbClr val="1CADE4"/>
              </a:buClr>
              <a:buSzPts val="1600"/>
            </a:pPr>
            <a:br>
              <a:rPr lang="en-GB" sz="16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41400" lvl="2">
              <a:lnSpc>
                <a:spcPct val="90000"/>
              </a:lnSpc>
              <a:buClr>
                <a:srgbClr val="1CADE4"/>
              </a:buClr>
              <a:buSzPts val="1600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●"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GB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82D202-77CC-C4D3-64D4-08DAC8F0808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53339" y="4013199"/>
            <a:ext cx="3149686" cy="19272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506C95-1542-223E-E864-50251E4ECA0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98783" y="5615262"/>
            <a:ext cx="970907" cy="325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7BDF15-7259-16B9-B1C2-F062BF2DA89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47126" y="1151474"/>
            <a:ext cx="4073775" cy="23256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6031D92-58FB-4365-97D8-C25C98FD679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3/10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5643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Time</a:t>
            </a:r>
            <a:endParaRPr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7618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2: Booleans and Conditionals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 Accessing </a:t>
            </a:r>
            <a:r>
              <a:rPr lang="en-GB" sz="1600" dirty="0" err="1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Booleans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If statements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3: Loops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Accessing </a:t>
            </a:r>
            <a:r>
              <a:rPr lang="en-GB" sz="1600" b="1" dirty="0" err="1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If Statements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For Loops</a:t>
            </a: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While Loops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10/10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15274</TotalTime>
  <Words>3527</Words>
  <Application>Microsoft Office PowerPoint</Application>
  <PresentationFormat>Widescreen</PresentationFormat>
  <Paragraphs>518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5" baseType="lpstr">
      <vt:lpstr>Calibri</vt:lpstr>
      <vt:lpstr>Aptos Mono</vt:lpstr>
      <vt:lpstr>Arial</vt:lpstr>
      <vt:lpstr>Retrospect</vt:lpstr>
      <vt:lpstr>Lecture 2:   Booleans and Conditionals</vt:lpstr>
      <vt:lpstr>Today’s Lecture</vt:lpstr>
      <vt:lpstr>Recap: Accessing Noteable</vt:lpstr>
      <vt:lpstr>Why learn to code?</vt:lpstr>
      <vt:lpstr>Why learn to code?</vt:lpstr>
      <vt:lpstr>Why learn to code?</vt:lpstr>
      <vt:lpstr>Why learn to code?</vt:lpstr>
      <vt:lpstr>Why learn to code?</vt:lpstr>
      <vt:lpstr>Why learn to code?</vt:lpstr>
      <vt:lpstr>Recap: Last Time</vt:lpstr>
      <vt:lpstr>Recap: Last Time</vt:lpstr>
      <vt:lpstr>Recap: Last Time</vt:lpstr>
      <vt:lpstr>Recap: Last Time</vt:lpstr>
      <vt:lpstr>Recap: Last Time</vt:lpstr>
      <vt:lpstr>Recap: Last Time</vt:lpstr>
      <vt:lpstr>Recap: Last Time</vt:lpstr>
      <vt:lpstr>Recap: Last Time</vt:lpstr>
      <vt:lpstr>Recap: Booleans</vt:lpstr>
      <vt:lpstr>Recap: Booleans</vt:lpstr>
      <vt:lpstr>Recap: Booleans</vt:lpstr>
      <vt:lpstr>Recap: Booleans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If Statements</vt:lpstr>
      <vt:lpstr>Jupyter notebooks – a basic analogy</vt:lpstr>
      <vt:lpstr>Jupyter notebooks – a basic analogy</vt:lpstr>
      <vt:lpstr>Practical</vt:lpstr>
      <vt:lpstr>Recap: Accessing Noteable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Recap: Accessing Noteable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James Martin</cp:lastModifiedBy>
  <cp:revision>25</cp:revision>
  <dcterms:modified xsi:type="dcterms:W3CDTF">2026-10-02T10:56:17Z</dcterms:modified>
</cp:coreProperties>
</file>