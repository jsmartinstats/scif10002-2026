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2"/>
  </p:notesMasterIdLst>
  <p:sldIdLst>
    <p:sldId id="256" r:id="rId2"/>
    <p:sldId id="1374" r:id="rId3"/>
    <p:sldId id="1380" r:id="rId4"/>
    <p:sldId id="1382" r:id="rId5"/>
    <p:sldId id="1383" r:id="rId6"/>
    <p:sldId id="1384" r:id="rId7"/>
    <p:sldId id="1385" r:id="rId8"/>
    <p:sldId id="1386" r:id="rId9"/>
    <p:sldId id="1389" r:id="rId10"/>
    <p:sldId id="1388" r:id="rId11"/>
    <p:sldId id="1392" r:id="rId12"/>
    <p:sldId id="1394" r:id="rId13"/>
    <p:sldId id="1395" r:id="rId14"/>
    <p:sldId id="1396" r:id="rId15"/>
    <p:sldId id="1397" r:id="rId16"/>
    <p:sldId id="1399" r:id="rId17"/>
    <p:sldId id="1401" r:id="rId18"/>
    <p:sldId id="1403" r:id="rId19"/>
    <p:sldId id="1404" r:id="rId20"/>
    <p:sldId id="1405" r:id="rId21"/>
    <p:sldId id="1406" r:id="rId22"/>
    <p:sldId id="1410" r:id="rId23"/>
    <p:sldId id="1411" r:id="rId24"/>
    <p:sldId id="1420" r:id="rId25"/>
    <p:sldId id="1569" r:id="rId26"/>
    <p:sldId id="1414" r:id="rId27"/>
    <p:sldId id="1419" r:id="rId28"/>
    <p:sldId id="1422" r:id="rId29"/>
    <p:sldId id="1428" r:id="rId30"/>
    <p:sldId id="1427" r:id="rId31"/>
    <p:sldId id="1421" r:id="rId32"/>
    <p:sldId id="1430" r:id="rId33"/>
    <p:sldId id="1435" r:id="rId34"/>
    <p:sldId id="1436" r:id="rId35"/>
    <p:sldId id="1434" r:id="rId36"/>
    <p:sldId id="1433" r:id="rId37"/>
    <p:sldId id="1570" r:id="rId38"/>
    <p:sldId id="1575" r:id="rId39"/>
    <p:sldId id="1571" r:id="rId40"/>
    <p:sldId id="1454" r:id="rId41"/>
    <p:sldId id="1451" r:id="rId42"/>
    <p:sldId id="1452" r:id="rId43"/>
    <p:sldId id="1455" r:id="rId44"/>
    <p:sldId id="1456" r:id="rId45"/>
    <p:sldId id="1461" r:id="rId46"/>
    <p:sldId id="1459" r:id="rId47"/>
    <p:sldId id="1460" r:id="rId48"/>
    <p:sldId id="1463" r:id="rId49"/>
    <p:sldId id="1462" r:id="rId50"/>
    <p:sldId id="1465" r:id="rId51"/>
    <p:sldId id="1449" r:id="rId52"/>
    <p:sldId id="1467" r:id="rId53"/>
    <p:sldId id="1471" r:id="rId54"/>
    <p:sldId id="1478" r:id="rId55"/>
    <p:sldId id="1479" r:id="rId56"/>
    <p:sldId id="1476" r:id="rId57"/>
    <p:sldId id="1576" r:id="rId58"/>
    <p:sldId id="1578" r:id="rId59"/>
    <p:sldId id="1579" r:id="rId60"/>
    <p:sldId id="1581" r:id="rId61"/>
    <p:sldId id="1580" r:id="rId62"/>
    <p:sldId id="1583" r:id="rId63"/>
    <p:sldId id="1584" r:id="rId64"/>
    <p:sldId id="1577" r:id="rId65"/>
    <p:sldId id="1501" r:id="rId66"/>
    <p:sldId id="1517" r:id="rId67"/>
    <p:sldId id="1586" r:id="rId68"/>
    <p:sldId id="1589" r:id="rId69"/>
    <p:sldId id="1587" r:id="rId70"/>
    <p:sldId id="1590" r:id="rId71"/>
    <p:sldId id="1588" r:id="rId72"/>
    <p:sldId id="1591" r:id="rId73"/>
    <p:sldId id="1523" r:id="rId74"/>
    <p:sldId id="1592" r:id="rId75"/>
    <p:sldId id="1529" r:id="rId76"/>
    <p:sldId id="1530" r:id="rId77"/>
    <p:sldId id="1524" r:id="rId78"/>
    <p:sldId id="1531" r:id="rId79"/>
    <p:sldId id="1539" r:id="rId80"/>
    <p:sldId id="1540" r:id="rId81"/>
    <p:sldId id="1541" r:id="rId82"/>
    <p:sldId id="1542" r:id="rId83"/>
    <p:sldId id="1532" r:id="rId84"/>
    <p:sldId id="1543" r:id="rId85"/>
    <p:sldId id="1544" r:id="rId86"/>
    <p:sldId id="1545" r:id="rId87"/>
    <p:sldId id="1547" r:id="rId88"/>
    <p:sldId id="1548" r:id="rId89"/>
    <p:sldId id="1546" r:id="rId90"/>
    <p:sldId id="1533" r:id="rId91"/>
    <p:sldId id="1549" r:id="rId92"/>
    <p:sldId id="1557" r:id="rId93"/>
    <p:sldId id="1551" r:id="rId94"/>
    <p:sldId id="1593" r:id="rId95"/>
    <p:sldId id="1552" r:id="rId96"/>
    <p:sldId id="1560" r:id="rId97"/>
    <p:sldId id="1565" r:id="rId98"/>
    <p:sldId id="1567" r:id="rId99"/>
    <p:sldId id="1568" r:id="rId100"/>
    <p:sldId id="427" r:id="rId101"/>
  </p:sldIdLst>
  <p:sldSz cx="12192000" cy="6858000"/>
  <p:notesSz cx="6858000" cy="9144000"/>
  <p:embeddedFontLst>
    <p:embeddedFont>
      <p:font typeface="Aptos Mono" panose="020B0009020202020204" pitchFamily="49" charset="0"/>
      <p:regular r:id="rId103"/>
      <p:bold r:id="rId104"/>
      <p:italic r:id="rId105"/>
      <p:boldItalic r:id="rId10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1A749-940A-4F3F-A9E6-95DDFB6A877B}" v="4" dt="2026-10-22T08:40:04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5/10/relationships/revisionInfo" Target="revisionInfo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.fntdata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Martin" userId="5c604502-4ee2-4081-9f0b-59e4decb0522" providerId="ADAL" clId="{CD9F9381-1667-4751-A642-EBC8FFBDE105}"/>
    <pc:docChg chg="undo redo custSel addSld delSld modSld sldOrd">
      <pc:chgData name="James Martin" userId="5c604502-4ee2-4081-9f0b-59e4decb0522" providerId="ADAL" clId="{CD9F9381-1667-4751-A642-EBC8FFBDE105}" dt="2026-10-06T09:03:06.039" v="394" actId="47"/>
      <pc:docMkLst>
        <pc:docMk/>
      </pc:docMkLst>
      <pc:sldChg chg="modSp mod">
        <pc:chgData name="James Martin" userId="5c604502-4ee2-4081-9f0b-59e4decb0522" providerId="ADAL" clId="{CD9F9381-1667-4751-A642-EBC8FFBDE105}" dt="2026-10-05T14:38:26.874" v="24" actId="20577"/>
        <pc:sldMkLst>
          <pc:docMk/>
          <pc:sldMk cId="0" sldId="256"/>
        </pc:sldMkLst>
        <pc:spChg chg="mod">
          <ac:chgData name="James Martin" userId="5c604502-4ee2-4081-9f0b-59e4decb0522" providerId="ADAL" clId="{CD9F9381-1667-4751-A642-EBC8FFBDE105}" dt="2026-10-05T14:38:26.874" v="24" actId="20577"/>
          <ac:spMkLst>
            <pc:docMk/>
            <pc:sldMk cId="0" sldId="256"/>
            <ac:spMk id="102" creationId="{00000000-0000-0000-0000-000000000000}"/>
          </ac:spMkLst>
        </pc:spChg>
      </pc:sldChg>
      <pc:sldChg chg="add del">
        <pc:chgData name="James Martin" userId="5c604502-4ee2-4081-9f0b-59e4decb0522" providerId="ADAL" clId="{CD9F9381-1667-4751-A642-EBC8FFBDE105}" dt="2026-10-05T14:45:38.076" v="30" actId="47"/>
        <pc:sldMkLst>
          <pc:docMk/>
          <pc:sldMk cId="1726651253" sldId="1382"/>
        </pc:sldMkLst>
      </pc:sldChg>
      <pc:sldChg chg="delSp mod">
        <pc:chgData name="James Martin" userId="5c604502-4ee2-4081-9f0b-59e4decb0522" providerId="ADAL" clId="{CD9F9381-1667-4751-A642-EBC8FFBDE105}" dt="2026-10-05T14:59:41.120" v="50" actId="478"/>
        <pc:sldMkLst>
          <pc:docMk/>
          <pc:sldMk cId="3663044234" sldId="1420"/>
        </pc:sldMkLst>
      </pc:sldChg>
      <pc:sldChg chg="modSp mod">
        <pc:chgData name="James Martin" userId="5c604502-4ee2-4081-9f0b-59e4decb0522" providerId="ADAL" clId="{CD9F9381-1667-4751-A642-EBC8FFBDE105}" dt="2026-10-05T15:08:40.724" v="79"/>
        <pc:sldMkLst>
          <pc:docMk/>
          <pc:sldMk cId="386907430" sldId="1421"/>
        </pc:sldMkLst>
        <pc:spChg chg="mod">
          <ac:chgData name="James Martin" userId="5c604502-4ee2-4081-9f0b-59e4decb0522" providerId="ADAL" clId="{CD9F9381-1667-4751-A642-EBC8FFBDE105}" dt="2026-10-05T15:08:40.724" v="79"/>
          <ac:spMkLst>
            <pc:docMk/>
            <pc:sldMk cId="386907430" sldId="1421"/>
            <ac:spMk id="4" creationId="{A9799DD0-C888-E980-7D56-D8FDDCE6E37A}"/>
          </ac:spMkLst>
        </pc:spChg>
        <pc:spChg chg="mod">
          <ac:chgData name="James Martin" userId="5c604502-4ee2-4081-9f0b-59e4decb0522" providerId="ADAL" clId="{CD9F9381-1667-4751-A642-EBC8FFBDE105}" dt="2026-10-05T15:08:38.371" v="78" actId="1076"/>
          <ac:spMkLst>
            <pc:docMk/>
            <pc:sldMk cId="386907430" sldId="1421"/>
            <ac:spMk id="31" creationId="{1FC3B324-A985-FFCD-6016-D2F58652A1D9}"/>
          </ac:spMkLst>
        </pc:spChg>
      </pc:sldChg>
      <pc:sldChg chg="modSp">
        <pc:chgData name="James Martin" userId="5c604502-4ee2-4081-9f0b-59e4decb0522" providerId="ADAL" clId="{CD9F9381-1667-4751-A642-EBC8FFBDE105}" dt="2026-10-05T15:08:20.018" v="72"/>
        <pc:sldMkLst>
          <pc:docMk/>
          <pc:sldMk cId="3319294387" sldId="1422"/>
        </pc:sldMkLst>
        <pc:spChg chg="mod">
          <ac:chgData name="James Martin" userId="5c604502-4ee2-4081-9f0b-59e4decb0522" providerId="ADAL" clId="{CD9F9381-1667-4751-A642-EBC8FFBDE105}" dt="2026-10-05T15:08:20.018" v="72"/>
          <ac:spMkLst>
            <pc:docMk/>
            <pc:sldMk cId="3319294387" sldId="1422"/>
            <ac:spMk id="4" creationId="{2BDF6F37-E4E1-285F-04EE-0BD546093A2E}"/>
          </ac:spMkLst>
        </pc:spChg>
      </pc:sldChg>
      <pc:sldChg chg="modSp">
        <pc:chgData name="James Martin" userId="5c604502-4ee2-4081-9f0b-59e4decb0522" providerId="ADAL" clId="{CD9F9381-1667-4751-A642-EBC8FFBDE105}" dt="2026-10-05T15:08:35.947" v="76"/>
        <pc:sldMkLst>
          <pc:docMk/>
          <pc:sldMk cId="1693425035" sldId="1427"/>
        </pc:sldMkLst>
        <pc:spChg chg="mod">
          <ac:chgData name="James Martin" userId="5c604502-4ee2-4081-9f0b-59e4decb0522" providerId="ADAL" clId="{CD9F9381-1667-4751-A642-EBC8FFBDE105}" dt="2026-10-05T15:08:35.947" v="76"/>
          <ac:spMkLst>
            <pc:docMk/>
            <pc:sldMk cId="1693425035" sldId="1427"/>
            <ac:spMk id="4" creationId="{4D68D9FC-7E6D-68E7-1A81-025CC2F74BDC}"/>
          </ac:spMkLst>
        </pc:spChg>
      </pc:sldChg>
      <pc:sldChg chg="modSp">
        <pc:chgData name="James Martin" userId="5c604502-4ee2-4081-9f0b-59e4decb0522" providerId="ADAL" clId="{CD9F9381-1667-4751-A642-EBC8FFBDE105}" dt="2026-10-05T15:08:32.805" v="75"/>
        <pc:sldMkLst>
          <pc:docMk/>
          <pc:sldMk cId="4281000108" sldId="1428"/>
        </pc:sldMkLst>
        <pc:spChg chg="mod">
          <ac:chgData name="James Martin" userId="5c604502-4ee2-4081-9f0b-59e4decb0522" providerId="ADAL" clId="{CD9F9381-1667-4751-A642-EBC8FFBDE105}" dt="2026-10-05T15:08:32.805" v="75"/>
          <ac:spMkLst>
            <pc:docMk/>
            <pc:sldMk cId="4281000108" sldId="1428"/>
            <ac:spMk id="4" creationId="{6F904A4C-0D78-5C75-C7E6-A4231E856923}"/>
          </ac:spMkLst>
        </pc:spChg>
      </pc:sldChg>
      <pc:sldChg chg="modSp">
        <pc:chgData name="James Martin" userId="5c604502-4ee2-4081-9f0b-59e4decb0522" providerId="ADAL" clId="{CD9F9381-1667-4751-A642-EBC8FFBDE105}" dt="2026-10-05T15:08:47.783" v="81"/>
        <pc:sldMkLst>
          <pc:docMk/>
          <pc:sldMk cId="463902702" sldId="1430"/>
        </pc:sldMkLst>
        <pc:spChg chg="mod">
          <ac:chgData name="James Martin" userId="5c604502-4ee2-4081-9f0b-59e4decb0522" providerId="ADAL" clId="{CD9F9381-1667-4751-A642-EBC8FFBDE105}" dt="2026-10-05T15:08:47.783" v="81"/>
          <ac:spMkLst>
            <pc:docMk/>
            <pc:sldMk cId="463902702" sldId="1430"/>
            <ac:spMk id="4" creationId="{B4C54160-911E-FC22-9410-4E3CE5329A00}"/>
          </ac:spMkLst>
        </pc:spChg>
      </pc:sldChg>
      <pc:sldChg chg="addSp modSp mod ord">
        <pc:chgData name="James Martin" userId="5c604502-4ee2-4081-9f0b-59e4decb0522" providerId="ADAL" clId="{CD9F9381-1667-4751-A642-EBC8FFBDE105}" dt="2026-10-05T15:10:06.592" v="106" actId="1038"/>
        <pc:sldMkLst>
          <pc:docMk/>
          <pc:sldMk cId="2677706931" sldId="1433"/>
        </pc:sldMkLst>
        <pc:spChg chg="mod">
          <ac:chgData name="James Martin" userId="5c604502-4ee2-4081-9f0b-59e4decb0522" providerId="ADAL" clId="{CD9F9381-1667-4751-A642-EBC8FFBDE105}" dt="2026-10-05T15:09:05.291" v="86"/>
          <ac:spMkLst>
            <pc:docMk/>
            <pc:sldMk cId="2677706931" sldId="1433"/>
            <ac:spMk id="4" creationId="{02403B34-F5D8-6E91-4D72-E27B8952FDB6}"/>
          </ac:spMkLst>
        </pc:spChg>
        <pc:spChg chg="mod">
          <ac:chgData name="James Martin" userId="5c604502-4ee2-4081-9f0b-59e4decb0522" providerId="ADAL" clId="{CD9F9381-1667-4751-A642-EBC8FFBDE105}" dt="2026-10-05T15:09:59.787" v="97"/>
          <ac:spMkLst>
            <pc:docMk/>
            <pc:sldMk cId="2677706931" sldId="1433"/>
            <ac:spMk id="5" creationId="{107EEA48-10F2-7E15-1D40-EA5F09380B8E}"/>
          </ac:spMkLst>
        </pc:spChg>
        <pc:spChg chg="mod">
          <ac:chgData name="James Martin" userId="5c604502-4ee2-4081-9f0b-59e4decb0522" providerId="ADAL" clId="{CD9F9381-1667-4751-A642-EBC8FFBDE105}" dt="2026-10-05T15:09:59.787" v="97"/>
          <ac:spMkLst>
            <pc:docMk/>
            <pc:sldMk cId="2677706931" sldId="1433"/>
            <ac:spMk id="6" creationId="{A371C220-F6EB-B030-F06F-A17CC988A83C}"/>
          </ac:spMkLst>
        </pc:spChg>
        <pc:grpChg chg="add mod">
          <ac:chgData name="James Martin" userId="5c604502-4ee2-4081-9f0b-59e4decb0522" providerId="ADAL" clId="{CD9F9381-1667-4751-A642-EBC8FFBDE105}" dt="2026-10-05T15:10:06.592" v="106" actId="1038"/>
          <ac:grpSpMkLst>
            <pc:docMk/>
            <pc:sldMk cId="2677706931" sldId="1433"/>
            <ac:grpSpMk id="2" creationId="{D3CBFE3C-770D-87A2-B9CB-2F50FBE66635}"/>
          </ac:grpSpMkLst>
        </pc:grpChg>
        <pc:cxnChg chg="mod">
          <ac:chgData name="James Martin" userId="5c604502-4ee2-4081-9f0b-59e4decb0522" providerId="ADAL" clId="{CD9F9381-1667-4751-A642-EBC8FFBDE105}" dt="2026-10-05T15:09:59.787" v="97"/>
          <ac:cxnSpMkLst>
            <pc:docMk/>
            <pc:sldMk cId="2677706931" sldId="1433"/>
            <ac:cxnSpMk id="9" creationId="{0D8A2FC0-4241-C642-2779-03F4B98E87D4}"/>
          </ac:cxnSpMkLst>
        </pc:cxnChg>
      </pc:sldChg>
      <pc:sldChg chg="modSp mod">
        <pc:chgData name="James Martin" userId="5c604502-4ee2-4081-9f0b-59e4decb0522" providerId="ADAL" clId="{CD9F9381-1667-4751-A642-EBC8FFBDE105}" dt="2026-10-05T15:11:57.315" v="124" actId="14100"/>
        <pc:sldMkLst>
          <pc:docMk/>
          <pc:sldMk cId="3778461136" sldId="1434"/>
        </pc:sldMkLst>
        <pc:spChg chg="mod">
          <ac:chgData name="James Martin" userId="5c604502-4ee2-4081-9f0b-59e4decb0522" providerId="ADAL" clId="{CD9F9381-1667-4751-A642-EBC8FFBDE105}" dt="2026-10-05T15:09:09.143" v="87"/>
          <ac:spMkLst>
            <pc:docMk/>
            <pc:sldMk cId="3778461136" sldId="1434"/>
            <ac:spMk id="4" creationId="{CC737EF8-EB2E-A12D-DEBD-CD780D7DBB87}"/>
          </ac:spMkLst>
        </pc:spChg>
        <pc:spChg chg="mod">
          <ac:chgData name="James Martin" userId="5c604502-4ee2-4081-9f0b-59e4decb0522" providerId="ADAL" clId="{CD9F9381-1667-4751-A642-EBC8FFBDE105}" dt="2026-10-05T15:11:57.315" v="124" actId="14100"/>
          <ac:spMkLst>
            <pc:docMk/>
            <pc:sldMk cId="3778461136" sldId="1434"/>
            <ac:spMk id="16" creationId="{EDB86818-2D7E-9E84-2A3A-A883935ADEFD}"/>
          </ac:spMkLst>
        </pc:spChg>
      </pc:sldChg>
      <pc:sldChg chg="modSp">
        <pc:chgData name="James Martin" userId="5c604502-4ee2-4081-9f0b-59e4decb0522" providerId="ADAL" clId="{CD9F9381-1667-4751-A642-EBC8FFBDE105}" dt="2026-10-05T15:08:58.769" v="84"/>
        <pc:sldMkLst>
          <pc:docMk/>
          <pc:sldMk cId="1839250136" sldId="1435"/>
        </pc:sldMkLst>
        <pc:spChg chg="mod">
          <ac:chgData name="James Martin" userId="5c604502-4ee2-4081-9f0b-59e4decb0522" providerId="ADAL" clId="{CD9F9381-1667-4751-A642-EBC8FFBDE105}" dt="2026-10-05T15:08:58.769" v="84"/>
          <ac:spMkLst>
            <pc:docMk/>
            <pc:sldMk cId="1839250136" sldId="1435"/>
            <ac:spMk id="4" creationId="{74430BAD-8967-E0B5-D8D2-9DB22C8C978C}"/>
          </ac:spMkLst>
        </pc:spChg>
      </pc:sldChg>
      <pc:sldChg chg="modSp">
        <pc:chgData name="James Martin" userId="5c604502-4ee2-4081-9f0b-59e4decb0522" providerId="ADAL" clId="{CD9F9381-1667-4751-A642-EBC8FFBDE105}" dt="2026-10-05T15:09:02.146" v="85"/>
        <pc:sldMkLst>
          <pc:docMk/>
          <pc:sldMk cId="2521991397" sldId="1436"/>
        </pc:sldMkLst>
        <pc:spChg chg="mod">
          <ac:chgData name="James Martin" userId="5c604502-4ee2-4081-9f0b-59e4decb0522" providerId="ADAL" clId="{CD9F9381-1667-4751-A642-EBC8FFBDE105}" dt="2026-10-05T15:09:02.146" v="85"/>
          <ac:spMkLst>
            <pc:docMk/>
            <pc:sldMk cId="2521991397" sldId="1436"/>
            <ac:spMk id="4" creationId="{E39DAF2B-8B79-F9AA-B833-793940437ADB}"/>
          </ac:spMkLst>
        </pc:spChg>
      </pc:sldChg>
      <pc:sldChg chg="add del">
        <pc:chgData name="James Martin" userId="5c604502-4ee2-4081-9f0b-59e4decb0522" providerId="ADAL" clId="{CD9F9381-1667-4751-A642-EBC8FFBDE105}" dt="2026-10-06T08:05:13.937" v="150" actId="47"/>
        <pc:sldMkLst>
          <pc:docMk/>
          <pc:sldMk cId="1617891288" sldId="1465"/>
        </pc:sldMkLst>
      </pc:sldChg>
      <pc:sldChg chg="addSp delSp modSp mod">
        <pc:chgData name="James Martin" userId="5c604502-4ee2-4081-9f0b-59e4decb0522" providerId="ADAL" clId="{CD9F9381-1667-4751-A642-EBC8FFBDE105}" dt="2026-10-06T08:20:24.107" v="161" actId="21"/>
        <pc:sldMkLst>
          <pc:docMk/>
          <pc:sldMk cId="149104404" sldId="1471"/>
        </pc:sldMkLst>
      </pc:sldChg>
      <pc:sldChg chg="modTransition">
        <pc:chgData name="James Martin" userId="5c604502-4ee2-4081-9f0b-59e4decb0522" providerId="ADAL" clId="{CD9F9381-1667-4751-A642-EBC8FFBDE105}" dt="2026-10-06T08:22:46.639" v="169"/>
        <pc:sldMkLst>
          <pc:docMk/>
          <pc:sldMk cId="2467009013" sldId="1476"/>
        </pc:sldMkLst>
      </pc:sldChg>
      <pc:sldChg chg="addSp modSp">
        <pc:chgData name="James Martin" userId="5c604502-4ee2-4081-9f0b-59e4decb0522" providerId="ADAL" clId="{CD9F9381-1667-4751-A642-EBC8FFBDE105}" dt="2026-10-06T08:20:26.515" v="162"/>
        <pc:sldMkLst>
          <pc:docMk/>
          <pc:sldMk cId="1330666987" sldId="1478"/>
        </pc:sldMkLst>
        <pc:spChg chg="mod">
          <ac:chgData name="James Martin" userId="5c604502-4ee2-4081-9f0b-59e4decb0522" providerId="ADAL" clId="{CD9F9381-1667-4751-A642-EBC8FFBDE105}" dt="2026-10-06T08:20:26.515" v="162"/>
          <ac:spMkLst>
            <pc:docMk/>
            <pc:sldMk cId="1330666987" sldId="1478"/>
            <ac:spMk id="9" creationId="{8FA1A344-F682-B199-D31E-E937E5983248}"/>
          </ac:spMkLst>
        </pc:spChg>
        <pc:grpChg chg="add mod">
          <ac:chgData name="James Martin" userId="5c604502-4ee2-4081-9f0b-59e4decb0522" providerId="ADAL" clId="{CD9F9381-1667-4751-A642-EBC8FFBDE105}" dt="2026-10-06T08:20:26.515" v="162"/>
          <ac:grpSpMkLst>
            <pc:docMk/>
            <pc:sldMk cId="1330666987" sldId="1478"/>
            <ac:grpSpMk id="2" creationId="{3A969A61-29FC-69A4-1987-09CD3414C67B}"/>
          </ac:grpSpMkLst>
        </pc:grpChg>
        <pc:cxnChg chg="mod">
          <ac:chgData name="James Martin" userId="5c604502-4ee2-4081-9f0b-59e4decb0522" providerId="ADAL" clId="{CD9F9381-1667-4751-A642-EBC8FFBDE105}" dt="2026-10-06T08:20:26.515" v="162"/>
          <ac:cxnSpMkLst>
            <pc:docMk/>
            <pc:sldMk cId="1330666987" sldId="1478"/>
            <ac:cxnSpMk id="14" creationId="{E8D88F27-6F55-2C9A-5D0B-07A7DE84B4CC}"/>
          </ac:cxnSpMkLst>
        </pc:cxnChg>
      </pc:sldChg>
      <pc:sldChg chg="addSp modSp">
        <pc:chgData name="James Martin" userId="5c604502-4ee2-4081-9f0b-59e4decb0522" providerId="ADAL" clId="{CD9F9381-1667-4751-A642-EBC8FFBDE105}" dt="2026-10-06T08:20:28.428" v="163"/>
        <pc:sldMkLst>
          <pc:docMk/>
          <pc:sldMk cId="2307088511" sldId="1479"/>
        </pc:sldMkLst>
        <pc:spChg chg="mod">
          <ac:chgData name="James Martin" userId="5c604502-4ee2-4081-9f0b-59e4decb0522" providerId="ADAL" clId="{CD9F9381-1667-4751-A642-EBC8FFBDE105}" dt="2026-10-06T08:20:19.093" v="160"/>
          <ac:spMkLst>
            <pc:docMk/>
            <pc:sldMk cId="2307088511" sldId="1479"/>
            <ac:spMk id="7" creationId="{984F0EE8-E09E-82DF-7CC1-E2D6696D383D}"/>
          </ac:spMkLst>
        </pc:spChg>
        <pc:spChg chg="mod">
          <ac:chgData name="James Martin" userId="5c604502-4ee2-4081-9f0b-59e4decb0522" providerId="ADAL" clId="{CD9F9381-1667-4751-A642-EBC8FFBDE105}" dt="2026-10-06T08:20:28.428" v="163"/>
          <ac:spMkLst>
            <pc:docMk/>
            <pc:sldMk cId="2307088511" sldId="1479"/>
            <ac:spMk id="9" creationId="{6607E2E8-AA8B-A9F2-50D4-EB24EA1CF317}"/>
          </ac:spMkLst>
        </pc:spChg>
        <pc:grpChg chg="add mod">
          <ac:chgData name="James Martin" userId="5c604502-4ee2-4081-9f0b-59e4decb0522" providerId="ADAL" clId="{CD9F9381-1667-4751-A642-EBC8FFBDE105}" dt="2026-10-06T08:20:28.428" v="163"/>
          <ac:grpSpMkLst>
            <pc:docMk/>
            <pc:sldMk cId="2307088511" sldId="1479"/>
            <ac:grpSpMk id="2" creationId="{403EA74C-B97A-4ED5-33C0-3D26D0EFE830}"/>
          </ac:grpSpMkLst>
        </pc:grpChg>
        <pc:grpChg chg="add mod">
          <ac:chgData name="James Martin" userId="5c604502-4ee2-4081-9f0b-59e4decb0522" providerId="ADAL" clId="{CD9F9381-1667-4751-A642-EBC8FFBDE105}" dt="2026-10-06T08:20:19.093" v="160"/>
          <ac:grpSpMkLst>
            <pc:docMk/>
            <pc:sldMk cId="2307088511" sldId="1479"/>
            <ac:grpSpMk id="6" creationId="{F4B54CCD-4D44-A59A-63F3-CD8071253F44}"/>
          </ac:grpSpMkLst>
        </pc:grpChg>
        <pc:cxnChg chg="mod">
          <ac:chgData name="James Martin" userId="5c604502-4ee2-4081-9f0b-59e4decb0522" providerId="ADAL" clId="{CD9F9381-1667-4751-A642-EBC8FFBDE105}" dt="2026-10-06T08:20:19.093" v="160"/>
          <ac:cxnSpMkLst>
            <pc:docMk/>
            <pc:sldMk cId="2307088511" sldId="1479"/>
            <ac:cxnSpMk id="8" creationId="{A4F1F412-08AF-66E4-796A-59D33FC0346B}"/>
          </ac:cxnSpMkLst>
        </pc:cxnChg>
        <pc:cxnChg chg="mod">
          <ac:chgData name="James Martin" userId="5c604502-4ee2-4081-9f0b-59e4decb0522" providerId="ADAL" clId="{CD9F9381-1667-4751-A642-EBC8FFBDE105}" dt="2026-10-06T08:20:28.428" v="163"/>
          <ac:cxnSpMkLst>
            <pc:docMk/>
            <pc:sldMk cId="2307088511" sldId="1479"/>
            <ac:cxnSpMk id="11" creationId="{0F2EF752-86A9-A8C6-1CDD-E0EB93F38C5A}"/>
          </ac:cxnSpMkLst>
        </pc:cxnChg>
      </pc:sldChg>
      <pc:sldChg chg="ord">
        <pc:chgData name="James Martin" userId="5c604502-4ee2-4081-9f0b-59e4decb0522" providerId="ADAL" clId="{CD9F9381-1667-4751-A642-EBC8FFBDE105}" dt="2026-10-06T08:32:44.417" v="227"/>
        <pc:sldMkLst>
          <pc:docMk/>
          <pc:sldMk cId="1069566769" sldId="1501"/>
        </pc:sldMkLst>
      </pc:sldChg>
      <pc:sldChg chg="addSp delSp modSp mod">
        <pc:chgData name="James Martin" userId="5c604502-4ee2-4081-9f0b-59e4decb0522" providerId="ADAL" clId="{CD9F9381-1667-4751-A642-EBC8FFBDE105}" dt="2026-10-06T08:44:26.611" v="336" actId="12"/>
        <pc:sldMkLst>
          <pc:docMk/>
          <pc:sldMk cId="971619906" sldId="1517"/>
        </pc:sldMkLst>
        <pc:spChg chg="add mod">
          <ac:chgData name="James Martin" userId="5c604502-4ee2-4081-9f0b-59e4decb0522" providerId="ADAL" clId="{CD9F9381-1667-4751-A642-EBC8FFBDE105}" dt="2026-10-06T08:44:26.611" v="336" actId="12"/>
          <ac:spMkLst>
            <pc:docMk/>
            <pc:sldMk cId="971619906" sldId="1517"/>
            <ac:spMk id="6" creationId="{12AA5D41-2214-8634-D2B9-0AD9F7F64028}"/>
          </ac:spMkLst>
        </pc:spChg>
      </pc:sldChg>
      <pc:sldChg chg="addSp delSp mod ord">
        <pc:chgData name="James Martin" userId="5c604502-4ee2-4081-9f0b-59e4decb0522" providerId="ADAL" clId="{CD9F9381-1667-4751-A642-EBC8FFBDE105}" dt="2026-10-06T08:49:45.460" v="372" actId="478"/>
        <pc:sldMkLst>
          <pc:docMk/>
          <pc:sldMk cId="558137181" sldId="1523"/>
        </pc:sldMkLst>
      </pc:sldChg>
      <pc:sldChg chg="addSp add del mod">
        <pc:chgData name="James Martin" userId="5c604502-4ee2-4081-9f0b-59e4decb0522" providerId="ADAL" clId="{CD9F9381-1667-4751-A642-EBC8FFBDE105}" dt="2026-10-06T08:54:09.085" v="383" actId="22"/>
        <pc:sldMkLst>
          <pc:docMk/>
          <pc:sldMk cId="3308051571" sldId="1557"/>
        </pc:sldMkLst>
        <pc:picChg chg="add">
          <ac:chgData name="James Martin" userId="5c604502-4ee2-4081-9f0b-59e4decb0522" providerId="ADAL" clId="{CD9F9381-1667-4751-A642-EBC8FFBDE105}" dt="2026-10-06T08:54:09.085" v="383" actId="22"/>
          <ac:picMkLst>
            <pc:docMk/>
            <pc:sldMk cId="3308051571" sldId="1557"/>
            <ac:picMk id="5" creationId="{5253432F-D460-ED76-1062-891E6797F5BC}"/>
          </ac:picMkLst>
        </pc:picChg>
      </pc:sldChg>
      <pc:sldChg chg="add">
        <pc:chgData name="James Martin" userId="5c604502-4ee2-4081-9f0b-59e4decb0522" providerId="ADAL" clId="{CD9F9381-1667-4751-A642-EBC8FFBDE105}" dt="2026-10-05T14:59:31.344" v="48"/>
        <pc:sldMkLst>
          <pc:docMk/>
          <pc:sldMk cId="4114081997" sldId="1569"/>
        </pc:sldMkLst>
      </pc:sldChg>
      <pc:sldChg chg="addSp modSp add">
        <pc:chgData name="James Martin" userId="5c604502-4ee2-4081-9f0b-59e4decb0522" providerId="ADAL" clId="{CD9F9381-1667-4751-A642-EBC8FFBDE105}" dt="2026-10-05T15:10:28.052" v="110"/>
        <pc:sldMkLst>
          <pc:docMk/>
          <pc:sldMk cId="2062099293" sldId="1570"/>
        </pc:sldMkLst>
        <pc:spChg chg="mod">
          <ac:chgData name="James Martin" userId="5c604502-4ee2-4081-9f0b-59e4decb0522" providerId="ADAL" clId="{CD9F9381-1667-4751-A642-EBC8FFBDE105}" dt="2026-10-05T15:10:28.052" v="110"/>
          <ac:spMkLst>
            <pc:docMk/>
            <pc:sldMk cId="2062099293" sldId="1570"/>
            <ac:spMk id="5" creationId="{7BB14C18-B5D4-2F01-6EDF-C87C32FA22B1}"/>
          </ac:spMkLst>
        </pc:spChg>
        <pc:spChg chg="mod">
          <ac:chgData name="James Martin" userId="5c604502-4ee2-4081-9f0b-59e4decb0522" providerId="ADAL" clId="{CD9F9381-1667-4751-A642-EBC8FFBDE105}" dt="2026-10-05T15:10:28.052" v="110"/>
          <ac:spMkLst>
            <pc:docMk/>
            <pc:sldMk cId="2062099293" sldId="1570"/>
            <ac:spMk id="6" creationId="{F6D2315E-EC1B-901B-C9A3-DD71EA6B299E}"/>
          </ac:spMkLst>
        </pc:spChg>
        <pc:grpChg chg="add mod">
          <ac:chgData name="James Martin" userId="5c604502-4ee2-4081-9f0b-59e4decb0522" providerId="ADAL" clId="{CD9F9381-1667-4751-A642-EBC8FFBDE105}" dt="2026-10-05T15:10:28.052" v="110"/>
          <ac:grpSpMkLst>
            <pc:docMk/>
            <pc:sldMk cId="2062099293" sldId="1570"/>
            <ac:grpSpMk id="2" creationId="{7C9939A7-BFEB-E283-F17E-307331558CB2}"/>
          </ac:grpSpMkLst>
        </pc:grpChg>
        <pc:cxnChg chg="mod">
          <ac:chgData name="James Martin" userId="5c604502-4ee2-4081-9f0b-59e4decb0522" providerId="ADAL" clId="{CD9F9381-1667-4751-A642-EBC8FFBDE105}" dt="2026-10-05T15:10:28.052" v="110"/>
          <ac:cxnSpMkLst>
            <pc:docMk/>
            <pc:sldMk cId="2062099293" sldId="1570"/>
            <ac:cxnSpMk id="9" creationId="{93DCBBA0-4C2D-92A6-BD9A-26D1E5664129}"/>
          </ac:cxnSpMkLst>
        </pc:cxnChg>
      </pc:sldChg>
      <pc:sldChg chg="addSp modSp add">
        <pc:chgData name="James Martin" userId="5c604502-4ee2-4081-9f0b-59e4decb0522" providerId="ADAL" clId="{CD9F9381-1667-4751-A642-EBC8FFBDE105}" dt="2026-10-05T15:11:01.026" v="113"/>
        <pc:sldMkLst>
          <pc:docMk/>
          <pc:sldMk cId="2107338618" sldId="1571"/>
        </pc:sldMkLst>
        <pc:spChg chg="add mod">
          <ac:chgData name="James Martin" userId="5c604502-4ee2-4081-9f0b-59e4decb0522" providerId="ADAL" clId="{CD9F9381-1667-4751-A642-EBC8FFBDE105}" dt="2026-10-05T15:11:01.026" v="113"/>
          <ac:spMkLst>
            <pc:docMk/>
            <pc:sldMk cId="2107338618" sldId="1571"/>
            <ac:spMk id="2" creationId="{C4312646-EE9D-E349-36DD-589E8A331184}"/>
          </ac:spMkLst>
        </pc:spChg>
        <pc:spChg chg="add mod">
          <ac:chgData name="James Martin" userId="5c604502-4ee2-4081-9f0b-59e4decb0522" providerId="ADAL" clId="{CD9F9381-1667-4751-A642-EBC8FFBDE105}" dt="2026-10-05T15:11:01.026" v="113"/>
          <ac:spMkLst>
            <pc:docMk/>
            <pc:sldMk cId="2107338618" sldId="1571"/>
            <ac:spMk id="5" creationId="{7CD37D25-0568-380A-577A-ED09D6793266}"/>
          </ac:spMkLst>
        </pc:spChg>
        <pc:cxnChg chg="add mod">
          <ac:chgData name="James Martin" userId="5c604502-4ee2-4081-9f0b-59e4decb0522" providerId="ADAL" clId="{CD9F9381-1667-4751-A642-EBC8FFBDE105}" dt="2026-10-05T15:11:01.026" v="113"/>
          <ac:cxnSpMkLst>
            <pc:docMk/>
            <pc:sldMk cId="2107338618" sldId="1571"/>
            <ac:cxnSpMk id="6" creationId="{63CC22E8-5F9A-7421-9AC9-AEECF0073E94}"/>
          </ac:cxnSpMkLst>
        </pc:cxnChg>
      </pc:sldChg>
      <pc:sldChg chg="modSp add mod ord">
        <pc:chgData name="James Martin" userId="5c604502-4ee2-4081-9f0b-59e4decb0522" providerId="ADAL" clId="{CD9F9381-1667-4751-A642-EBC8FFBDE105}" dt="2026-10-05T15:13:47.417" v="130"/>
        <pc:sldMkLst>
          <pc:docMk/>
          <pc:sldMk cId="1325889915" sldId="1575"/>
        </pc:sldMkLst>
        <pc:spChg chg="mod">
          <ac:chgData name="James Martin" userId="5c604502-4ee2-4081-9f0b-59e4decb0522" providerId="ADAL" clId="{CD9F9381-1667-4751-A642-EBC8FFBDE105}" dt="2026-10-05T15:11:10.084" v="115" actId="20577"/>
          <ac:spMkLst>
            <pc:docMk/>
            <pc:sldMk cId="1325889915" sldId="1575"/>
            <ac:spMk id="2" creationId="{7B83E801-7EE4-158E-F7D7-F83A0FD8F62B}"/>
          </ac:spMkLst>
        </pc:spChg>
      </pc:sldChg>
      <pc:sldChg chg="modSp add mod ord">
        <pc:chgData name="James Martin" userId="5c604502-4ee2-4081-9f0b-59e4decb0522" providerId="ADAL" clId="{CD9F9381-1667-4751-A642-EBC8FFBDE105}" dt="2026-10-06T08:27:05.542" v="187" actId="12"/>
        <pc:sldMkLst>
          <pc:docMk/>
          <pc:sldMk cId="3378014845" sldId="1576"/>
        </pc:sldMkLst>
        <pc:spChg chg="mod">
          <ac:chgData name="James Martin" userId="5c604502-4ee2-4081-9f0b-59e4decb0522" providerId="ADAL" clId="{CD9F9381-1667-4751-A642-EBC8FFBDE105}" dt="2026-10-06T08:27:05.542" v="187" actId="12"/>
          <ac:spMkLst>
            <pc:docMk/>
            <pc:sldMk cId="3378014845" sldId="1576"/>
            <ac:spMk id="4" creationId="{D6072E5C-A5AF-ADD0-F196-A156A27BD683}"/>
          </ac:spMkLst>
        </pc:spChg>
      </pc:sldChg>
      <pc:sldChg chg="add">
        <pc:chgData name="James Martin" userId="5c604502-4ee2-4081-9f0b-59e4decb0522" providerId="ADAL" clId="{CD9F9381-1667-4751-A642-EBC8FFBDE105}" dt="2026-10-06T08:25:17.837" v="176"/>
        <pc:sldMkLst>
          <pc:docMk/>
          <pc:sldMk cId="1794119431" sldId="1577"/>
        </pc:sldMkLst>
      </pc:sldChg>
      <pc:sldChg chg="modSp add mod">
        <pc:chgData name="James Martin" userId="5c604502-4ee2-4081-9f0b-59e4decb0522" providerId="ADAL" clId="{CD9F9381-1667-4751-A642-EBC8FFBDE105}" dt="2026-10-06T08:28:38.988" v="193" actId="12"/>
        <pc:sldMkLst>
          <pc:docMk/>
          <pc:sldMk cId="132092810" sldId="1578"/>
        </pc:sldMkLst>
        <pc:spChg chg="mod">
          <ac:chgData name="James Martin" userId="5c604502-4ee2-4081-9f0b-59e4decb0522" providerId="ADAL" clId="{CD9F9381-1667-4751-A642-EBC8FFBDE105}" dt="2026-10-06T08:28:38.988" v="193" actId="12"/>
          <ac:spMkLst>
            <pc:docMk/>
            <pc:sldMk cId="132092810" sldId="1578"/>
            <ac:spMk id="4" creationId="{E96CDDFF-AD2D-07FB-FC93-73C77333F3F8}"/>
          </ac:spMkLst>
        </pc:spChg>
      </pc:sldChg>
      <pc:sldChg chg="modSp add mod">
        <pc:chgData name="James Martin" userId="5c604502-4ee2-4081-9f0b-59e4decb0522" providerId="ADAL" clId="{CD9F9381-1667-4751-A642-EBC8FFBDE105}" dt="2026-10-06T08:29:06.629" v="196" actId="20577"/>
        <pc:sldMkLst>
          <pc:docMk/>
          <pc:sldMk cId="2579716822" sldId="1579"/>
        </pc:sldMkLst>
        <pc:spChg chg="mod">
          <ac:chgData name="James Martin" userId="5c604502-4ee2-4081-9f0b-59e4decb0522" providerId="ADAL" clId="{CD9F9381-1667-4751-A642-EBC8FFBDE105}" dt="2026-10-06T08:29:06.629" v="196" actId="20577"/>
          <ac:spMkLst>
            <pc:docMk/>
            <pc:sldMk cId="2579716822" sldId="1579"/>
            <ac:spMk id="4" creationId="{2C23ABDD-952D-EAB7-D669-0D3AA9E4B63C}"/>
          </ac:spMkLst>
        </pc:spChg>
      </pc:sldChg>
      <pc:sldChg chg="modSp add">
        <pc:chgData name="James Martin" userId="5c604502-4ee2-4081-9f0b-59e4decb0522" providerId="ADAL" clId="{CD9F9381-1667-4751-A642-EBC8FFBDE105}" dt="2026-10-06T08:29:21.622" v="198"/>
        <pc:sldMkLst>
          <pc:docMk/>
          <pc:sldMk cId="3670629405" sldId="1580"/>
        </pc:sldMkLst>
        <pc:spChg chg="mod">
          <ac:chgData name="James Martin" userId="5c604502-4ee2-4081-9f0b-59e4decb0522" providerId="ADAL" clId="{CD9F9381-1667-4751-A642-EBC8FFBDE105}" dt="2026-10-06T08:29:21.622" v="198"/>
          <ac:spMkLst>
            <pc:docMk/>
            <pc:sldMk cId="3670629405" sldId="1580"/>
            <ac:spMk id="4" creationId="{02804FF6-4FF6-FD5A-F7F5-06C85482256A}"/>
          </ac:spMkLst>
        </pc:spChg>
      </pc:sldChg>
      <pc:sldChg chg="addSp add mod">
        <pc:chgData name="James Martin" userId="5c604502-4ee2-4081-9f0b-59e4decb0522" providerId="ADAL" clId="{CD9F9381-1667-4751-A642-EBC8FFBDE105}" dt="2026-10-06T08:29:52.883" v="201" actId="22"/>
        <pc:sldMkLst>
          <pc:docMk/>
          <pc:sldMk cId="1760200214" sldId="1581"/>
        </pc:sldMkLst>
        <pc:spChg chg="add">
          <ac:chgData name="James Martin" userId="5c604502-4ee2-4081-9f0b-59e4decb0522" providerId="ADAL" clId="{CD9F9381-1667-4751-A642-EBC8FFBDE105}" dt="2026-10-06T08:29:52.883" v="201" actId="22"/>
          <ac:spMkLst>
            <pc:docMk/>
            <pc:sldMk cId="1760200214" sldId="1581"/>
            <ac:spMk id="6" creationId="{1489F506-75C5-1D39-4E3E-F679B5846F88}"/>
          </ac:spMkLst>
        </pc:spChg>
      </pc:sldChg>
      <pc:sldChg chg="modSp add mod">
        <pc:chgData name="James Martin" userId="5c604502-4ee2-4081-9f0b-59e4decb0522" providerId="ADAL" clId="{CD9F9381-1667-4751-A642-EBC8FFBDE105}" dt="2026-10-06T08:32:09.910" v="225" actId="5793"/>
        <pc:sldMkLst>
          <pc:docMk/>
          <pc:sldMk cId="164784971" sldId="1583"/>
        </pc:sldMkLst>
        <pc:spChg chg="mod">
          <ac:chgData name="James Martin" userId="5c604502-4ee2-4081-9f0b-59e4decb0522" providerId="ADAL" clId="{CD9F9381-1667-4751-A642-EBC8FFBDE105}" dt="2026-10-06T08:32:09.910" v="225" actId="5793"/>
          <ac:spMkLst>
            <pc:docMk/>
            <pc:sldMk cId="164784971" sldId="1583"/>
            <ac:spMk id="6" creationId="{6F626DD8-A023-1325-1143-E1562D392831}"/>
          </ac:spMkLst>
        </pc:spChg>
      </pc:sldChg>
      <pc:sldChg chg="modSp add mod">
        <pc:chgData name="James Martin" userId="5c604502-4ee2-4081-9f0b-59e4decb0522" providerId="ADAL" clId="{CD9F9381-1667-4751-A642-EBC8FFBDE105}" dt="2026-10-06T08:32:02.467" v="223" actId="20577"/>
        <pc:sldMkLst>
          <pc:docMk/>
          <pc:sldMk cId="3236028709" sldId="1584"/>
        </pc:sldMkLst>
        <pc:spChg chg="mod">
          <ac:chgData name="James Martin" userId="5c604502-4ee2-4081-9f0b-59e4decb0522" providerId="ADAL" clId="{CD9F9381-1667-4751-A642-EBC8FFBDE105}" dt="2026-10-06T08:32:02.467" v="223" actId="20577"/>
          <ac:spMkLst>
            <pc:docMk/>
            <pc:sldMk cId="3236028709" sldId="1584"/>
            <ac:spMk id="6" creationId="{850F6A32-F3E4-D26B-9352-6FCEF8C90729}"/>
          </ac:spMkLst>
        </pc:spChg>
      </pc:sldChg>
      <pc:sldChg chg="addSp delSp modSp add mod">
        <pc:chgData name="James Martin" userId="5c604502-4ee2-4081-9f0b-59e4decb0522" providerId="ADAL" clId="{CD9F9381-1667-4751-A642-EBC8FFBDE105}" dt="2026-10-06T08:48:42.596" v="366" actId="478"/>
        <pc:sldMkLst>
          <pc:docMk/>
          <pc:sldMk cId="2037309848" sldId="1586"/>
        </pc:sldMkLst>
        <pc:spChg chg="mod">
          <ac:chgData name="James Martin" userId="5c604502-4ee2-4081-9f0b-59e4decb0522" providerId="ADAL" clId="{CD9F9381-1667-4751-A642-EBC8FFBDE105}" dt="2026-10-06T08:45:09.811" v="341" actId="20577"/>
          <ac:spMkLst>
            <pc:docMk/>
            <pc:sldMk cId="2037309848" sldId="1586"/>
            <ac:spMk id="6" creationId="{0A3F9FD3-3074-F25F-A032-90C98AB421F0}"/>
          </ac:spMkLst>
        </pc:spChg>
      </pc:sldChg>
      <pc:sldChg chg="addSp delSp modSp add mod">
        <pc:chgData name="James Martin" userId="5c604502-4ee2-4081-9f0b-59e4decb0522" providerId="ADAL" clId="{CD9F9381-1667-4751-A642-EBC8FFBDE105}" dt="2026-10-06T08:48:52.316" v="368" actId="478"/>
        <pc:sldMkLst>
          <pc:docMk/>
          <pc:sldMk cId="1077735830" sldId="1587"/>
        </pc:sldMkLst>
        <pc:spChg chg="mod">
          <ac:chgData name="James Martin" userId="5c604502-4ee2-4081-9f0b-59e4decb0522" providerId="ADAL" clId="{CD9F9381-1667-4751-A642-EBC8FFBDE105}" dt="2026-10-06T08:45:32.467" v="345" actId="20577"/>
          <ac:spMkLst>
            <pc:docMk/>
            <pc:sldMk cId="1077735830" sldId="1587"/>
            <ac:spMk id="6" creationId="{BABACA45-4663-F97F-0EB2-7965C0776B1D}"/>
          </ac:spMkLst>
        </pc:spChg>
      </pc:sldChg>
      <pc:sldChg chg="addSp delSp modSp add mod">
        <pc:chgData name="James Martin" userId="5c604502-4ee2-4081-9f0b-59e4decb0522" providerId="ADAL" clId="{CD9F9381-1667-4751-A642-EBC8FFBDE105}" dt="2026-10-06T08:49:36.396" v="370" actId="478"/>
        <pc:sldMkLst>
          <pc:docMk/>
          <pc:sldMk cId="397985144" sldId="1588"/>
        </pc:sldMkLst>
        <pc:spChg chg="mod">
          <ac:chgData name="James Martin" userId="5c604502-4ee2-4081-9f0b-59e4decb0522" providerId="ADAL" clId="{CD9F9381-1667-4751-A642-EBC8FFBDE105}" dt="2026-10-06T08:45:46.711" v="351" actId="6549"/>
          <ac:spMkLst>
            <pc:docMk/>
            <pc:sldMk cId="397985144" sldId="1588"/>
            <ac:spMk id="6" creationId="{B23F2FC6-ECB3-11CA-16FC-F575BEB3122F}"/>
          </ac:spMkLst>
        </pc:spChg>
      </pc:sldChg>
      <pc:sldChg chg="add">
        <pc:chgData name="James Martin" userId="5c604502-4ee2-4081-9f0b-59e4decb0522" providerId="ADAL" clId="{CD9F9381-1667-4751-A642-EBC8FFBDE105}" dt="2026-10-06T08:48:38.419" v="365"/>
        <pc:sldMkLst>
          <pc:docMk/>
          <pc:sldMk cId="960007539" sldId="1589"/>
        </pc:sldMkLst>
      </pc:sldChg>
      <pc:sldChg chg="add">
        <pc:chgData name="James Martin" userId="5c604502-4ee2-4081-9f0b-59e4decb0522" providerId="ADAL" clId="{CD9F9381-1667-4751-A642-EBC8FFBDE105}" dt="2026-10-06T08:48:49.242" v="367"/>
        <pc:sldMkLst>
          <pc:docMk/>
          <pc:sldMk cId="1638901208" sldId="1590"/>
        </pc:sldMkLst>
      </pc:sldChg>
      <pc:sldChg chg="add">
        <pc:chgData name="James Martin" userId="5c604502-4ee2-4081-9f0b-59e4decb0522" providerId="ADAL" clId="{CD9F9381-1667-4751-A642-EBC8FFBDE105}" dt="2026-10-06T08:49:31.182" v="369"/>
        <pc:sldMkLst>
          <pc:docMk/>
          <pc:sldMk cId="3815055462" sldId="1591"/>
        </pc:sldMkLst>
      </pc:sldChg>
      <pc:sldChg chg="add">
        <pc:chgData name="James Martin" userId="5c604502-4ee2-4081-9f0b-59e4decb0522" providerId="ADAL" clId="{CD9F9381-1667-4751-A642-EBC8FFBDE105}" dt="2026-10-06T08:49:41.649" v="371"/>
        <pc:sldMkLst>
          <pc:docMk/>
          <pc:sldMk cId="452675304" sldId="1592"/>
        </pc:sldMkLst>
      </pc:sldChg>
      <pc:sldChg chg="delSp add mod">
        <pc:chgData name="James Martin" userId="5c604502-4ee2-4081-9f0b-59e4decb0522" providerId="ADAL" clId="{CD9F9381-1667-4751-A642-EBC8FFBDE105}" dt="2026-10-06T09:02:44.449" v="391" actId="478"/>
        <pc:sldMkLst>
          <pc:docMk/>
          <pc:sldMk cId="1566248627" sldId="1593"/>
        </pc:sldMkLst>
      </pc:sldChg>
    </pc:docChg>
  </pc:docChgLst>
  <pc:docChgLst>
    <pc:chgData name="James Martin" userId="5c604502-4ee2-4081-9f0b-59e4decb0522" providerId="ADAL" clId="{2ED9032E-5F0F-41B2-A494-7461C54B8C03}"/>
    <pc:docChg chg="custSel delSld modSld">
      <pc:chgData name="James Martin" userId="5c604502-4ee2-4081-9f0b-59e4decb0522" providerId="ADAL" clId="{2ED9032E-5F0F-41B2-A494-7461C54B8C03}" dt="2026-10-22T08:47:36.538" v="41" actId="20577"/>
      <pc:docMkLst>
        <pc:docMk/>
      </pc:docMkLst>
      <pc:sldChg chg="del">
        <pc:chgData name="James Martin" userId="5c604502-4ee2-4081-9f0b-59e4decb0522" providerId="ADAL" clId="{2ED9032E-5F0F-41B2-A494-7461C54B8C03}" dt="2026-10-22T08:42:58.297" v="5" actId="47"/>
        <pc:sldMkLst>
          <pc:docMk/>
          <pc:sldMk cId="3270857317" sldId="1424"/>
        </pc:sldMkLst>
      </pc:sldChg>
      <pc:sldChg chg="del">
        <pc:chgData name="James Martin" userId="5c604502-4ee2-4081-9f0b-59e4decb0522" providerId="ADAL" clId="{2ED9032E-5F0F-41B2-A494-7461C54B8C03}" dt="2026-10-22T08:41:03.468" v="4" actId="47"/>
        <pc:sldMkLst>
          <pc:docMk/>
          <pc:sldMk cId="3123438195" sldId="1480"/>
        </pc:sldMkLst>
      </pc:sldChg>
      <pc:sldChg chg="del">
        <pc:chgData name="James Martin" userId="5c604502-4ee2-4081-9f0b-59e4decb0522" providerId="ADAL" clId="{2ED9032E-5F0F-41B2-A494-7461C54B8C03}" dt="2026-10-22T08:41:03.468" v="4" actId="47"/>
        <pc:sldMkLst>
          <pc:docMk/>
          <pc:sldMk cId="2063182916" sldId="1481"/>
        </pc:sldMkLst>
      </pc:sldChg>
      <pc:sldChg chg="del">
        <pc:chgData name="James Martin" userId="5c604502-4ee2-4081-9f0b-59e4decb0522" providerId="ADAL" clId="{2ED9032E-5F0F-41B2-A494-7461C54B8C03}" dt="2026-10-22T08:41:03.468" v="4" actId="47"/>
        <pc:sldMkLst>
          <pc:docMk/>
          <pc:sldMk cId="2964812291" sldId="1482"/>
        </pc:sldMkLst>
      </pc:sldChg>
      <pc:sldChg chg="modTransition">
        <pc:chgData name="James Martin" userId="5c604502-4ee2-4081-9f0b-59e4decb0522" providerId="ADAL" clId="{2ED9032E-5F0F-41B2-A494-7461C54B8C03}" dt="2026-10-22T08:39:17.057" v="2"/>
        <pc:sldMkLst>
          <pc:docMk/>
          <pc:sldMk cId="742835420" sldId="1524"/>
        </pc:sldMkLst>
      </pc:sldChg>
      <pc:sldChg chg="modTransition">
        <pc:chgData name="James Martin" userId="5c604502-4ee2-4081-9f0b-59e4decb0522" providerId="ADAL" clId="{2ED9032E-5F0F-41B2-A494-7461C54B8C03}" dt="2026-10-22T08:39:17.057" v="2"/>
        <pc:sldMkLst>
          <pc:docMk/>
          <pc:sldMk cId="3074072446" sldId="1529"/>
        </pc:sldMkLst>
      </pc:sldChg>
      <pc:sldChg chg="modTransition">
        <pc:chgData name="James Martin" userId="5c604502-4ee2-4081-9f0b-59e4decb0522" providerId="ADAL" clId="{2ED9032E-5F0F-41B2-A494-7461C54B8C03}" dt="2026-10-22T08:39:17.057" v="2"/>
        <pc:sldMkLst>
          <pc:docMk/>
          <pc:sldMk cId="128314024" sldId="1530"/>
        </pc:sldMkLst>
      </pc:sldChg>
      <pc:sldChg chg="modTransition">
        <pc:chgData name="James Martin" userId="5c604502-4ee2-4081-9f0b-59e4decb0522" providerId="ADAL" clId="{2ED9032E-5F0F-41B2-A494-7461C54B8C03}" dt="2026-10-22T08:40:04.589" v="3"/>
        <pc:sldMkLst>
          <pc:docMk/>
          <pc:sldMk cId="3069842225" sldId="1531"/>
        </pc:sldMkLst>
      </pc:sldChg>
      <pc:sldChg chg="modSp mod">
        <pc:chgData name="James Martin" userId="5c604502-4ee2-4081-9f0b-59e4decb0522" providerId="ADAL" clId="{2ED9032E-5F0F-41B2-A494-7461C54B8C03}" dt="2026-10-22T08:47:36.538" v="41" actId="20577"/>
        <pc:sldMkLst>
          <pc:docMk/>
          <pc:sldMk cId="2808123836" sldId="1533"/>
        </pc:sldMkLst>
        <pc:spChg chg="mod">
          <ac:chgData name="James Martin" userId="5c604502-4ee2-4081-9f0b-59e4decb0522" providerId="ADAL" clId="{2ED9032E-5F0F-41B2-A494-7461C54B8C03}" dt="2026-10-22T08:47:36.538" v="41" actId="20577"/>
          <ac:spMkLst>
            <pc:docMk/>
            <pc:sldMk cId="2808123836" sldId="1533"/>
            <ac:spMk id="6" creationId="{4E1B6901-6336-D936-1D40-ECD77388D4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5697764-FC8C-5240-90F6-2282DEC8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63F72E36-EBEB-AD6E-7755-9B944BB6B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5FDAC4EB-3F75-AC99-B9F4-E92D0F64D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479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D08CF4-7294-9535-11ED-88931D48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0B6775-FB52-F355-97A6-7A8B28490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071038-3060-D995-A9CF-CC9EC8DC5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8825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8619168-FF7A-C074-1670-74B15F2B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F0A995-FA18-0B4A-93A7-BCE9FAFBD4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D0F419-48ED-7791-B98D-72555AB23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417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A7AFA9-A1C7-F17B-9207-A94556AAE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A17A3E-3574-E4AA-E30B-E4CF504E4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A826ADC-6C1A-1FFF-B65B-333B08493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681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783B4A-58A1-B6C1-6AA4-1C806CFA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79B484-F2A2-24FA-306D-D664A5F27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1CFB4E-9346-A2FF-9921-A04E5EF91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18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474BEC-E38B-97AA-A1C7-CB25841C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AD89B3-07FD-BD06-FBA1-8AE2A204B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B7BAAD7-E6AF-F681-0F2C-911F2F730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950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CB1C23-FE25-6FCB-8117-60F56695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2D8244-3789-E7F9-C796-F44A22CB6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109C68-AAB2-898C-EF65-38628ED9A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765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FE27F2-0F21-48EB-DB11-77133F94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9173A1-6F4A-4C11-92A9-4288F5E45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5A79B5-13D2-CE32-2F0D-246097839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447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F0561B-7489-16BA-47BA-0BBBAA42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22623E-45A0-BCEA-6157-8336AF407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95D7AD9-C12A-75FB-073E-4D9964BB75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343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FA76E96-AC60-30A6-5FB9-DE50414D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1235E1-F8C9-E269-5260-178D84D6A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0B08EE-68FD-7968-C9FD-4021C68F2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633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D416F0-69AC-86A3-867E-FF96D850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3895E59-65CF-6D4C-3523-E4CB9500E6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E45D68-523E-F3CA-7ADD-4BC254C83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360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043BE1-7823-52AE-CF4F-218169CF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612143-1799-56CB-EC57-A4A5D2AE2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422BA8-F91B-D0C9-3770-80DE95296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598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318D94-6EB5-399A-BE09-71760A05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C1ED8C-D518-8866-D821-5C0A74B38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7459FA-8D73-BE3C-440F-89FF92AAF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480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658A594-57F2-827B-D988-A355FEC6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BCC117-AA41-7574-13F5-45D8CEF6B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71358FD-B31C-D24B-CDC1-AE9DDF13B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269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2CD9CF-93E1-1F71-6104-BA02CE4D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8EC188-2B74-08B9-157D-B34BED3E4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4EFD36-A296-0C6F-CAE8-31A29D159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797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0B13D46-E03A-D6B9-B24D-DF5A601B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7753BE-0BE1-5A1E-D13B-070CD58F2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AE2464-7297-28B6-1B31-5CC5DA2D3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68287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792BF3-9337-DDE4-2F78-2C83AC0E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179548-5891-B367-514B-D81F8CA9D8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5228A8D-F5CA-2AA5-B5F8-7F6495C8D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760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CD5A50-B5EE-F447-6663-E08E24BE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5C9A4D-C6CD-F95F-CD81-4FA2C1CDA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614008-C5C3-0634-19CD-964B5C92D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380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58B0D1-17CD-2E53-993D-8A7E26BD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C88280-52D2-116E-9D3C-C9A2B10EF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99177E-E340-3C88-6404-94A309C64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454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D9C2E5-483B-9E10-C120-2419FDAC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42C214B-8A27-FB13-C49F-1C80D8C43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EE2C0B-B71D-EBA9-BA48-9D3CAAC93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231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E7FA54-1772-A02F-4350-CB9A40F7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450E2E0-0C8E-ECEA-236A-F41688B7CF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35907B-ADE0-3748-9DBC-F89174A544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9472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61266D-1FB4-8A21-3763-A26A641B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84DE22-1994-702C-8849-6B970A04E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A4F90E0-0637-7365-426B-84AEFD1D6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921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9486B9-5633-2A57-BA34-79F65E40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071A22-9F83-B0D0-4C41-E788505E8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923F319-A82B-F701-5BE4-6BE445D44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750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344FB1-7D76-1DF0-B1A1-B4A992E6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D7F1E85-CB90-0725-B9ED-FC4CBFCDD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769C661-CCC7-44DA-C8BF-DE50E0C9F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846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EC950A-1001-BAD3-4EB8-7B61E1AB8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9FF421-D27C-96B0-2532-784BF0B6C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68D1BE-90DA-2C20-68A2-37A4F1A19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6358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96A8FB2-6B6A-2D90-F57E-90EDD283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2D99D6-A96B-611C-A162-C6A841E081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E8EC05-8D0D-A302-BDB3-6BDC034D3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2981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7836AA-29F6-598E-A032-79ACAC23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84AB31D-AC79-D043-3040-B973B068B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9CCC8E-E3F7-3FC5-4B13-2DF5DC68C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4644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32EE06-2593-AE15-8A3A-190FE068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4C9F88-6B4F-A5A8-24BC-8919EFFA1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FA53CF-6096-5EB7-5A25-DD0E7ACB5E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70756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C195CA-6825-F075-3649-67D2C50B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CA57CE-5672-5241-73A2-CA1D2399C6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1786011-F4D7-D902-DF82-B558E743D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1553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6C7728-F3D1-DB9E-B79D-C2413640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C76534D-5344-3F7C-7C5F-D63FE1CA5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1CB4E34-9A3F-548E-975F-58600B301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0932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E8DCDDE-3EFA-6CE1-96ED-F0FCDAC8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2F70C3B-85CD-6F14-0892-103E74129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11581D-90EA-0896-17F0-11BFB5520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71144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FE62AA-86C8-1F1A-EBA6-58617F2C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558BF9-67A3-4DE7-DC69-3D55F0264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2FA1D8-0155-43B0-41E9-37EC04A64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8957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4896D6-F85B-7B61-4070-3A2DABFA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305247-702C-AFB8-B160-9D9325DA5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A519F1-B85A-F10C-D2E2-9086CAF94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7779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68FA964-8E54-9C3C-E4D2-68B7AF18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683842-92BD-8203-76BB-964687BBA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AE7D4C0-A018-C488-1604-6A9723A1A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2742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7BFB18-4F96-924D-75E6-3DE7A559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3CD1E0-05D3-0014-04BE-603BED932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4D2BE6-B9A7-3974-CE14-5BEF48E36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59640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25EC789-7723-555C-1B28-A7C5B4F4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B8F190-16C6-934C-7933-80E8F14A1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30BD3F6-6103-7E4E-78B4-614A3B685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5988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241A8B6-A3BD-E1EC-2976-EFEA9F4FA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39A35C-1F24-DE35-ADCC-D6A7CFA9F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5E74B83-EDDB-81B7-4B97-D4663626F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65000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B6EF7F-183C-2FD0-3B90-C3E11A85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F3C728-6571-3D47-7838-A4C13A849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3468C1-F580-756C-AF24-7013964544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20752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6B685F-687B-D712-B32C-0F5CC993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CE23A8-AA8B-9FDC-F30D-EE8CFB269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B45060-D170-EF96-C03E-79FF977AF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7029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B49550-EEEE-3185-A208-57B82710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914D10-F33A-C8AC-7401-BFA80C379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593666-BC3E-87DA-EF97-33C510510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3992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38B8BCF-3A66-A195-B921-CAF2A8BD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F7277D-6421-EA0C-FBAF-9EB19E7B71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34DFA88-CF10-F9B7-9EB3-502C4D66E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9347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067CE3-D719-3193-CD2D-4393DD2A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530D94-FDF1-E5FA-7458-08F640D34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841280-2F85-4F54-1A7E-91BA58590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235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9D8D766-7F73-C2C0-9A4D-29B9B27C1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D78562-AA26-A82B-2C34-46389D574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3AD86F-B986-1645-38F8-620CA91B8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5229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D0F048-2F7E-9A31-FE84-409EE2454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DDE97C-2B3D-2761-242B-B5365CBEC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FCDE69-A9A8-FFA3-36D8-DCA9D160C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8666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9A0A4B-35A0-EEF0-9BBE-9ECF39B1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A33BBD-6580-B18D-E5C2-4C3613441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49A420E-5192-2A5C-417B-19923CAA6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8361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B309F5-ED63-6C94-B4E4-68EC8D23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2B9109-384E-449F-E477-6817BF8FC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A0A161-48C5-35BF-1EC4-CB0706E6B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612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7990522-EAA2-1849-549E-9AF36C0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FCB666-9922-6ED5-B97A-66440A308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CAD2D6-1AC9-C161-3872-2282D2F98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8579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F14398-7152-85A4-FD13-EBFAD224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CCD9E27-42D3-D6B2-9FD1-AC61696A7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27C9F80-41D9-38AE-7CEF-16D10FF5A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74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4FEE40-E8BE-1B96-7301-C8FCB9D3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79D45B-E149-38AE-E921-41223FF54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25122D-85DC-FBEA-7FEB-4CC2D1A79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1254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B9D995-6FC3-997E-7D44-0587CA1C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916751-1748-8CAF-6995-AEE29B3D17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A598CF-B5FA-0B15-44F9-0ABB21724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2653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8B2DB5-9F2D-CAC0-4E74-409E3601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5BC56AA-5E45-C1BD-EB2A-7A693B25B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DA6AF4-0E72-FABD-87C9-3B02EC0110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4938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A0CE23-CD70-4627-2E01-5928DAA6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DBFF85-1504-20D2-5302-22D4FB32D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84929C-3452-E78E-3E8F-0179983DC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9939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96C1BC-F2C5-5874-96A9-3FA487ABE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89C1FF-9535-4193-876C-E7D269418F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FB0D11-9E97-1120-715A-2DB346C23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8849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CCD62E-6CE6-D53D-6340-CED1DAA4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4D438A-4188-5E38-FDFD-CBF3141E8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7E707F-EC3E-AB65-BAA3-47502AB6A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4587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BC6A2A-5FE3-0F29-3C02-8D924295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F6DE62-0532-073D-6B85-60FFE63EB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6FD955-CB66-F20B-5381-DD9015FE2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8896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00884B-4FFD-7C49-1DEC-7859DF638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635272-946A-3862-9A4A-64E4760BD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75AF69-6ACA-0031-2375-102103492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5654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37C569-9380-EE38-20F8-85F5EEFE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1E97B7-AED4-B02F-3BC4-D3A891FE4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94C21A-E9A9-D754-096E-959FB6FC9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0830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482115-3DEF-723D-5262-AC221A73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7603C9-F538-DCC0-580B-B4508ADEB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8106768-C8C1-CE5E-8FB7-D7612A9B6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2953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0678A8-0BA0-D65D-CBEE-D0CB0955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A6F9037-314B-CECC-ED77-3C111FC42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6D34BD-3F41-C79F-532E-B4B05EA4D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6980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2A84F4-C7EF-B3A6-75CD-C8B2D889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FFB96E-9346-BC48-8B48-EAC08C7E7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364654-3A2F-E025-0FCC-C267D67C7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2500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2C92B5-96FE-64EF-CCE9-6B83EF9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6A933B4-7528-9C6C-6E28-E323BEB03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AB64D7-8F9F-6DA0-0C7B-7EF5EE2A0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04972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03058D-870F-15FD-A503-570A746D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98C2C35-AF46-B6C6-F257-4DFB36DF4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137086-623D-4931-E852-25E20F50E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29896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0C7F9FA-6938-F8D6-4AE9-2FAD4B7A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66F02A-A790-5DA9-6A9E-0EE59AB52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4800DA3-0486-F787-C375-56DEA402A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20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F42185-65BF-D665-50C0-CFB55E59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CE3DA3-7D85-DE3D-3774-ED0AC3971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98A3E6-E6C5-0F12-8416-420A32231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96697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059822-CA36-1F5F-B28F-17912628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2AEEDA-3E3F-6E11-6B34-0C1EFF87B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4B9BCA-EAD0-0688-9D59-E942F6409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08333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A3E8CB-AA2F-0ABF-F52B-E1871F934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D21D7F-B8C0-E8F8-99FD-549364A1C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0BA7B2-6FD4-9443-1A7D-EE4D283A7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69098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3C551A-4FCA-586B-FC14-B9F83735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0DF672-386A-48EB-A4EF-D7F4EA3A96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83C466C-3DB7-B7B2-A6C4-551B9F4D4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8266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113E23B-4A73-3458-29B2-C9F7D0E4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F7F927B-CD9A-12D3-5B12-11950DC58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50B7787-8078-18CE-64B5-09E5EA1D8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4537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240D0EB-BC0F-D000-5ABE-D1CABB7C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C190D2-5059-4334-4DE1-63B39BB0B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2E0C8A9-9BAA-19AD-D004-7D78ECC1E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05341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D11ECC-5D1C-A203-C3D4-48E5CDD3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2C988E1-F027-4833-EF68-7D615BD7C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87B1EC-BE99-4E7D-F2AB-122336866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82636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72F91E-DD59-3096-3662-B781D0C6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590749-42D7-1B61-4040-A3B5F0FB2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5356C39-2015-B080-8E9E-53FDA281E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32454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266F3D-2C83-354C-5E7A-6F60AC70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1D43BC-B486-205C-6238-AC226A55B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7590C1-1227-A92B-6679-CD125C677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684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2D447E-7547-5A0C-AACB-4A549C09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919192-0DD9-80FB-B96E-FCE3151CA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FE4307-B58E-C056-3AFA-C9F07453C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55044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72CF1E-27F7-FEFE-4003-2A495B58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51C73B-E266-F906-64C1-11BD41F3FA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E495CA-D439-731C-3B82-84B9ACC2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49189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E0FE96-569C-CA0D-DB9A-EB19F62E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A1D00F-7697-BF79-3FAD-0C0BDAE5E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130C62-9C82-9E9C-B602-621BB62DB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04392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D6CC97F-3DCA-6CA7-8D1C-FF12B73D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DDE68C3-EAB1-6F08-AFA3-660068D2C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4DFF87D-1578-7CFA-1839-5D04B779A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48970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0E97870-4C59-BD56-D1C6-60D3BD7F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4BA3B3-3E86-E722-82D1-91FBA7D3F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96317F-82C0-3D96-B456-97F55B7B4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54265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51112D-3FEF-D08E-D4D8-DD7EE5B2E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9DB85E-62A7-8C71-BB3D-4AF7C6F9C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53B9AC2-3826-9C35-4C93-9C91540B1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40651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64F9EA6-3BE5-269E-C3B5-DB5F6FE2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CBC8A3-AA50-B0EE-6BF3-D47E58882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F67E94-66F5-9FCF-BDA3-6E4740474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63242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F97244-B864-BB22-52FE-A0279E14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1F3B772-D181-F7B9-EF7B-F52E27B9A5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2D3114-8FF6-E7C4-2CBE-E9423AFDF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8686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095C20-4296-7B9D-9582-5A20F91C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469335-F3B8-0EAD-3C59-FB44C784A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115F2D-7DF5-8D87-1EE2-2ED024F6B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994126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795E31-8CFA-1AD7-E50C-061854EB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7A0A935-0E4B-A464-15E3-7FD3EFECD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1BE822F-0F38-F4EE-80EF-4A90A657D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14612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AE7821-BD64-2119-3A93-E6331BA9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5E776C-A45D-A1E6-7F07-DDECEF853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3A4314-4187-05E7-39F4-333675FD4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07608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7C06B4-2F7E-5D3C-DD7B-552B124C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96B2E7-9247-72C5-E46C-0384E8560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633270F-F6BC-42F1-F8A8-6A213BDD7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71561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9004C9-8F22-E285-632E-0D5E240C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083E3D1-254E-9242-7DD0-AEFE8A2B0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EB8968-53B4-C895-B1F6-B92869C9B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93654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510D133-92A8-7BAC-6F18-D46C0727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AB567A-F5A4-18A0-D50E-FEAD64538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E56093-6233-E600-8214-FBD7EC762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67704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C27104-55F6-5BFC-3DCC-5AE389ED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4AB9C4-19F1-1DC9-D545-EC9D5BD004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2D8B0CC-4008-CE93-7D58-12BC3DF46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77510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AEECB8-5C06-DC3F-2C5A-B75482EF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3E0F85-7470-28BF-2377-3AEDBC6A1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497331-D0F8-9446-A213-D9036EB1D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64420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479716-2C4A-2571-CFE9-12BAE156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0E7CBF-7FA5-5461-1BBE-7D3CAC929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7A9FEA9-DA95-9D97-75EC-34D3FBEC5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7396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9A76EC-D0DF-F05E-15C5-6E76B42E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8B3DDD-CFC5-AA34-FE90-50C2907A9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D30839-6D52-0EE7-6C46-D8581396D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445288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7002B8E-1E7E-6B3A-B0CA-7EB2EDE8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560409-44CA-29F3-9960-A555D09B1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A22C415-F1B0-EBE5-C442-DD33877B7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38181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EC2CCD0-F1E3-90D5-B619-80C769D3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390CC3-6AFB-16FC-1F8D-4EBBE4245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87E278-28BC-2B98-E711-D176AA925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71351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123A0B-BB0D-78C0-EEF1-A3F59B19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B2926F-ADC8-87BC-71AE-A41560B1C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4428F6-09A0-6E27-C15A-8AB7E2878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65496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CF66E6-4F0A-47E8-E07A-714A335C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179304-76FC-9C4B-20DD-61CF764AE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1C4393-A097-6B22-42DA-C285E4A92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85532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35360C-1FA0-35F6-833F-CC43BF34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9DB4D6-A7C6-0FAE-CB7C-299B946A6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F7DB03A-89F3-F7CB-9BF9-6F63FCEB8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71699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1D8A7F-4E06-3109-F3C8-D01C96EA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1CC2622-3FDF-D054-E1DE-BE8FAC4783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D5C2328-81FF-F62F-77F9-BC3086726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28200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B367F8-2AFF-46C4-99D7-7894C73B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C365347-5130-4732-57D4-CA9DC8EBB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A1E66A8-C67A-13D0-3A43-9620CF2EE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912374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27C37A-1D59-BD88-38F0-8BEE8C6A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685F66A-CC62-9265-46E7-3C06462B5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FC3C01-C686-E8BC-9971-2D41A830A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26460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5: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Consolidation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S Martin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October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0/11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AF0FCFE3-F53F-1F10-DB17-53453D95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E338D5AB-3BCE-1D17-D4C1-EB790F42F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8AE9F370-5020-1A70-B326-C6D88785E712}"/>
              </a:ext>
            </a:extLst>
          </p:cNvPr>
          <p:cNvSpPr txBox="1"/>
          <p:nvPr/>
        </p:nvSpPr>
        <p:spPr>
          <a:xfrm>
            <a:off x="1211100" y="182936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5: Consolidation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The Course So Far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Tackling Difficult Problems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 Worked Example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6: Introduction to NumPy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The Course So Far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389FB70-0BAD-05B0-9E1C-55482FB62D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6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989487-E2E5-EEDA-E3C9-D183B58E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5B98C6-5D44-C780-5278-EC79E514F1B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3C5A20-8AD9-8206-E760-25F2E04EC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F1465CC-F741-3C0D-89B0-368DF9113279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F14956-96D6-B6D7-A7BE-43250D5FB2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1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1CB981-437C-1720-E924-BDC0B9E7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59B6F7-D439-FDE2-1CD8-7CFC3DF8CBF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9F18B4-0339-9565-CDCC-9F99F003C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687577D-85F2-6A07-B0E6-489295C456D2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07D612E-34E2-CFA4-793C-97B04BBDA4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1901DE-9F20-6D80-5839-2ABBD988E7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A51F0-72DF-7207-4A3C-F0B41D821A8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3638" y="1084421"/>
            <a:ext cx="3742282" cy="7850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665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166DCF-C0BC-3E27-DD5A-69DCA568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C8180DE-2667-425A-30DA-BF423C0189F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D4A7EAD-2D84-371F-9C0D-F6FF175C4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5DC138-DC88-AD72-68A6-31E89D60D6F9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F784F4-B2F7-EE4C-8F98-B4D915BC2E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8A53F1-D926-4B9F-E76B-BF5C47CBFB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77247E-D74C-3AEB-4C95-734EA6A6A1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3638" y="1382486"/>
            <a:ext cx="3742282" cy="4869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004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B0F641-CCBC-0183-0F1A-7CAE79C2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F57C8F1-276E-5F9E-ACB5-BC285FDC3E6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601946-D256-3B95-A831-E4BEA1FAA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FE41A2-7B5C-89EB-3ED9-246887A77A66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487D58-0976-0B99-8612-ACA9C43DF0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74A4D7-016F-6519-F189-8B3DB7CE67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1F6A47-49C1-2E00-F0E8-5A13B88A451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3638" y="1585001"/>
            <a:ext cx="3742282" cy="2844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25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42813CE-F367-FC17-79D1-1E9BA38D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0AB6C2-755F-B031-681D-440AB29983D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B72E78-1C80-B8A5-2E52-A12994FA7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6F17952-A513-C462-1714-D00A7EA04A52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C96CA46-AA29-8CF8-7CC7-B79CC4CE0C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7E9530-8A35-A234-A0C8-F53163C1BE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6945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B77550-AF38-7DF3-A025-0FB4D32C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EFB969-DA4B-1AEF-4964-D6543EAC91D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0FEC612-77F0-7EF0-EF53-10210400C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A87FF5E-1371-4169-5A62-DB57DA75DC3F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5595DD9-9545-E8E4-8BB8-368AA3781A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C29C8C-13A3-FB9F-4C05-9D9054ED9D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748F33-FF92-5AAA-EF90-77858E9061C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056373-F420-8161-FD03-B9E77E09B55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39301" y="2356251"/>
            <a:ext cx="2146300" cy="12759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935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CE9DCB-8BE8-788C-E412-94A9AEDC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CC3F1B-2BA9-D8B2-B6F4-0403DA8070E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E31275-B461-F6DD-8D6C-4C23FCB86E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067CA3-F7E3-FBEF-68C8-E8569CEAA9BB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9A0DBB1-BCC0-FFD4-368E-CD94FD40B0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272208-0A1B-488C-1453-EFDA4E8B76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B532F2-3658-2039-170B-D16C6AC55E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7A7129-DD33-562E-2A25-322C18F43C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39301" y="3080657"/>
            <a:ext cx="2146300" cy="5515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81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8888A3-A2FC-C019-2D81-BEC96E38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CE3C98-FD3D-1C92-B00F-0F03B604426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453A5D8-35F7-6CA1-0076-754C7A428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3CFC82-4F9C-33A8-7D6D-E57163DA4B0E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0DB4BD-42E4-2E3C-8DEC-E808E9ED33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9E767C-2152-CD3F-D5E4-DC25D7F68A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FB8D53-8F16-FA9C-036B-B87FF4CF3FE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206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9F32DE-02B5-7054-02D5-39C0F297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93BDA1-2C62-7D1F-1D11-F0B64D6F3E3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E61A84-468B-DFE7-9F26-988573EB5E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2CD67A3-5F69-05F2-182C-506E5F332DF4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F51C784-8512-C7C6-48DC-1B604BF435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AA6F25-C5DD-55C3-581B-D3E4338F12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2638A9-A93F-13AF-E023-C5AD114FF0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250CB1-E5FC-383D-8518-3F20B839197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FC84D9-47F7-BC9F-66E3-0A5C82935E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6402" y="2343538"/>
            <a:ext cx="2785054" cy="17910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0215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CC6F24-E1F8-E6E5-8877-BF634BDC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D906BC-2423-CE1F-CCFF-50D875FEBD8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339BBB1-9D57-3498-7352-DF5AE5A67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BB36A3-B478-D8C9-95CE-5A64D3AF28FE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97253F-5160-2724-05A0-A6978124C2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C37094-130D-807F-3917-14D7ED83EE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9F47B6-C169-EC6B-EB72-C5426A13D54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AB17A0-12BA-04F6-0EEE-5D02B02C2D0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4117166-06B5-A803-E336-FD7A40F0512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6402" y="3080084"/>
            <a:ext cx="2785054" cy="105453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508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9AC686-1BC9-60C2-BA31-0CC3780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3B4A5F-8AE2-9B07-A05E-69568E9514E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429C89-83C7-ABD2-A752-99F54A513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500863-3EB2-7F04-DCC8-A3867B99C6B4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4E77377-35EE-7879-BD65-97E2CFFF2B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C60213-399F-7C62-CA31-AB80E1BE38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6C5F50-8B01-EE66-B19D-395B0B6C4D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F91E6E-6E88-F1A4-E031-7D35B6A778C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E8BD5E-BCE0-6499-5680-4897384B424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6402" y="3429000"/>
            <a:ext cx="2785054" cy="7056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705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6738A6-8E3A-2706-B036-DEF60C78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13E47F-FB1C-F880-603D-3B2A242CCE9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731ED8D-5C29-A99A-579C-5C9923DB22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CF23BF-FD0D-9B83-B88A-2BC4CA60F82C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C335680-6B38-EFC5-B118-870EB2FC0B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B757EF-B5E0-CD94-B987-50DB1EB54B1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F49437-4449-BFAF-1CBB-27747D7029F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3AFB5A-EC86-70D8-D875-FEACC665EB7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8202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4C60B2-1796-2B23-EF57-3FA1E65C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ABEE3C-0483-8C65-F955-96B81FF21F1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44411D-E7D6-D090-D9F5-61B61E5321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FA1860-445C-19BF-0B9E-0EA0A94BB64C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C12D80-BD26-4CF6-3B96-D749D04A03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373436-A5D9-0E50-89B1-FA51949DB2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0A2895-6721-9A5E-8DE9-784D3432DF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08C438-2D51-4AA1-1320-94CE9E8E31F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429F2B-5402-9C87-9387-D48459D7D60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30" y="4177473"/>
            <a:ext cx="1961629" cy="748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26989F-7617-F279-58EE-15044730CE9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51221" y="4437246"/>
            <a:ext cx="1883588" cy="4670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524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A48F22-DEB6-0486-0A7C-4042BB85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838572-8C7E-05C8-EB30-23A202E3A25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DC8E1D-8A5B-8996-C3F3-E51EADAC0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370042-DD27-878C-BC7F-69713D45F11C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26E1AFD-3EED-CC82-63F5-E96D301BEF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782DC2-5D5E-577C-8C1B-2263AF87C8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3DA567-A2A5-377F-51D4-406F9ED13A6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955ECC-6187-72D1-6D73-F92F610B22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2EBFFB-EA7E-3127-1FF2-A681C5D7D6F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30" y="4177473"/>
            <a:ext cx="1961629" cy="7480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766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4B0864-FB39-966B-2A1A-7EA2A316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6E23C3-3D9B-0B18-83AC-200EA75746F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38CDCA-6BB8-4387-8124-546C376E0A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574F855-0CD0-1468-ADC6-E3B306B43F57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3BE671-85AD-8852-E7EF-3013456127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093D1D-47F0-F015-FC80-0BF21AF048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7C3CAF-32F8-9123-3572-E8259BDB26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AA226A-AFAD-FC42-7E52-AAD82A6A2E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BCE327-9DDB-3D4C-10E9-154DBE0C84F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30" y="4177473"/>
            <a:ext cx="1961629" cy="748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FF73FD-7F67-D8AD-4BBA-2F52E120A78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4586850"/>
            <a:ext cx="2252880" cy="9546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8EDC6-FD90-9CBD-905C-8CC7A11734A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37320" y="4620126"/>
            <a:ext cx="2153920" cy="8916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0328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B460EA-E7F3-6999-A964-6A941B56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909618-C996-F328-AD34-533D9946F5E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2E2E7B-A364-3254-CDBF-0A51CD3AA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DCA9035-C4C1-17B8-425B-44768F46CFDD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BA0046-5F38-5EF5-4ED6-C4B75F4B97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83AF1-8B04-4662-9A47-B1198383E0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EBB8F2-703D-E75A-9F2E-C5436479F26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2DC3BA-74E0-45A6-1E4E-1591ECAF6BF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872548-0942-2B21-DE8D-AF8B01AF7F7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30" y="4177473"/>
            <a:ext cx="1961629" cy="748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BD9A6D-9D1E-3681-58CC-C2D65844BC5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4586850"/>
            <a:ext cx="2252880" cy="954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460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2751B6-1DB5-515E-1C2B-A4F33886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62D3BB-940B-1C01-48EA-15B4F60652E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BB0C105-EDF7-7692-EAFE-71243E730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9B431F-B797-BB88-FA4C-92704EE30F7E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moving on to the next parts of the course…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NumPy, Pandas and Matplotlib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9EC0AA-3128-C535-31A0-11F77915036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EFB581-2151-A996-CD50-B50C59814C1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2D1331-E673-0AAA-AEE9-77690F12D2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834539-F1E4-44F6-4FEE-A5D048E0702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F96600-B091-A3DC-9F10-CED2A84A37F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30" y="4177473"/>
            <a:ext cx="1961629" cy="748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59A2D4-683C-578E-8815-85A7BDD7B97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4586850"/>
            <a:ext cx="2252880" cy="954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7521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A138A1-C92D-9527-74D8-5B477207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0C1F1B-9D2F-C7F8-820E-6EEE8A51B79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0264E8-D2E6-88AF-F4F5-4A8CD3E33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The Course So Far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213D37-2E1A-1071-2093-2711982883BD}"/>
              </a:ext>
            </a:extLst>
          </p:cNvPr>
          <p:cNvSpPr txBox="1"/>
          <p:nvPr/>
        </p:nvSpPr>
        <p:spPr>
          <a:xfrm>
            <a:off x="1026893" y="1597684"/>
            <a:ext cx="61751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Over the last 4 weeks, we’ve covered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basics of Python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We’ve looked at: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Datatypes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moving on to the next parts of the course…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NumPy, Pandas and Matplotlib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this week we are going to do some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“consolidation challenges”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Using what we have learnt to tackle the kinds of tasks you might encounter in the real world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D01E662-4AEA-59FC-D618-804C5DC533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CDC5FD-E9FC-D584-B9EA-C9BB4B3AB6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01000" y="1048136"/>
            <a:ext cx="3907971" cy="888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1396B2-CFC0-AB9B-07B5-DFB9D14150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00800" y="2271126"/>
            <a:ext cx="2253259" cy="1484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970140-DE2A-2B4B-11B7-E0D0771042A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2271126"/>
            <a:ext cx="2900084" cy="1906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C5F79B-2E46-055B-4701-7846B6D5D4C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92430" y="4177473"/>
            <a:ext cx="1961629" cy="748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5B10BF-DCBA-9F5A-CCF6-7737E360372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08887" y="4586850"/>
            <a:ext cx="2252880" cy="954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37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BC6D4E8-A56C-3ECB-0704-67E2F3DE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530919-011F-DB3B-B708-08BE69B8606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A3EA42F-9E4E-1CEB-BFBF-8688EC5D6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742BAF-C823-C62C-5089-EB4565BCF79F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D94D24-7AAF-40AB-BE93-940D84780D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224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F5DC9E-013D-AB77-2B54-A0647F70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944B1C0-ACE4-0F8E-7964-7E4E6F3BD78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E35DA1-0AFE-B67A-3E4A-EC1C7BE32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F1DA7A-8628-C57F-F8A4-2CBA5C27BBE2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9FD3E3-60B0-7407-4E2F-A462B5673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622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6C0EE27-4D9F-33B4-AA14-739053FB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168348-AF1E-8D56-0538-507655C6657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03C3A26-BB92-AEDE-718E-99853C00BF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3EFA75-13E6-E21E-2FBA-DAB755E8590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1134090-82D2-27BF-2822-BE0192FB6F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074" name="Picture 2" descr="Collins Concise English Dictionary, 1998, detail.">
            <a:extLst>
              <a:ext uri="{FF2B5EF4-FFF2-40B4-BE49-F238E27FC236}">
                <a16:creationId xmlns:a16="http://schemas.microsoft.com/office/drawing/2014/main" id="{FD466138-BDA1-1A0A-5B2A-C5E143397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317ECE6-6510-D422-7DC0-F0B40C26A7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030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5329AFA-DA30-B0C3-1447-4BB6FD56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86812A-995F-A467-BB0F-D706C6B858A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4E9806-962C-F9A8-439A-C98DDB81CF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388B27-5C72-DB83-4FFB-1F13A0F92A20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2D29229-7798-6313-C62B-F07016AFF8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074" name="Picture 2" descr="Collins Concise English Dictionary, 1998, detail.">
            <a:extLst>
              <a:ext uri="{FF2B5EF4-FFF2-40B4-BE49-F238E27FC236}">
                <a16:creationId xmlns:a16="http://schemas.microsoft.com/office/drawing/2014/main" id="{8BD261C3-2CB6-0993-3559-70136329E0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6000D18-153F-B8BE-CF62-F5ADBA4FC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04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A2DB471-9812-1798-1196-0DD93E18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30AA39-7EFF-745D-5F73-193C3678AD9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4EC592-EF88-8269-0A2E-75FEE9F3B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0D221C-CA4D-E615-A477-FFED75A1664D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0399FC-4D59-8543-861D-113D89539DA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074" name="Picture 2" descr="Collins Concise English Dictionary, 1998, detail.">
            <a:extLst>
              <a:ext uri="{FF2B5EF4-FFF2-40B4-BE49-F238E27FC236}">
                <a16:creationId xmlns:a16="http://schemas.microsoft.com/office/drawing/2014/main" id="{2C5A3FE8-4C93-246F-20E5-0ABAE24792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4E8F566-757E-5E35-671A-B48E902AD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36;p17">
            <a:extLst>
              <a:ext uri="{FF2B5EF4-FFF2-40B4-BE49-F238E27FC236}">
                <a16:creationId xmlns:a16="http://schemas.microsoft.com/office/drawing/2014/main" id="{9AB7F910-CF39-7192-7F14-2BA3A17E7CD4}"/>
              </a:ext>
            </a:extLst>
          </p:cNvPr>
          <p:cNvSpPr/>
          <p:nvPr/>
        </p:nvSpPr>
        <p:spPr>
          <a:xfrm>
            <a:off x="8007914" y="2958220"/>
            <a:ext cx="551888" cy="15691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3C833D13-4D55-B32B-4222-80E3D302DAA6}"/>
              </a:ext>
            </a:extLst>
          </p:cNvPr>
          <p:cNvSpPr txBox="1"/>
          <p:nvPr/>
        </p:nvSpPr>
        <p:spPr>
          <a:xfrm>
            <a:off x="6057194" y="4016099"/>
            <a:ext cx="31904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(the name you look up!)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337366-D96B-475D-9F72-4252A170E2E0}"/>
              </a:ext>
            </a:extLst>
          </p:cNvPr>
          <p:cNvCxnSpPr>
            <a:cxnSpLocks/>
          </p:cNvCxnSpPr>
          <p:nvPr/>
        </p:nvCxnSpPr>
        <p:spPr>
          <a:xfrm flipV="1">
            <a:off x="7727952" y="3223689"/>
            <a:ext cx="381777" cy="8281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081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03C1C7-EC35-8F29-38B7-050698BE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BB86E6-F976-73F4-8551-E963A1CDA1A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C80D272-50AC-7A34-F871-256F127EA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BB334C-AD33-395D-6EA0-137A8823B64F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EC39DA-3456-9AE4-0BE7-EB9846D2560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074" name="Picture 2" descr="Collins Concise English Dictionary, 1998, detail.">
            <a:extLst>
              <a:ext uri="{FF2B5EF4-FFF2-40B4-BE49-F238E27FC236}">
                <a16:creationId xmlns:a16="http://schemas.microsoft.com/office/drawing/2014/main" id="{5E5F36E2-EFC2-8FA4-86D6-10D2B111B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7AD9F30-94B3-B912-E2A0-83526AD600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735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3F2C5DE-BB2F-0B26-21CD-978AE24F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2EE5F8-CE21-24B9-EDDB-807568EAD31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9E7A56-4B0E-5F5D-4A0B-57BBC0E4C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E7F33B-88EE-69E2-D1CD-D5E60A3BFC05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4A2355-FDEB-ACDC-409D-AB7C30236D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074" name="Picture 2" descr="Collins Concise English Dictionary, 1998, detail.">
            <a:extLst>
              <a:ext uri="{FF2B5EF4-FFF2-40B4-BE49-F238E27FC236}">
                <a16:creationId xmlns:a16="http://schemas.microsoft.com/office/drawing/2014/main" id="{35040C56-05AB-25FB-A50E-4D82E6386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D7A965F-708E-4E4D-32C8-EEED73319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B019763-0A6A-BA22-91A2-3B9A2D663C7A}"/>
              </a:ext>
            </a:extLst>
          </p:cNvPr>
          <p:cNvSpPr/>
          <p:nvPr/>
        </p:nvSpPr>
        <p:spPr>
          <a:xfrm>
            <a:off x="8110311" y="2959555"/>
            <a:ext cx="3032125" cy="530225"/>
          </a:xfrm>
          <a:custGeom>
            <a:avLst/>
            <a:gdLst>
              <a:gd name="connsiteX0" fmla="*/ 904875 w 3032125"/>
              <a:gd name="connsiteY0" fmla="*/ 0 h 530225"/>
              <a:gd name="connsiteX1" fmla="*/ 3032125 w 3032125"/>
              <a:gd name="connsiteY1" fmla="*/ 0 h 530225"/>
              <a:gd name="connsiteX2" fmla="*/ 3032125 w 3032125"/>
              <a:gd name="connsiteY2" fmla="*/ 409575 h 530225"/>
              <a:gd name="connsiteX3" fmla="*/ 955675 w 3032125"/>
              <a:gd name="connsiteY3" fmla="*/ 409575 h 530225"/>
              <a:gd name="connsiteX4" fmla="*/ 955675 w 3032125"/>
              <a:gd name="connsiteY4" fmla="*/ 530225 h 530225"/>
              <a:gd name="connsiteX5" fmla="*/ 0 w 3032125"/>
              <a:gd name="connsiteY5" fmla="*/ 530225 h 530225"/>
              <a:gd name="connsiteX6" fmla="*/ 0 w 3032125"/>
              <a:gd name="connsiteY6" fmla="*/ 120650 h 530225"/>
              <a:gd name="connsiteX7" fmla="*/ 908050 w 3032125"/>
              <a:gd name="connsiteY7" fmla="*/ 120650 h 530225"/>
              <a:gd name="connsiteX8" fmla="*/ 904875 w 3032125"/>
              <a:gd name="connsiteY8" fmla="*/ 0 h 53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32125" h="530225">
                <a:moveTo>
                  <a:pt x="904875" y="0"/>
                </a:moveTo>
                <a:lnTo>
                  <a:pt x="3032125" y="0"/>
                </a:lnTo>
                <a:lnTo>
                  <a:pt x="3032125" y="409575"/>
                </a:lnTo>
                <a:lnTo>
                  <a:pt x="955675" y="409575"/>
                </a:lnTo>
                <a:lnTo>
                  <a:pt x="955675" y="530225"/>
                </a:lnTo>
                <a:lnTo>
                  <a:pt x="0" y="530225"/>
                </a:lnTo>
                <a:lnTo>
                  <a:pt x="0" y="120650"/>
                </a:lnTo>
                <a:lnTo>
                  <a:pt x="908050" y="120650"/>
                </a:lnTo>
                <a:cubicBezTo>
                  <a:pt x="906992" y="80433"/>
                  <a:pt x="905933" y="40217"/>
                  <a:pt x="904875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52A182A5-249E-F24D-A951-8FD4FF6721B9}"/>
              </a:ext>
            </a:extLst>
          </p:cNvPr>
          <p:cNvSpPr txBox="1"/>
          <p:nvPr/>
        </p:nvSpPr>
        <p:spPr>
          <a:xfrm>
            <a:off x="8569357" y="3865162"/>
            <a:ext cx="31904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Value </a:t>
            </a: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(the information you get back!)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67A2BA-ACEA-4229-13A3-5DB0169A9CCB}"/>
              </a:ext>
            </a:extLst>
          </p:cNvPr>
          <p:cNvCxnSpPr>
            <a:cxnSpLocks/>
          </p:cNvCxnSpPr>
          <p:nvPr/>
        </p:nvCxnSpPr>
        <p:spPr>
          <a:xfrm flipH="1" flipV="1">
            <a:off x="9676363" y="3423479"/>
            <a:ext cx="345740" cy="4906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064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4F3B909-24D1-CD19-13C5-8B67D741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E43188-BD54-1F53-42F7-AD253B77C7F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062BA6-1D18-29A2-20FB-5D0040ECEE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DF6F37-E4E1-285F-04EE-0BD546093A2E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CA90394-E46A-6D86-3EC6-1BBFC4A9200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F5CE3C-2D25-743E-2CB8-9BBFD52D9F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9433C35B-441D-D94C-FD43-C9A351BCE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9E7FF1A7-FC1E-59A2-6632-27C01D5BBA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26BD63-1D16-39F1-CEA1-1833948659F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27044" y="3857625"/>
            <a:ext cx="4620773" cy="17679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294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6DFD4C9-0AB3-F15E-1133-2E5B3672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38A0EC-F4BF-193F-9479-31B5B70C815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6E9D92-3173-D62A-0F1F-B284AC3AC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F904A4C-0D78-5C75-C7E6-A4231E856923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DE06283-92EB-FAFA-093F-550B6A3095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43F9D4-57F4-0A42-17E6-3982A60830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6C732C4B-064E-16B1-E126-B0DF73BE07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298BBCA-B1BF-A764-AE77-820B0E99B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B29318-75C8-68FE-C555-0AD919B4443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27044" y="4978400"/>
            <a:ext cx="4620773" cy="6471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1000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FCE442-9861-CD7F-614E-5D986581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305BFC-4480-882F-5222-4512656FEA3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F9173D-B907-42B4-C87C-EA0629E753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D68D9FC-7E6D-68E7-1A81-025CC2F74BD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2F87BD-45B1-760B-12F0-BD90CA27DD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A4AB71-74DF-85B1-25DD-DDB275CCF5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829C6351-57F3-4E94-D6D6-D2D489A2D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C88ED4F-CA1D-71AF-E3BE-EB40AEE68A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425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4D3E2D-96A6-6C1E-26B0-1EDC6A4B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59F94D-5FE4-12BC-045A-23AA4573223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701D3E-1547-3173-17DA-ECB19FF3F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9799DD0-C888-E980-7D56-D8FDDCE6E37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4EC7400-FEEC-13C9-5AED-FF294320B7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F04D8C-06D0-6D2A-7940-FB760AAD4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36;p17">
            <a:extLst>
              <a:ext uri="{FF2B5EF4-FFF2-40B4-BE49-F238E27FC236}">
                <a16:creationId xmlns:a16="http://schemas.microsoft.com/office/drawing/2014/main" id="{E466A68C-F37F-66EF-C9E8-BED980D931ED}"/>
              </a:ext>
            </a:extLst>
          </p:cNvPr>
          <p:cNvSpPr/>
          <p:nvPr/>
        </p:nvSpPr>
        <p:spPr>
          <a:xfrm>
            <a:off x="6627738" y="4080512"/>
            <a:ext cx="612215" cy="17757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98;p20">
            <a:extLst>
              <a:ext uri="{FF2B5EF4-FFF2-40B4-BE49-F238E27FC236}">
                <a16:creationId xmlns:a16="http://schemas.microsoft.com/office/drawing/2014/main" id="{1FC3B324-A985-FFCD-6016-D2F58652A1D9}"/>
              </a:ext>
            </a:extLst>
          </p:cNvPr>
          <p:cNvSpPr txBox="1"/>
          <p:nvPr/>
        </p:nvSpPr>
        <p:spPr>
          <a:xfrm>
            <a:off x="4686248" y="5250889"/>
            <a:ext cx="1832832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 of the dictionary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35F518-EAB3-E89C-4680-CB823143E8F9}"/>
              </a:ext>
            </a:extLst>
          </p:cNvPr>
          <p:cNvCxnSpPr>
            <a:cxnSpLocks/>
          </p:cNvCxnSpPr>
          <p:nvPr/>
        </p:nvCxnSpPr>
        <p:spPr>
          <a:xfrm flipV="1">
            <a:off x="5933854" y="4412343"/>
            <a:ext cx="788507" cy="849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6A0E13F4-E1EB-73ED-417C-515B906206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C7391E8F-1715-65B3-76F0-4C9761C848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07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572650-384D-5EC1-0D35-7DD1A821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F24150-05FB-630B-99D8-947EBD19CD6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F6D4A0-B779-6582-9EB5-5EE0BC959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C54160-911E-FC22-9410-4E3CE5329A00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00B3A0-FA65-5478-24C0-9ABA89472D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3BB18C-F518-DCC0-0B28-F3C555730C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0" name="Google Shape;136;p17">
            <a:extLst>
              <a:ext uri="{FF2B5EF4-FFF2-40B4-BE49-F238E27FC236}">
                <a16:creationId xmlns:a16="http://schemas.microsoft.com/office/drawing/2014/main" id="{2AC1344B-A59B-E8AA-5630-8D2B751889B7}"/>
              </a:ext>
            </a:extLst>
          </p:cNvPr>
          <p:cNvSpPr/>
          <p:nvPr/>
        </p:nvSpPr>
        <p:spPr>
          <a:xfrm>
            <a:off x="7208520" y="4046250"/>
            <a:ext cx="175259" cy="2285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98;p20">
            <a:extLst>
              <a:ext uri="{FF2B5EF4-FFF2-40B4-BE49-F238E27FC236}">
                <a16:creationId xmlns:a16="http://schemas.microsoft.com/office/drawing/2014/main" id="{7C88E5CD-3F04-92ED-1BA3-5090061337B4}"/>
              </a:ext>
            </a:extLst>
          </p:cNvPr>
          <p:cNvSpPr txBox="1"/>
          <p:nvPr/>
        </p:nvSpPr>
        <p:spPr>
          <a:xfrm>
            <a:off x="3544140" y="3416337"/>
            <a:ext cx="379773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41A8B9-164C-4E0D-9906-269C4B639373}"/>
              </a:ext>
            </a:extLst>
          </p:cNvPr>
          <p:cNvCxnSpPr>
            <a:cxnSpLocks/>
          </p:cNvCxnSpPr>
          <p:nvPr/>
        </p:nvCxnSpPr>
        <p:spPr>
          <a:xfrm>
            <a:off x="6428809" y="3739831"/>
            <a:ext cx="710644" cy="3064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16833076-4568-4442-98E7-370E64A211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F866290-C9BA-49C8-96FE-27DC5E4684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902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862970-5B2F-D6F1-3279-7107CD86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CC717B-94BA-08AD-F204-53C5A1EFE8F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B664F4D-B532-35A9-24F4-319703CD1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430BAD-8967-E0B5-D8D2-9DB22C8C978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478FEFA-096E-2641-39E6-F566E291CB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1EAD7E-EEF9-C029-6074-87FF1963DB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Google Shape;136;p17">
            <a:extLst>
              <a:ext uri="{FF2B5EF4-FFF2-40B4-BE49-F238E27FC236}">
                <a16:creationId xmlns:a16="http://schemas.microsoft.com/office/drawing/2014/main" id="{3C619A78-4B3F-54D5-AEA1-61953284B6AF}"/>
              </a:ext>
            </a:extLst>
          </p:cNvPr>
          <p:cNvSpPr/>
          <p:nvPr/>
        </p:nvSpPr>
        <p:spPr>
          <a:xfrm>
            <a:off x="7375287" y="4078136"/>
            <a:ext cx="129090" cy="16769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136;p17">
            <a:extLst>
              <a:ext uri="{FF2B5EF4-FFF2-40B4-BE49-F238E27FC236}">
                <a16:creationId xmlns:a16="http://schemas.microsoft.com/office/drawing/2014/main" id="{213D75DA-063B-4D2A-BE0C-D0F9AA366CD4}"/>
              </a:ext>
            </a:extLst>
          </p:cNvPr>
          <p:cNvSpPr/>
          <p:nvPr/>
        </p:nvSpPr>
        <p:spPr>
          <a:xfrm>
            <a:off x="6643767" y="4756316"/>
            <a:ext cx="129090" cy="16769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D6329085-6710-77C3-E280-395BBF8DB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FC029F35-BC90-0A7A-442D-75554E67B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250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BF7494-1D13-4293-FA13-FA3C31A6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9604C-A86B-F8C7-04CD-8B8E669EDDE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77DB0E7-B94C-E5C8-C4A0-9635E1F3C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9DAF2B-8B79-F9AA-B833-793940437AD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BD595D9-ECFD-4E80-90DB-4D25820DA9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A518BF-ABBA-C1FE-3A7E-F7E33FA973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Google Shape;136;p17">
            <a:extLst>
              <a:ext uri="{FF2B5EF4-FFF2-40B4-BE49-F238E27FC236}">
                <a16:creationId xmlns:a16="http://schemas.microsoft.com/office/drawing/2014/main" id="{2A1CFD39-FEC2-6632-AAE6-2BF3972FCF09}"/>
              </a:ext>
            </a:extLst>
          </p:cNvPr>
          <p:cNvSpPr/>
          <p:nvPr/>
        </p:nvSpPr>
        <p:spPr>
          <a:xfrm>
            <a:off x="7375287" y="4078136"/>
            <a:ext cx="129090" cy="16769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198;p20">
            <a:extLst>
              <a:ext uri="{FF2B5EF4-FFF2-40B4-BE49-F238E27FC236}">
                <a16:creationId xmlns:a16="http://schemas.microsoft.com/office/drawing/2014/main" id="{046867D7-A765-1A70-132E-72DF8D7520F1}"/>
              </a:ext>
            </a:extLst>
          </p:cNvPr>
          <p:cNvSpPr txBox="1"/>
          <p:nvPr/>
        </p:nvSpPr>
        <p:spPr>
          <a:xfrm>
            <a:off x="7528560" y="4784968"/>
            <a:ext cx="379773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Curly braces defining the dictionary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5835212-E6BC-4BE6-7BDA-856F3B437CC9}"/>
              </a:ext>
            </a:extLst>
          </p:cNvPr>
          <p:cNvCxnSpPr>
            <a:cxnSpLocks/>
          </p:cNvCxnSpPr>
          <p:nvPr/>
        </p:nvCxnSpPr>
        <p:spPr>
          <a:xfrm flipH="1" flipV="1">
            <a:off x="7521322" y="4255847"/>
            <a:ext cx="464820" cy="5768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Google Shape;136;p17">
            <a:extLst>
              <a:ext uri="{FF2B5EF4-FFF2-40B4-BE49-F238E27FC236}">
                <a16:creationId xmlns:a16="http://schemas.microsoft.com/office/drawing/2014/main" id="{7E32E7E5-AFB2-A0A0-8F1A-699D1CCBCD4B}"/>
              </a:ext>
            </a:extLst>
          </p:cNvPr>
          <p:cNvSpPr/>
          <p:nvPr/>
        </p:nvSpPr>
        <p:spPr>
          <a:xfrm>
            <a:off x="6643767" y="4756316"/>
            <a:ext cx="129090" cy="16769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C80C607-2EA7-1F3A-646A-F3BD85AB4773}"/>
              </a:ext>
            </a:extLst>
          </p:cNvPr>
          <p:cNvCxnSpPr>
            <a:cxnSpLocks/>
          </p:cNvCxnSpPr>
          <p:nvPr/>
        </p:nvCxnSpPr>
        <p:spPr>
          <a:xfrm flipH="1" flipV="1">
            <a:off x="6839045" y="4832705"/>
            <a:ext cx="1017175" cy="1676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455B7A2B-08E1-1DF2-A902-10FB6B2D3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A229940-E984-2153-9519-8A29A9CE6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991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B7F571-262F-CFCE-CF63-935C73BE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94AD80-204E-E2EA-1BD0-75FD50466D1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1211B1-DCCB-647F-1B4D-1D45E64093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737EF8-EB2E-A12D-DEBD-CD780D7DBB87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D92B2C4-D636-0025-ED6A-3F78FA3574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BB8685-0055-FDB0-1623-CF3462EE98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136;p17">
            <a:extLst>
              <a:ext uri="{FF2B5EF4-FFF2-40B4-BE49-F238E27FC236}">
                <a16:creationId xmlns:a16="http://schemas.microsoft.com/office/drawing/2014/main" id="{EDB86818-2D7E-9E84-2A3A-A883935ADEFD}"/>
              </a:ext>
            </a:extLst>
          </p:cNvPr>
          <p:cNvSpPr/>
          <p:nvPr/>
        </p:nvSpPr>
        <p:spPr>
          <a:xfrm>
            <a:off x="6928338" y="4255477"/>
            <a:ext cx="582761" cy="23915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766413-6F9D-DA53-8447-7BFF074CAA09}"/>
              </a:ext>
            </a:extLst>
          </p:cNvPr>
          <p:cNvCxnSpPr>
            <a:cxnSpLocks/>
          </p:cNvCxnSpPr>
          <p:nvPr/>
        </p:nvCxnSpPr>
        <p:spPr>
          <a:xfrm>
            <a:off x="5697084" y="4092165"/>
            <a:ext cx="1149104" cy="291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198;p20">
            <a:extLst>
              <a:ext uri="{FF2B5EF4-FFF2-40B4-BE49-F238E27FC236}">
                <a16:creationId xmlns:a16="http://schemas.microsoft.com/office/drawing/2014/main" id="{770B662C-1CD6-CF51-16FE-8FBED60A5AA8}"/>
              </a:ext>
            </a:extLst>
          </p:cNvPr>
          <p:cNvSpPr txBox="1"/>
          <p:nvPr/>
        </p:nvSpPr>
        <p:spPr>
          <a:xfrm>
            <a:off x="4272405" y="3290501"/>
            <a:ext cx="1828083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(the name you look up!)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CCEB1900-64C8-5AB1-4A50-3AC8601587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28816D7B-BC2A-F948-ECB2-A741219AF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461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F947B74-F3B3-E20F-57FB-2256192A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968C37-CA22-2155-94AF-4BF4B1B46B1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FCA60CC-5935-C8FB-FF1C-C10CEA2A2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403B34-F5D8-6E91-4D72-E27B8952FDB6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90C5D2-93DB-2B3E-545C-4155A85315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F14D6D-9125-B37F-AF2E-DB9B6A4183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DC0A06BA-9113-850F-5EE3-7DC0BFF83A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962BABF-6458-2931-5B59-7BCB7B0F36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3CBFE3C-770D-87A2-B9CB-2F50FBE66635}"/>
              </a:ext>
            </a:extLst>
          </p:cNvPr>
          <p:cNvGrpSpPr/>
          <p:nvPr/>
        </p:nvGrpSpPr>
        <p:grpSpPr>
          <a:xfrm>
            <a:off x="7475031" y="4313348"/>
            <a:ext cx="3918667" cy="985711"/>
            <a:chOff x="7460963" y="4306314"/>
            <a:chExt cx="3918667" cy="985711"/>
          </a:xfrm>
        </p:grpSpPr>
        <p:sp>
          <p:nvSpPr>
            <p:cNvPr id="5" name="Google Shape;136;p17">
              <a:extLst>
                <a:ext uri="{FF2B5EF4-FFF2-40B4-BE49-F238E27FC236}">
                  <a16:creationId xmlns:a16="http://schemas.microsoft.com/office/drawing/2014/main" id="{107EEA48-10F2-7E15-1D40-EA5F09380B8E}"/>
                </a:ext>
              </a:extLst>
            </p:cNvPr>
            <p:cNvSpPr/>
            <p:nvPr/>
          </p:nvSpPr>
          <p:spPr>
            <a:xfrm>
              <a:off x="7460963" y="4306314"/>
              <a:ext cx="80933" cy="141846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98;p20">
              <a:extLst>
                <a:ext uri="{FF2B5EF4-FFF2-40B4-BE49-F238E27FC236}">
                  <a16:creationId xmlns:a16="http://schemas.microsoft.com/office/drawing/2014/main" id="{A371C220-F6EB-B030-F06F-A17CC988A83C}"/>
                </a:ext>
              </a:extLst>
            </p:cNvPr>
            <p:cNvSpPr txBox="1"/>
            <p:nvPr/>
          </p:nvSpPr>
          <p:spPr>
            <a:xfrm>
              <a:off x="7581900" y="4861168"/>
              <a:ext cx="379773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colon – tells us this is a “key : value” pair</a:t>
              </a:r>
              <a:endParaRPr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8A2FC0-4241-C642-2779-03F4B98E87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7679" y="4501891"/>
              <a:ext cx="228851" cy="44626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7706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F421F7-21AE-4C8B-33C2-7E411F44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AC31AB-1177-024C-204B-ADDCB9F7527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3A9F9D-E397-1673-A3D9-8BF78E727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01BC75A-233E-02B4-6A3C-88EBB3025108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2BE181B-8FD1-AADD-F44C-A498AED9D2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3E1776-977D-478B-9B0F-F71459587C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05A367D8-21A2-D0EC-6D52-0D4F68A05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0DD87C5-DFEC-7EF1-72E4-AD1B3501A2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C9939A7-BFEB-E283-F17E-307331558CB2}"/>
              </a:ext>
            </a:extLst>
          </p:cNvPr>
          <p:cNvGrpSpPr/>
          <p:nvPr/>
        </p:nvGrpSpPr>
        <p:grpSpPr>
          <a:xfrm>
            <a:off x="7145723" y="4286252"/>
            <a:ext cx="4064387" cy="977530"/>
            <a:chOff x="7145723" y="4286252"/>
            <a:chExt cx="4064387" cy="977530"/>
          </a:xfrm>
        </p:grpSpPr>
        <p:sp>
          <p:nvSpPr>
            <p:cNvPr id="5" name="Google Shape;136;p17">
              <a:extLst>
                <a:ext uri="{FF2B5EF4-FFF2-40B4-BE49-F238E27FC236}">
                  <a16:creationId xmlns:a16="http://schemas.microsoft.com/office/drawing/2014/main" id="{7BB14C18-B5D4-2F01-6EDF-C87C32FA22B1}"/>
                </a:ext>
              </a:extLst>
            </p:cNvPr>
            <p:cNvSpPr/>
            <p:nvPr/>
          </p:nvSpPr>
          <p:spPr>
            <a:xfrm>
              <a:off x="7576232" y="4286252"/>
              <a:ext cx="2089245" cy="177578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98;p20">
              <a:extLst>
                <a:ext uri="{FF2B5EF4-FFF2-40B4-BE49-F238E27FC236}">
                  <a16:creationId xmlns:a16="http://schemas.microsoft.com/office/drawing/2014/main" id="{F6D2315E-EC1B-901B-C9A3-DD71EA6B299E}"/>
                </a:ext>
              </a:extLst>
            </p:cNvPr>
            <p:cNvSpPr txBox="1"/>
            <p:nvPr/>
          </p:nvSpPr>
          <p:spPr>
            <a:xfrm>
              <a:off x="7145723" y="4832925"/>
              <a:ext cx="4064387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Value  (the information you get back!)</a:t>
              </a:r>
              <a:endParaRPr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DCBBA0-4C2D-92A6-BD9A-26D1E56641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4022" y="4509158"/>
              <a:ext cx="423360" cy="40040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2099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165DDA1-54DA-9888-DE2C-EE8E36C2D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2647F7-A78D-2DAF-F6AE-92F37214B9B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D3951D-ED2C-8E00-F6F7-4C4C85FEA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9E6A2F2-4BEB-4DA7-B96C-CB7B3F4ED047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2516B6A-98B2-CDE8-4F42-702B167C54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3AEF7D-1274-641B-7D62-2B35686597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AEA4B3AD-2DAA-FF27-3C72-FD008FD76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8A6D3A7-4E41-666F-75B9-1FBE92679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7B83E801-7EE4-158E-F7D7-F83A0FD8F62B}"/>
              </a:ext>
            </a:extLst>
          </p:cNvPr>
          <p:cNvSpPr txBox="1"/>
          <p:nvPr/>
        </p:nvSpPr>
        <p:spPr>
          <a:xfrm>
            <a:off x="6697980" y="5876001"/>
            <a:ext cx="5193493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print: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2DF0F6E4-E93D-B137-4957-B0A745049AC2}"/>
              </a:ext>
            </a:extLst>
          </p:cNvPr>
          <p:cNvSpPr/>
          <p:nvPr/>
        </p:nvSpPr>
        <p:spPr>
          <a:xfrm>
            <a:off x="6611190" y="5393346"/>
            <a:ext cx="1832832" cy="23466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471B7B-CED7-DCA7-6531-8422A6D51F7C}"/>
              </a:ext>
            </a:extLst>
          </p:cNvPr>
          <p:cNvCxnSpPr>
            <a:cxnSpLocks/>
          </p:cNvCxnSpPr>
          <p:nvPr/>
        </p:nvCxnSpPr>
        <p:spPr>
          <a:xfrm flipV="1">
            <a:off x="7414260" y="5693638"/>
            <a:ext cx="123826" cy="2194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889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2CB39A-391C-DB28-BA91-1B5C05C4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9E19C8-3758-6965-DEDE-6F03008C1FD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1E6570-BCE7-0162-58D6-736776E5B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6C973AD-9C8F-F67C-802D-FBB4F768B23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we dive into today’s work, there is one concept we’d like to revisit in more detail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is a data type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allows us to store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values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under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keys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a real-life dictionary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look up a word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read its definition (the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a Python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allows you 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up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Get back the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associated with it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FBA9B17-D678-2D6B-8AAF-320C82692B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276672-8D3D-608B-3418-8B82423210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337" y="3840523"/>
            <a:ext cx="4670765" cy="1812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2" descr="Collins Concise English Dictionary, 1998, detail.">
            <a:extLst>
              <a:ext uri="{FF2B5EF4-FFF2-40B4-BE49-F238E27FC236}">
                <a16:creationId xmlns:a16="http://schemas.microsoft.com/office/drawing/2014/main" id="{2B274A86-ED65-7B91-A13F-CFD40DE15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142" y="2027229"/>
            <a:ext cx="3223968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3CA62F5-CC91-25F9-8720-6C25A17C6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3767" y="2027229"/>
            <a:ext cx="1003912" cy="14590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C4312646-EE9D-E349-36DD-589E8A331184}"/>
              </a:ext>
            </a:extLst>
          </p:cNvPr>
          <p:cNvSpPr txBox="1"/>
          <p:nvPr/>
        </p:nvSpPr>
        <p:spPr>
          <a:xfrm>
            <a:off x="6697980" y="5876001"/>
            <a:ext cx="5193493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print:           a sweet red or green fruit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7CD37D25-0568-380A-577A-ED09D6793266}"/>
              </a:ext>
            </a:extLst>
          </p:cNvPr>
          <p:cNvSpPr/>
          <p:nvPr/>
        </p:nvSpPr>
        <p:spPr>
          <a:xfrm>
            <a:off x="6611190" y="5393346"/>
            <a:ext cx="1832832" cy="23466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CC22E8-5F9A-7421-9AC9-AEECF0073E94}"/>
              </a:ext>
            </a:extLst>
          </p:cNvPr>
          <p:cNvCxnSpPr>
            <a:cxnSpLocks/>
          </p:cNvCxnSpPr>
          <p:nvPr/>
        </p:nvCxnSpPr>
        <p:spPr>
          <a:xfrm flipV="1">
            <a:off x="7414260" y="5693638"/>
            <a:ext cx="123826" cy="2194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338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F72DF8-7282-5DAA-D65E-F803B770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03E12C-836C-456C-DBF9-72ACE618395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72AD56F-7F82-979E-2804-718D9999C9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3E610F-3CEE-7829-3F5A-68551C1376F7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59F371D-8A4C-95F6-EBEE-2254275FE5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951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520839-D5EF-A58A-6E6D-8AE63858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E9C692-F590-42DC-C55A-6F5AF96862F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925B8CB-A2B7-ABB9-FD08-1956BE9620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A3BC2C-FB9A-9DBB-A120-A5007BC2D4E8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A9D30C-93B8-8CE4-899F-DF7DC735B3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C6EFAE-5702-2E67-BC6C-C2709632D3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B3B6277-D8E7-6037-3E16-77A4FC9F528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32648" y="2009186"/>
            <a:ext cx="4537367" cy="11665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1853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C88DE1-7AF1-A92E-FF0A-93943971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8B028A-5812-55A8-8E1B-DC2054CED88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45FF6A-41F2-0283-E14B-EB83CCB78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05077A-236A-9BEF-9741-49220D13FF56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8E416F-D972-6DAA-BA67-FD8C654338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C152D7-675E-055E-AEAE-262360E6D4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9EEB3D4-713B-615C-5C47-C2F9A9A2B9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32648" y="2636402"/>
            <a:ext cx="4537367" cy="53932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5665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AFADE7-DE7E-04B4-F3B4-81F0AEEF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DC0053-1195-B70A-9B51-2F6FDEC3110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41F342-761F-4851-4201-00133E2231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B8C16E-5957-DC31-A68E-FBB7F59DEBE4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33DEA0-643C-E406-F8A9-D37AE735AB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17221-E45D-AD2B-5F97-8DBA74F5A0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2470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A8EE64-A19C-EF31-5E45-230EAE7E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ADC8B8-6C5B-3A34-7668-A3BF5B5DBCE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6F09ED-1911-F8D3-3BFC-73E4DE531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1037760-71A0-BDA1-C661-D2EEB5504107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814B3C-EB4E-1842-42BD-F28E08878D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F8752E-2ED9-7752-A7EE-4A6603B5B7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381FAED8-AC66-D2F2-E87A-DB0E35F0EC65}"/>
              </a:ext>
            </a:extLst>
          </p:cNvPr>
          <p:cNvSpPr txBox="1"/>
          <p:nvPr/>
        </p:nvSpPr>
        <p:spPr>
          <a:xfrm>
            <a:off x="7299679" y="3456503"/>
            <a:ext cx="4064387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Prints: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piece of furniture for sitting</a:t>
            </a:r>
            <a:endParaRPr sz="16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4337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64E8E6-9E1F-9524-93FE-5B687708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C395FC-58A0-2DB7-168E-1E508687F22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C5402B-E314-26DD-53FE-B2B541B1DF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92D125D-F0E2-F2BB-F7C7-EA1499657174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9EC64ED-776C-BE0D-3F7A-DF0A4D425A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724F44-3B19-DB6F-A015-C3F21B8BCD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4870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869267-E844-49B8-F71D-97118D935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54B988-661B-5A6C-B98C-6105180C51B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6A4C50-0571-7243-A9EC-17E418105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75AE0A-5B47-B270-1DEE-CA2FB7466861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A27921A-0C3B-E1E3-8F41-329847A5D3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7EF316-F811-F30C-6FE7-CE8E6B7DD0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EDD919-1927-DE38-6383-0AEEA78916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"/>
          <a:stretch>
            <a:fillRect/>
          </a:stretch>
        </p:blipFill>
        <p:spPr>
          <a:xfrm>
            <a:off x="7404100" y="3429000"/>
            <a:ext cx="3584769" cy="2689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34E1DD-DA55-0694-DE28-E269F970B5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528" y="4845377"/>
            <a:ext cx="3493286" cy="12667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36445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EF6DFA-F47B-D936-265D-8052F7C8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9B982F5-4C6F-115A-6242-FCEB4623B69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FD2493F-6AD4-8132-6DC2-FC045F0AF6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2B8715-C47E-55F9-12DC-462A53583914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EA9CC8-A583-FD76-F3EC-0234B6C496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3CF91F-4298-AFC5-BCFC-D474A17579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176AF7-C018-035A-5100-640D92AB174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"/>
          <a:stretch>
            <a:fillRect/>
          </a:stretch>
        </p:blipFill>
        <p:spPr>
          <a:xfrm>
            <a:off x="7404100" y="3429000"/>
            <a:ext cx="3584769" cy="2689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460357-25D6-6505-7DF7-671743C941E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528" y="5475513"/>
            <a:ext cx="3493286" cy="6366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37990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6C3800-E743-E7BC-116B-876F3229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C38B3B-D193-78DD-0A63-7326E1F35A0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C91694-13ED-6F3E-7C44-9E1951918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710EDEB-B6B0-B9DA-FF49-157C6C3A7CA5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F738825-03C9-DC80-E03A-AA23B4E98D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D96A2-0BB9-18E2-94D0-227BF65918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E8217C-3C27-2714-2474-B32E1E75A1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"/>
          <a:stretch>
            <a:fillRect/>
          </a:stretch>
        </p:blipFill>
        <p:spPr>
          <a:xfrm>
            <a:off x="7404100" y="3429000"/>
            <a:ext cx="3584769" cy="2689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4F27A2-4486-097A-C03C-5CEFCE9AA1B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528" y="5475513"/>
            <a:ext cx="3493286" cy="636643"/>
          </a:xfrm>
          <a:prstGeom prst="rect">
            <a:avLst/>
          </a:prstGeom>
          <a:ln>
            <a:noFill/>
          </a:ln>
        </p:spPr>
      </p:pic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AB778CCE-DE99-3ADF-DBD5-D1B163AA8864}"/>
              </a:ext>
            </a:extLst>
          </p:cNvPr>
          <p:cNvSpPr txBox="1"/>
          <p:nvPr/>
        </p:nvSpPr>
        <p:spPr>
          <a:xfrm>
            <a:off x="3624487" y="5469529"/>
            <a:ext cx="4064387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Prints:   [“apple”, “banana”, “cherry”]</a:t>
            </a:r>
            <a:endParaRPr sz="16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39926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45D6BDF-653B-B27D-9D07-8B672F626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BA9C37-0139-2558-D9B0-F4C26A0177A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F5BD4A-41A5-FDE2-B6D7-1748B11BF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1543DB-D326-617B-423E-A393CF5565DF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A4A88C2-9977-B564-9E79-F9AC5D018B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7DDCD-961C-51E5-6ABD-0B666776C8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651867-BA77-85B8-2920-36D04E3B5AE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"/>
          <a:stretch>
            <a:fillRect/>
          </a:stretch>
        </p:blipFill>
        <p:spPr>
          <a:xfrm>
            <a:off x="7404100" y="3429000"/>
            <a:ext cx="3584769" cy="26891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0554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5A9F58-8988-594F-CE76-9E988C63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5EB1EC-A419-413F-C8D4-4B00B4596C0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47EEF0-B1AB-C095-02E4-B1CE4417C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3F2BC4D-C20B-4253-6AC9-A0F8CCB34DD5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3C796AC-F485-9AEC-BDFD-2EE43B6C1F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2EBF89-E5AB-18F6-E4D9-1A4391363F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A8F336-D7D3-6022-7362-2D986A03C47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"/>
          <a:stretch>
            <a:fillRect/>
          </a:stretch>
        </p:blipFill>
        <p:spPr>
          <a:xfrm>
            <a:off x="7404100" y="3429000"/>
            <a:ext cx="3584769" cy="26891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2B918F34-9A69-F4FB-C397-6431B77F7D7D}"/>
              </a:ext>
            </a:extLst>
          </p:cNvPr>
          <p:cNvSpPr txBox="1"/>
          <p:nvPr/>
        </p:nvSpPr>
        <p:spPr>
          <a:xfrm>
            <a:off x="5792652" y="5582650"/>
            <a:ext cx="1390573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Prints:   “pi”</a:t>
            </a:r>
            <a:endParaRPr sz="16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78912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5D554C-C347-D8EB-0FF3-29976132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DC5919-8A00-22ED-02E9-A7466B1A88E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DD8D8A-ADAC-0272-257F-F9648DD27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53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Aside: Dictionaries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31BAA1-00D0-23C5-1E2D-DFC7A067059C}"/>
              </a:ext>
            </a:extLst>
          </p:cNvPr>
          <p:cNvSpPr txBox="1"/>
          <p:nvPr/>
        </p:nvSpPr>
        <p:spPr>
          <a:xfrm>
            <a:off x="1010920" y="1429311"/>
            <a:ext cx="5059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 values can be added to the dictionary using the syntax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 err="1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my_dict</a:t>
            </a:r>
            <a:r>
              <a:rPr lang="en-GB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[key] = value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keys and values can be any datatype you like 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They don’t have to be strings!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Dictionaries will be crucial to some of today’s challenges as well as throughout the rest of this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unsure about these please take the time to read over: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100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Week 1’s intermediate notebook</a:t>
            </a:r>
            <a:br>
              <a:rPr lang="en-GB" sz="1100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</a:br>
            <a:r>
              <a:rPr lang="en-GB" sz="1100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  <a:t>Section: Sets and Dictionaries</a:t>
            </a:r>
            <a:br>
              <a:rPr lang="en-GB" sz="1100" dirty="0">
                <a:solidFill>
                  <a:srgbClr val="3F3F3F"/>
                </a:solidFill>
                <a:latin typeface="Aptos Mono" panose="020B0009020202020204" pitchFamily="49" charset="0"/>
                <a:ea typeface="Calibri"/>
                <a:cs typeface="Calibri"/>
                <a:sym typeface="Calibri"/>
              </a:rPr>
            </a:br>
            <a:endParaRPr lang="en-GB" sz="1100" dirty="0">
              <a:solidFill>
                <a:srgbClr val="3F3F3F"/>
              </a:solidFill>
              <a:latin typeface="Aptos Mono" panose="020B0009020202020204" pitchFamily="49" charset="0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do this either in today’s class or over the week 6 break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926700E-D743-7E83-10DD-4E71063412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9630D0-6A58-9B1D-4C93-26F58B411C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85" y="755270"/>
            <a:ext cx="4577185" cy="2452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F13B8D-98B1-6998-5BEE-B66F9AF2A4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7"/>
          <a:stretch>
            <a:fillRect/>
          </a:stretch>
        </p:blipFill>
        <p:spPr>
          <a:xfrm>
            <a:off x="7404100" y="3429000"/>
            <a:ext cx="3584769" cy="26891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43125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B33AF8A-F375-1036-C9CA-24A947F2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295AFB-2608-7598-991B-FB3C2B711D2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11A9EC-73B8-4D83-B7D7-7C94F396F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0CF607-1F21-BB44-EE33-6913AF76F7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5344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1A9B8B-1F74-6AF4-85E8-AF2CCECE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C3E1E8-A5E6-50AC-1804-833E8B0FE65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8F1F16-291E-88FD-F558-9EF324AD7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D0A8AD3-B5D4-28A1-00C4-25F449351742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be looking at some challenge problems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F0EB32-07CE-12D4-DCA9-B9B29361EF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172CC-FCA1-7D8E-73CD-E8497C2966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20091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4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A52063-85A2-B06D-602B-DC17D184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D32DF04-0016-AFC5-A9DF-92B07EAC051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2A1A50-1B8D-8C44-5615-9422A60F3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10AEED2-5D2C-A93A-4CC4-58800A8CFD12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be looking at some challenge problems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problems may feel a little more open-ended than you are used to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can be a little daunting at first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do not worry…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347B6C3-5AA4-CC11-5AE7-1C2CC9E09D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443FB-ECD4-1A04-1B52-DEC5986593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2009187"/>
            <a:ext cx="4572147" cy="26700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A969A61-29FC-69A4-1987-09CD3414C67B}"/>
              </a:ext>
            </a:extLst>
          </p:cNvPr>
          <p:cNvGrpSpPr/>
          <p:nvPr/>
        </p:nvGrpSpPr>
        <p:grpSpPr>
          <a:xfrm>
            <a:off x="9497273" y="977762"/>
            <a:ext cx="1828083" cy="1270142"/>
            <a:chOff x="9497273" y="977762"/>
            <a:chExt cx="1828083" cy="1270142"/>
          </a:xfrm>
        </p:grpSpPr>
        <p:sp>
          <p:nvSpPr>
            <p:cNvPr id="9" name="Google Shape;198;p20">
              <a:extLst>
                <a:ext uri="{FF2B5EF4-FFF2-40B4-BE49-F238E27FC236}">
                  <a16:creationId xmlns:a16="http://schemas.microsoft.com/office/drawing/2014/main" id="{8FA1A344-F682-B199-D31E-E937E5983248}"/>
                </a:ext>
              </a:extLst>
            </p:cNvPr>
            <p:cNvSpPr txBox="1"/>
            <p:nvPr/>
          </p:nvSpPr>
          <p:spPr>
            <a:xfrm>
              <a:off x="9497273" y="977762"/>
              <a:ext cx="1828083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Horrendous Assignment</a:t>
              </a:r>
              <a:endParaRPr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8D88F27-6F55-2C9A-5D0B-07A7DE84B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7000" y="1689152"/>
              <a:ext cx="124314" cy="55875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06669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58D300-9A10-B00D-79F3-5069B7497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81D426-2DA9-AA11-3EA3-F9FAC429F7B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27A39FF-32A9-3112-BA63-288CCD6B1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F1F156-176D-9E2C-1B2A-01969C9F2C5C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be looking at some challenge problems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problems may feel a little more open-ended than you are used to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can be a little daunting at first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do not worry…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already have all the skills necessary to complete the tasks!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1BD7FEF-62B5-2178-B233-5D6700CFC4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C7CBF-0687-C5CC-64D1-062A17F684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2009187"/>
            <a:ext cx="4572147" cy="267002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4B54CCD-4D44-A59A-63F3-CD8071253F44}"/>
              </a:ext>
            </a:extLst>
          </p:cNvPr>
          <p:cNvGrpSpPr/>
          <p:nvPr/>
        </p:nvGrpSpPr>
        <p:grpSpPr>
          <a:xfrm>
            <a:off x="6983112" y="4451833"/>
            <a:ext cx="2389488" cy="1373006"/>
            <a:chOff x="6983112" y="4451833"/>
            <a:chExt cx="2389488" cy="1373006"/>
          </a:xfrm>
        </p:grpSpPr>
        <p:sp>
          <p:nvSpPr>
            <p:cNvPr id="7" name="Google Shape;198;p20">
              <a:extLst>
                <a:ext uri="{FF2B5EF4-FFF2-40B4-BE49-F238E27FC236}">
                  <a16:creationId xmlns:a16="http://schemas.microsoft.com/office/drawing/2014/main" id="{984F0EE8-E09E-82DF-7CC1-E2D6696D383D}"/>
                </a:ext>
              </a:extLst>
            </p:cNvPr>
            <p:cNvSpPr txBox="1"/>
            <p:nvPr/>
          </p:nvSpPr>
          <p:spPr>
            <a:xfrm>
              <a:off x="6983112" y="5086206"/>
              <a:ext cx="2389488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Well-prepared SCIF10002 student</a:t>
              </a:r>
              <a:endParaRPr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F1F412-08AF-66E4-796A-59D33FC03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6967" y="4451833"/>
              <a:ext cx="190889" cy="6679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3EA74C-B97A-4ED5-33C0-3D26D0EFE830}"/>
              </a:ext>
            </a:extLst>
          </p:cNvPr>
          <p:cNvGrpSpPr/>
          <p:nvPr/>
        </p:nvGrpSpPr>
        <p:grpSpPr>
          <a:xfrm>
            <a:off x="9497273" y="977762"/>
            <a:ext cx="1828083" cy="1270142"/>
            <a:chOff x="9497273" y="977762"/>
            <a:chExt cx="1828083" cy="1270142"/>
          </a:xfrm>
        </p:grpSpPr>
        <p:sp>
          <p:nvSpPr>
            <p:cNvPr id="9" name="Google Shape;198;p20">
              <a:extLst>
                <a:ext uri="{FF2B5EF4-FFF2-40B4-BE49-F238E27FC236}">
                  <a16:creationId xmlns:a16="http://schemas.microsoft.com/office/drawing/2014/main" id="{6607E2E8-AA8B-A9F2-50D4-EB24EA1CF317}"/>
                </a:ext>
              </a:extLst>
            </p:cNvPr>
            <p:cNvSpPr txBox="1"/>
            <p:nvPr/>
          </p:nvSpPr>
          <p:spPr>
            <a:xfrm>
              <a:off x="9497273" y="977762"/>
              <a:ext cx="1828083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Horrendous Assignment</a:t>
              </a:r>
              <a:endParaRPr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2EF752-86A9-A8C6-1CDD-E0EB93F38C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87000" y="1689152"/>
              <a:ext cx="124314" cy="55875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70885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E6755E-9B1D-0C13-2C3D-9161D2F0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82F39A-DF02-9DBF-93F6-984CE7FFCEA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262505-8F56-8371-DFF4-DB9AF74D9D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80D5BB2-10D8-BE35-5B87-2772D8069FE8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we’re going to be looking at some challenge problems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problems may feel a little more open-ended than you are used to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can be a little daunting at first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do not worry…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already have all the skills necessary to complete the tasks!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faced with a difficult coding problem, here’s some general tips to help you get started out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AE2F43-94FC-C03E-7BA9-4C396E664A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D9A4C-C834-D243-544F-AB5BF82D72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20091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0090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A78FA2-7186-0B8F-887B-17018532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DEE5BD-A27B-F360-B135-42F7E4987E7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724CE31-80F3-F6D4-9E3C-935C55214F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072E5C-A5AF-ADD0-F196-A156A27BD683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5A810C5-C87E-56F0-FF00-4E3252E962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0C0AE-24D7-684A-2F41-989153B183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148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AB3E051-27BE-D54A-023A-06F15F68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4B03BD-A2AE-4529-4E29-05976403FD7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E7957CF-E169-DDED-8346-49BEF96FB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6CDDFF-AD2D-07FB-FC93-73C77333F3F8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 panose="020F0502020204030204" pitchFamily="34" charset="0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4712CED-8F3F-5C59-4D07-130DBCF01C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A08E9-2675-345D-4EED-1D03DD1D0FD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28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720342-7E27-3179-551B-02BBEDF9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352942-F1CF-DAA2-BDBD-DEC455ADB23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D93BF2-95AA-7CC9-056C-2E552BD42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23ABDD-952D-EAB7-D669-0D3AA9E4B63C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 panose="020F0502020204030204" pitchFamily="34" charset="0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B69CD3-1609-1760-37C7-CA6ECA6BBC1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F9B5A-505C-E120-F14A-3FFCBE2990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168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1E14B1-5579-B7BC-3412-9ABAAAE5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A4057F-4B66-3FF9-B80F-6BEEF42DD64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BE6CAA9-CACC-F676-2F13-A2496E9F4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1A167CB-96D4-A94E-97E2-F7B81CAF91C0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 panose="020F0502020204030204" pitchFamily="34" charset="0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446C255-4F16-72B1-3A4A-083A39BB77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F20BF-CF38-F082-5D82-2724534927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1489F506-75C5-1D39-4E3E-F679B5846F88}"/>
              </a:ext>
            </a:extLst>
          </p:cNvPr>
          <p:cNvSpPr txBox="1"/>
          <p:nvPr/>
        </p:nvSpPr>
        <p:spPr>
          <a:xfrm>
            <a:off x="7330256" y="4757728"/>
            <a:ext cx="2974524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 about how </a:t>
            </a:r>
            <a:r>
              <a:rPr lang="en-GB" sz="2400" b="1" i="1" u="sng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would do the computation first!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02002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783B763-2838-F98D-763E-4F02292D9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8E634D-65FE-C0DD-988D-50989817B08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9846F7-0B3C-BA54-2644-864DD8B5D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804FF6-4FF6-FD5A-F7F5-06C85482256A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getting started think about what you have and what you need – these are probably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br>
              <a:rPr lang="en-GB" sz="16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 panose="020F0502020204030204" pitchFamily="34" charset="0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6E011D-6FF6-9E85-4CF8-2C4DE3A522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4A4EC-B995-934D-9AB5-F6243BCE06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294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CF9FB5-A9ED-40C0-A69F-D473956D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7A14A6-E9B7-280D-77F8-B7708D160F8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1FFD33-BA9A-7030-936C-F484AAEA39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78CFB7-3E31-3C5E-1FFC-A0EE7FDC0424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getting started think about what you have and what you need – these are probably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br>
              <a:rPr lang="en-GB" sz="16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 panose="020F0502020204030204" pitchFamily="34" charset="0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E981A6-BF52-DBD4-1EE3-FA61E9D395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1A60EF-0933-5E37-4FFB-CAC140DAB0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6F626DD8-A023-1325-1143-E1562D392831}"/>
              </a:ext>
            </a:extLst>
          </p:cNvPr>
          <p:cNvSpPr txBox="1"/>
          <p:nvPr/>
        </p:nvSpPr>
        <p:spPr>
          <a:xfrm>
            <a:off x="6400800" y="4382594"/>
            <a:ext cx="5359791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Ask yourself: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information do I have before I start coding?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7849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15D046-ECAF-2FAD-94BD-8245E9F7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4840DA-EF27-9F3F-519B-F1809BB60EA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6E484B-C2FE-51EE-E3AB-183B974F5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5B2A350-C5FA-4485-E6FF-9AEE7E0A16AE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getting started think about what you have and what you need – these are probably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br>
              <a:rPr lang="en-GB" sz="16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 panose="020F0502020204030204" pitchFamily="34" charset="0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19660C-9863-01CE-6973-48987A87C0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43A1E-285F-E002-39E2-EC867F94C4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850F6A32-F3E4-D26B-9352-6FCEF8C90729}"/>
              </a:ext>
            </a:extLst>
          </p:cNvPr>
          <p:cNvSpPr txBox="1"/>
          <p:nvPr/>
        </p:nvSpPr>
        <p:spPr>
          <a:xfrm>
            <a:off x="6400800" y="4382594"/>
            <a:ext cx="5359791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Ask yourself: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information do I have before I start coding?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do I want my code to produce?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60287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A72D89-3E0C-0ADB-1E20-882B53BF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AA1FA6-1914-6D98-6F03-E038D1EFAD1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CED54A-8608-A2FD-C90F-ABBE196CB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7982B6-BB06-B4D0-3CBC-5890D3FF9653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getting started think about what you have and what you need – these are probably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you convert your thoughts to code, ask yourself which parts of the code are repetitive or self-contained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4FD0DAC-65E3-7603-7431-6065CFDFAD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041C5-015B-7D04-0977-192BC71DF1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194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CD9BF3-6F5F-88A1-834B-FC0696E0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2C26C1-099B-6CDE-7A23-BF34F0FF277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3D1AB4-B954-4D7F-FAFF-1A011E834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05983B-75D7-AB2E-4196-2FAB4D66D2DC}"/>
              </a:ext>
            </a:extLst>
          </p:cNvPr>
          <p:cNvSpPr txBox="1"/>
          <p:nvPr/>
        </p:nvSpPr>
        <p:spPr>
          <a:xfrm>
            <a:off x="1036320" y="16071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Before you start coding, grab a pen and paper and try to solve the problem by hand!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Clarify inputs and outputs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getting started think about what you have and what you need – these are probably your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you convert your thoughts to code, ask yourself which parts of the code are repetitive or self-contained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93D506F-DFED-C0E7-A562-486FF2F828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3BF91-C559-3879-B480-3DACF724AB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5AD71810-56C6-196F-FD58-C1BA7B219976}"/>
              </a:ext>
            </a:extLst>
          </p:cNvPr>
          <p:cNvSpPr txBox="1"/>
          <p:nvPr/>
        </p:nvSpPr>
        <p:spPr>
          <a:xfrm>
            <a:off x="6737860" y="4665395"/>
            <a:ext cx="4817399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Repetitive computation – think loops!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Self contained-computation – think functions!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95667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C80637-8067-83EC-A437-70C4AB1E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5C9878-5100-0E1D-E4DC-BC82881B4CC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82AC37-A170-BCF9-DF35-78CCCE34C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0D5493-9FC3-A748-EA03-E97CF05749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BE827-2C0B-D032-7A0A-BC64402550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12AA5D41-2214-8634-D2B9-0AD9F7F64028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16199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DB57A3-9D6B-0C09-841B-A1E94B6E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EA2B2C9-3D53-E01B-990E-5C368C1A5F6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52BD84-20FB-076D-0549-BC0AFFB5EC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D42AF5-2F0F-DA01-F80E-03C00F60DF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E00EE-30D6-E114-DF8D-59087B2C8B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0A3F9FD3-3074-F25F-A032-90C98AB421F0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73098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53707EE-AB6E-55E1-6DA0-D1581237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6F86FF-C8AF-4F32-C384-10946152370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6525E3-76C7-C0DF-397B-8A5B06902B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D9090B-27D5-0E7C-98CB-D4557F416B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5432E-8BA3-00F1-1C04-92A28A66E6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974220BD-717E-1FEC-EAD6-AF4D98CB70A5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0E1F6E8B-C94B-8500-2672-F64DD98262DE}"/>
              </a:ext>
            </a:extLst>
          </p:cNvPr>
          <p:cNvSpPr txBox="1"/>
          <p:nvPr/>
        </p:nvSpPr>
        <p:spPr>
          <a:xfrm>
            <a:off x="8030327" y="4736881"/>
            <a:ext cx="2974524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can we make the task simpler/more manageable?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0075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FF1FA8-5D27-6F9D-4045-13F1EAFE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8F2BF7-3788-10E6-4E77-AFC2AD4F0FB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C787EC-77AD-1C38-A03B-B8579E50E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BE60B8-7F53-8B0A-912A-E2297139EE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8C4CF-BD77-98A7-F99B-E425D2DD5F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BABACA45-4663-F97F-0EB2-7965C0776B1D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struggling to get started, talk through the problem with a friend or peer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77358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EDD8F3-2693-10E4-2785-AB01E3E1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665CB3-0A2A-6638-515C-619640EADA3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003C3A-E279-FBB4-A9E3-464630752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412429-0494-AFEE-E341-E2C4E08476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C5C74-91ED-A174-AA0B-6840E30135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374E9CC3-E383-2CAE-7EDA-A51401426DB8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struggling to get started, talk through the problem with a friend or peer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FA58B5CD-1ABB-1BCE-C19F-77498529C24C}"/>
              </a:ext>
            </a:extLst>
          </p:cNvPr>
          <p:cNvSpPr txBox="1"/>
          <p:nvPr/>
        </p:nvSpPr>
        <p:spPr>
          <a:xfrm>
            <a:off x="8004231" y="4735089"/>
            <a:ext cx="2974524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Talking things through can help organise your thoughts!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89012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126DB8-DC11-E100-8252-DB1384B0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204FAA-F848-E2CE-2950-C73BC1A3567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095780-67C2-D767-5913-E94404EBF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6C27FF-73E3-DA4B-40A7-84899D3779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B9EB9-A03D-1047-A275-7E90169D1CF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B23F2FC6-ECB3-11CA-16FC-F575BEB3122F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struggling to get started, talk through the problem with a friend or peer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Googling and looking up documentation are key coding skills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9851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7FA315C-C197-8493-679B-23692125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0BB9A1-B42C-F7BE-0540-99390F210D3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329EBF-9F51-D1A6-BCA7-BFAC102EA8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BB6ACB5-D59B-0DC1-EBF0-D68BCDF17B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A325D7-57A6-EA8B-0068-2933BD31D8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0C01CC6E-7B86-1469-46E9-E1AB78F7DD88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struggling to get started, talk through the problem with a friend or peer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Googling and looking up documentation are key coding skills</a:t>
            </a: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chemeClr val="accent2">
                  <a:lumMod val="40000"/>
                  <a:lumOff val="60000"/>
                </a:schemeClr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accent2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7E872468-6922-BA0B-B924-97E9B0439685}"/>
              </a:ext>
            </a:extLst>
          </p:cNvPr>
          <p:cNvSpPr txBox="1"/>
          <p:nvPr/>
        </p:nvSpPr>
        <p:spPr>
          <a:xfrm>
            <a:off x="8217515" y="4824325"/>
            <a:ext cx="297452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Don’t be afraid to google!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50554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834FC2-9C84-7939-88F6-6A688266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33427E-370E-1419-8171-61653A5B6E9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4D0D32-E2BC-950F-0ABA-E788F901B5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AD8076C-2981-8047-7FEB-85EB75027256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struggling to get started, talk through the problem with a friend or peer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Googling and looking up documentation are key coding skills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avoid using AI to make structural decisions about your code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F67521-1498-61CD-E0BC-38A0F4AD756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82A75-F7AA-D9B8-5024-9DB3B26EFFF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371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0D3218-A5A0-AF62-905A-A4941E40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9D7FA9-B814-E88D-61F1-6E7DABB03DD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0B3E70-1A67-B040-D5B6-657F17023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DBF6096-CD20-9272-C831-C33BCB7CD529}"/>
              </a:ext>
            </a:extLst>
          </p:cNvPr>
          <p:cNvSpPr txBox="1"/>
          <p:nvPr/>
        </p:nvSpPr>
        <p:spPr>
          <a:xfrm>
            <a:off x="1036320" y="1657911"/>
            <a:ext cx="55930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break the task down into smaller chunks where possible!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are struggling to get started, talk through the problem with a friend or peer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Use Resources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Googling and looking up documentation are key coding skills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Try to avoid using AI to make structural decisions about your code</a:t>
            </a: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003CAC-2A80-7113-CEF2-33C4F0C630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2C775-A418-966E-D435-E46FEEC0D1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5CFA1B71-2BC8-26C3-945D-C74F71DBB847}"/>
              </a:ext>
            </a:extLst>
          </p:cNvPr>
          <p:cNvSpPr txBox="1"/>
          <p:nvPr/>
        </p:nvSpPr>
        <p:spPr>
          <a:xfrm>
            <a:off x="6983112" y="4848814"/>
            <a:ext cx="48310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It’s easier to understand and debug code if it comes from your own reasoning!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26753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5EFA19-E303-149E-0545-916CF1FA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C3E6C4-2B9F-3297-3BBB-E3B24860F12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9FEFC0-D9C5-5AA2-9F78-9D5053E5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651EDD-CC65-56D0-87C1-C6263075FC68}"/>
              </a:ext>
            </a:extLst>
          </p:cNvPr>
          <p:cNvSpPr txBox="1"/>
          <p:nvPr/>
        </p:nvSpPr>
        <p:spPr>
          <a:xfrm>
            <a:off x="1036320" y="1909414"/>
            <a:ext cx="4932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Above all, remember…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can be hard!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can feel like you are running into the same problems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over and over again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sometimes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normal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part of the process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keep trying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you will get there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F57FDF-1B6D-1C3E-2FE5-2D030C9A22C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00016-7BED-EE28-F9CC-50017330C4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72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44947D9-D4A4-CFA5-8823-3D551D49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5908219-DCD6-601F-4985-8BE8430D65E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5D02DD-C4D0-DB0A-7980-CF74794D0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54C43B-DE00-C927-4B02-3722786E9FD3}"/>
              </a:ext>
            </a:extLst>
          </p:cNvPr>
          <p:cNvSpPr txBox="1"/>
          <p:nvPr/>
        </p:nvSpPr>
        <p:spPr>
          <a:xfrm>
            <a:off x="1036320" y="1909414"/>
            <a:ext cx="4932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Above all, remember…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can be hard!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can feel like you are running into the same problems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over and over again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sometimes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normal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part of the process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keep trying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you will get there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7C1CC8-798A-F28E-1770-D6E2D8AF05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2103B-6A9D-A1CD-7CD7-41F1EF8D8DA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3112" y="1615487"/>
            <a:ext cx="4572147" cy="2670021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CA643D2A-639E-EC11-AFF6-445FD0BFC8A2}"/>
              </a:ext>
            </a:extLst>
          </p:cNvPr>
          <p:cNvSpPr/>
          <p:nvPr/>
        </p:nvSpPr>
        <p:spPr>
          <a:xfrm rot="2868207">
            <a:off x="8120604" y="1730233"/>
            <a:ext cx="2852460" cy="2250842"/>
          </a:xfrm>
          <a:prstGeom prst="star5">
            <a:avLst>
              <a:gd name="adj" fmla="val 29621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0E236524-A91F-89FD-B449-D988CA83C7CA}"/>
              </a:ext>
            </a:extLst>
          </p:cNvPr>
          <p:cNvSpPr/>
          <p:nvPr/>
        </p:nvSpPr>
        <p:spPr>
          <a:xfrm rot="2868207">
            <a:off x="8485146" y="2084736"/>
            <a:ext cx="2037338" cy="1660908"/>
          </a:xfrm>
          <a:prstGeom prst="star5">
            <a:avLst>
              <a:gd name="adj" fmla="val 28180"/>
              <a:gd name="hf" fmla="val 105146"/>
              <a:gd name="vf" fmla="val 110557"/>
            </a:avLst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B7989DFA-711B-FAA0-9BB6-88936225BDAF}"/>
              </a:ext>
            </a:extLst>
          </p:cNvPr>
          <p:cNvSpPr/>
          <p:nvPr/>
        </p:nvSpPr>
        <p:spPr>
          <a:xfrm rot="2868207">
            <a:off x="8819028" y="2381195"/>
            <a:ext cx="1369477" cy="1055831"/>
          </a:xfrm>
          <a:prstGeom prst="star5">
            <a:avLst>
              <a:gd name="adj" fmla="val 21945"/>
              <a:gd name="hf" fmla="val 105146"/>
              <a:gd name="vf" fmla="val 11055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14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0A38EEA-7B01-CC76-C3AE-FCE0C776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AF0B43-3A32-06C2-6B3E-3B735FBD48D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080A8D-B034-7488-CC4A-A20E6017C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957C3A0-1895-43C3-0C26-5C1D464F326F}"/>
              </a:ext>
            </a:extLst>
          </p:cNvPr>
          <p:cNvSpPr txBox="1"/>
          <p:nvPr/>
        </p:nvSpPr>
        <p:spPr>
          <a:xfrm>
            <a:off x="1036320" y="1909414"/>
            <a:ext cx="4932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Above all, remember…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can be hard!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can feel like you are running into the same problems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over and over again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sometimes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normal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part of the process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keep trying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you will get there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E630FC-E685-5639-2E35-6CA0D8AA36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7427C5-1E87-631F-356D-8764F3E7A7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9429" y="1983787"/>
            <a:ext cx="2906341" cy="2567569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E9C858AB-3179-C023-FA8D-276803663E18}"/>
              </a:ext>
            </a:extLst>
          </p:cNvPr>
          <p:cNvSpPr/>
          <p:nvPr/>
        </p:nvSpPr>
        <p:spPr>
          <a:xfrm rot="2868207">
            <a:off x="8120604" y="1730233"/>
            <a:ext cx="2852460" cy="2250842"/>
          </a:xfrm>
          <a:prstGeom prst="star5">
            <a:avLst>
              <a:gd name="adj" fmla="val 29621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EAA56820-0533-AF26-FC2B-11E642BF1F3D}"/>
              </a:ext>
            </a:extLst>
          </p:cNvPr>
          <p:cNvSpPr/>
          <p:nvPr/>
        </p:nvSpPr>
        <p:spPr>
          <a:xfrm rot="2868207">
            <a:off x="8485146" y="2084736"/>
            <a:ext cx="2037338" cy="1660908"/>
          </a:xfrm>
          <a:prstGeom prst="star5">
            <a:avLst>
              <a:gd name="adj" fmla="val 28180"/>
              <a:gd name="hf" fmla="val 105146"/>
              <a:gd name="vf" fmla="val 110557"/>
            </a:avLst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84980631-95D9-3001-3242-9C2AF559A15C}"/>
              </a:ext>
            </a:extLst>
          </p:cNvPr>
          <p:cNvSpPr/>
          <p:nvPr/>
        </p:nvSpPr>
        <p:spPr>
          <a:xfrm rot="2868207">
            <a:off x="8819028" y="2381195"/>
            <a:ext cx="1369477" cy="1055831"/>
          </a:xfrm>
          <a:prstGeom prst="star5">
            <a:avLst>
              <a:gd name="adj" fmla="val 21945"/>
              <a:gd name="hf" fmla="val 105146"/>
              <a:gd name="vf" fmla="val 11055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835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C44E88-D4D1-5619-B448-73754D69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37554-7413-9696-7323-84BADA7F390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3B637C4-D02D-B658-3D9E-573583D59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Tackling Difficult Problems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90A493B-952D-F778-87B4-CBF4237E2EEC}"/>
              </a:ext>
            </a:extLst>
          </p:cNvPr>
          <p:cNvSpPr txBox="1"/>
          <p:nvPr/>
        </p:nvSpPr>
        <p:spPr>
          <a:xfrm>
            <a:off x="1036320" y="1909414"/>
            <a:ext cx="49326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Above all, remember…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can be hard!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can feel like you are running into the same problems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over and over again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sometimes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normal 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part of the process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If you keep trying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you will get there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DFCF223-C5E7-6E99-590B-4786019784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BEDD44-7591-F9DB-C27A-3316944B2F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9429" y="1983787"/>
            <a:ext cx="2906341" cy="256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42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2B2BBE-D0D6-467C-FAFC-EBB816CC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B23D70-08AC-06AD-74B9-5BACE9648D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5677AD-0678-2845-4FCA-DE2342E45853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464C6AC-D220-0BB8-B5DA-0F8FBB3EEA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50AE0-16FD-4317-DAA3-FC86C9504DD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0CA73E-4471-22FF-81B7-0D9B9E95791E}"/>
              </a:ext>
            </a:extLst>
          </p:cNvPr>
          <p:cNvSpPr/>
          <p:nvPr/>
        </p:nvSpPr>
        <p:spPr>
          <a:xfrm>
            <a:off x="2102177" y="2574827"/>
            <a:ext cx="8295588" cy="309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3420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AEB451-9EAE-2474-52C1-3DED84EA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EFD8785-C92E-953A-7775-610F97B87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DEB235F-364E-1F38-31F5-662F0EAA17E7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605142B-8380-D710-8F3D-8BE683CB02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93537-4A75-2A18-28A8-7CB140331E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D827E6-F553-00B6-C145-20BD44F85BF9}"/>
              </a:ext>
            </a:extLst>
          </p:cNvPr>
          <p:cNvSpPr/>
          <p:nvPr/>
        </p:nvSpPr>
        <p:spPr>
          <a:xfrm>
            <a:off x="3864989" y="2574827"/>
            <a:ext cx="6532775" cy="309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1031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5F17F5-D04A-1537-618D-ED0CDFA2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8AEAF0E-0B1B-11BE-B521-67B3C5FD4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E5D640-A371-F0B0-F862-9F7D3ED416BC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F2CDC3A-EFE6-51BD-BBA5-25AAD9591D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590E3-DAFC-2BA5-FDC1-624DC747B8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B86734-9548-1673-EC8B-8EA07D38BBFC}"/>
              </a:ext>
            </a:extLst>
          </p:cNvPr>
          <p:cNvSpPr/>
          <p:nvPr/>
        </p:nvSpPr>
        <p:spPr>
          <a:xfrm>
            <a:off x="5995447" y="2574827"/>
            <a:ext cx="4402317" cy="309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7339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7102BE-E9C6-8F7F-46D0-D35A1726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BDAEB2-C307-18C4-D988-132E19ACA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6D3EF43-0FFD-2F9F-D804-5E860DE4FE5E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7DDF0C-FEF1-DDA1-04CC-3FB73D6374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1ABE5-0DB7-E6BC-0F2C-C3C5F0148A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96496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CDCEAD-B22F-F3D7-8C7B-3C8C90A8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2DA0CCB-C316-C186-7256-9F94B03A3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8AC68D-2565-DCDF-F8EF-68847A69D2A8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1673304-2FD9-F378-1256-3B927760F1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DF74D7-6AE5-19B1-B680-95FF11B9F8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97277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CC1804-6ED7-56DC-764B-8214A1DC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4F590F-F646-6F60-7D17-6DE981009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69F128-11FA-6535-88EA-E63DCAE26766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8564A8-8102-A735-5D91-BE920E492E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968E98-BB12-A275-91F5-5874EF047F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89399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A48A3A9-DAF4-D68C-D9D0-29945512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286619-EE96-9FCF-249F-06F64F0E0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D4ACE8D-E497-AD42-8004-16375D1293E7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11BB05-AE29-6034-3CD2-CBC3A41A88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09FB7-23C3-9E58-D2DF-0D77D0D846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7791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E02CA7-6F0F-5814-61CA-E59A9207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C3E8B1-2571-6915-529F-668672E99B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244C08-3153-0868-F581-E97C9A5810AE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DF2BD7-FEAC-41F7-1AC1-4899EDB690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D04FC6-9B63-3F7A-DFBB-B8D24A84A2C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77879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253832-A8C8-F57F-9F7D-6D2931DC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66D660-4C02-10BC-1397-4DE0B6043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317579-E408-1799-FB12-0AB9D65C86ED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76ACBB-8F59-33A3-91D9-39AB68D3CE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50454-6273-2DAE-7C30-21BD544057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15130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FB2F7E-9AC3-9863-3645-5696845F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520EEE-11D8-6D0B-1A97-44640E2E7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308CAC-6570-FFBD-7393-F6E564903F25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8FF575-C7ED-D2AE-B657-ECEEEEC292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D5F153-29BB-34A6-055E-D13F881F33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24022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532738-17EA-972F-C9A1-0B9348C2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67CAC4E-BAA3-B270-D033-CF6C12B84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F19645-61DA-C150-9B77-3D56DA7FF514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37FBD90-7329-60F7-0B83-3B07B7F9A7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D497B-5737-EFEA-7973-0861ACB78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88014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4F4E2EA-20F9-4693-FEBF-E83B7B7A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B2BC8EB-F0C5-95E0-62CA-96A7B2BA0B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A84974C-B79F-2375-EF19-8B73F05D28A0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B2A325-CB5C-6192-EAB0-FB27F9F4ED2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4E1B6901-6336-D936-1D40-ECD77388D4D1}"/>
              </a:ext>
            </a:extLst>
          </p:cNvPr>
          <p:cNvSpPr txBox="1"/>
          <p:nvPr/>
        </p:nvSpPr>
        <p:spPr>
          <a:xfrm>
            <a:off x="6251370" y="4379825"/>
            <a:ext cx="483108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Let’s start out </a:t>
            </a:r>
            <a:r>
              <a:rPr lang="en-GB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paper</a:t>
            </a: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(…or in a Markdown cell!)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9D2106-C669-3822-2B26-E798192071EE}"/>
              </a:ext>
            </a:extLst>
          </p:cNvPr>
          <p:cNvCxnSpPr>
            <a:cxnSpLocks/>
          </p:cNvCxnSpPr>
          <p:nvPr/>
        </p:nvCxnSpPr>
        <p:spPr>
          <a:xfrm flipH="1" flipV="1">
            <a:off x="3949700" y="3862951"/>
            <a:ext cx="3225800" cy="6709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124A3B8-2F55-7005-7480-69ACC89486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81238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336F12-8B4D-80F9-FAC2-5D2CF7F0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6B0330-49A4-206E-F144-C36779C1B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Worked Example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1F1D36-5379-227A-2F23-91709E9D4FF2}"/>
              </a:ext>
            </a:extLst>
          </p:cNvPr>
          <p:cNvSpPr txBox="1"/>
          <p:nvPr/>
        </p:nvSpPr>
        <p:spPr>
          <a:xfrm>
            <a:off x="1036320" y="1823011"/>
            <a:ext cx="79933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go through an example together to see these principles in action: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Principles:</a:t>
            </a:r>
            <a:b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before you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Clarify inputs and outputs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structure and repetition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Divide and conquer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Talk things through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Trust your own process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D4001D9-841B-A7DE-6F1F-CDF1D93A68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6989F5-165B-94B3-59A1-A7FFBC9226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61291" y="2555973"/>
            <a:ext cx="9241609" cy="37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22722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A18956-92D9-04A5-F809-20A8181D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F31AF5A-2AFC-F1CC-346B-03515867920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49A5F6B-08E0-8807-2F1B-1E8D8F536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AD8189-D8EC-693D-6B01-87679E72A975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400EAE-F039-D6F6-D167-90C46C6C8D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3432F-D460-ED76-1062-891E6797F5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308105"/>
            <a:ext cx="5778631" cy="4241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80515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32AF60-16DC-134C-CD7C-C1E60D66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11E0592-52D8-38ED-450C-E1CDDD30F1C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11365-4973-2F7B-9D43-4E0925063C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308105"/>
            <a:ext cx="5778631" cy="4241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B3767F8-EEAF-F18B-8D2D-D65C8B78D1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47CF47-45BE-8E0D-B382-345A4696565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E40BDDA-8D03-58E7-D350-5D09FA0E9A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5208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62CF01D-A997-FD90-0A10-6722BCD6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529712-154C-ECAE-F714-29FAF5B7161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B469DF-C0C0-833D-1661-5F94B12C26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3165630-4EA1-D9FC-BA9B-88B212784BD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2FD0CA3-59E5-6045-9B1E-59A80656D1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2486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7EF053-22FF-864A-BAF2-0F0CFC99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019E88-DB9B-A8C1-4D80-7A9EB49E8FC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840BC7-FD30-D24D-AA1E-38643D3FB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EF91C5-FF6A-5931-159D-EFDCCD13A52D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17D8B6-2548-C8C4-7FC8-0586D7AD25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4" name="Picture 13" descr="A table of elements with different colored squares">
            <a:extLst>
              <a:ext uri="{FF2B5EF4-FFF2-40B4-BE49-F238E27FC236}">
                <a16:creationId xmlns:a16="http://schemas.microsoft.com/office/drawing/2014/main" id="{01490355-78EC-1B9A-1F14-BB6BCBEF13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1793" y="1630763"/>
            <a:ext cx="5408872" cy="31076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26578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D3A9BB-4FB7-9842-C545-31E926FE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37BB07-DF99-A19A-74AD-CF59C0D1682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FB6A65B-9B31-C11D-B648-23B6DCD2B0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A36059B-EF6E-D39F-1EE1-32AFE2107720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04B864-C532-4BA5-0EB4-77AFD6F77F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6AD343-B996-92EB-5C71-12EAC602B2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3788" y="1272619"/>
            <a:ext cx="3423380" cy="4555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19435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2EF0560-C143-6EB7-E835-BD0227B9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48B884-AA74-1B18-9B44-B882BECDCAC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A3618B9-B478-1657-0949-BE2421AE4B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53DFC0-D768-2E67-514A-1CABA0FE4675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 Challenge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E507FE-BBE4-9914-7BD2-A2B8C1B41E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 descr="A diagram of a fence">
            <a:extLst>
              <a:ext uri="{FF2B5EF4-FFF2-40B4-BE49-F238E27FC236}">
                <a16:creationId xmlns:a16="http://schemas.microsoft.com/office/drawing/2014/main" id="{FB42055C-AAED-2CC8-AA6C-C80607B682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5972" y="1262343"/>
            <a:ext cx="4161148" cy="4161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01542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3FF767-89AA-17D8-9CA8-6DBCC4FF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BC92A2-CDB6-FCAB-1DFE-132BACAF75E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68AC3A-63D4-3865-F066-59ECC103C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91DAEA-B182-034B-F894-E6B75E126393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 Challenge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ACAD3A-188F-EB2E-80CD-96BC0B4F15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CACFC1-3729-CC39-9E56-FF3A535009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308105"/>
            <a:ext cx="5778631" cy="4241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66784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77A79A9-093A-035E-C7C0-919165BC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3CF249-A8C4-277F-4455-D3B945B7951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1A2EEA-D650-19BE-9CB1-6DC905149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B24A73B-07AD-1BAA-A1AB-CF02594AE006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`week_05_home.ipynb`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challenge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week is a little different…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choose the challenge according to your course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 Challenge</a:t>
            </a:r>
            <a:b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 Challenge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12FB67-CA44-2A09-85A8-AA5D3B66FF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10/11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64906-FD79-61C9-F867-809B447B6B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1720" y="1308105"/>
            <a:ext cx="5778631" cy="4241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F011D5B8-BCB9-CCD7-E938-F615E8EFF900}"/>
              </a:ext>
            </a:extLst>
          </p:cNvPr>
          <p:cNvSpPr txBox="1"/>
          <p:nvPr/>
        </p:nvSpPr>
        <p:spPr>
          <a:xfrm>
            <a:off x="5789561" y="5771069"/>
            <a:ext cx="640243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finish your course’s challenge, try one of the others!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7445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Time</a:t>
            </a:r>
            <a:endParaRPr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66641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5: Consolidation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The Course So Far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Tackling Difficult Problems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 Worked Example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6: Introduction to NumPy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The Course So Far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is NumPy?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NumPy Arrays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vs Lists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11/11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19307</TotalTime>
  <Words>5157</Words>
  <Application>Microsoft Office PowerPoint</Application>
  <PresentationFormat>Widescreen</PresentationFormat>
  <Paragraphs>916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4" baseType="lpstr">
      <vt:lpstr>Aptos Mono</vt:lpstr>
      <vt:lpstr>Calibri</vt:lpstr>
      <vt:lpstr>Arial</vt:lpstr>
      <vt:lpstr>Retrospect</vt:lpstr>
      <vt:lpstr>Lecture 5:   Consolidation</vt:lpstr>
      <vt:lpstr>Today’s Lecture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James Martin</cp:lastModifiedBy>
  <cp:revision>36</cp:revision>
  <dcterms:modified xsi:type="dcterms:W3CDTF">2026-10-22T08:47:37Z</dcterms:modified>
</cp:coreProperties>
</file>