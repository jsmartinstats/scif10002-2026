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06"/>
  </p:notesMasterIdLst>
  <p:sldIdLst>
    <p:sldId id="256" r:id="rId2"/>
    <p:sldId id="1374" r:id="rId3"/>
    <p:sldId id="1380" r:id="rId4"/>
    <p:sldId id="1382" r:id="rId5"/>
    <p:sldId id="1383" r:id="rId6"/>
    <p:sldId id="1384" r:id="rId7"/>
    <p:sldId id="1385" r:id="rId8"/>
    <p:sldId id="1386" r:id="rId9"/>
    <p:sldId id="1389" r:id="rId10"/>
    <p:sldId id="1388" r:id="rId11"/>
    <p:sldId id="1392" r:id="rId12"/>
    <p:sldId id="1394" r:id="rId13"/>
    <p:sldId id="1395" r:id="rId14"/>
    <p:sldId id="1396" r:id="rId15"/>
    <p:sldId id="1397" r:id="rId16"/>
    <p:sldId id="1399" r:id="rId17"/>
    <p:sldId id="1401" r:id="rId18"/>
    <p:sldId id="1403" r:id="rId19"/>
    <p:sldId id="1404" r:id="rId20"/>
    <p:sldId id="1405" r:id="rId21"/>
    <p:sldId id="1406" r:id="rId22"/>
    <p:sldId id="1410" r:id="rId23"/>
    <p:sldId id="1411" r:id="rId24"/>
    <p:sldId id="1420" r:id="rId25"/>
    <p:sldId id="1569" r:id="rId26"/>
    <p:sldId id="1414" r:id="rId27"/>
    <p:sldId id="1419" r:id="rId28"/>
    <p:sldId id="1424" r:id="rId29"/>
    <p:sldId id="1422" r:id="rId30"/>
    <p:sldId id="1428" r:id="rId31"/>
    <p:sldId id="1427" r:id="rId32"/>
    <p:sldId id="1421" r:id="rId33"/>
    <p:sldId id="1430" r:id="rId34"/>
    <p:sldId id="1435" r:id="rId35"/>
    <p:sldId id="1436" r:id="rId36"/>
    <p:sldId id="1434" r:id="rId37"/>
    <p:sldId id="1433" r:id="rId38"/>
    <p:sldId id="1570" r:id="rId39"/>
    <p:sldId id="1575" r:id="rId40"/>
    <p:sldId id="1571" r:id="rId41"/>
    <p:sldId id="1454" r:id="rId42"/>
    <p:sldId id="1451" r:id="rId43"/>
    <p:sldId id="1452" r:id="rId44"/>
    <p:sldId id="1455" r:id="rId45"/>
    <p:sldId id="1456" r:id="rId46"/>
    <p:sldId id="1461" r:id="rId47"/>
    <p:sldId id="1459" r:id="rId48"/>
    <p:sldId id="1460" r:id="rId49"/>
    <p:sldId id="1463" r:id="rId50"/>
    <p:sldId id="1462" r:id="rId51"/>
    <p:sldId id="1465" r:id="rId52"/>
    <p:sldId id="1449" r:id="rId53"/>
    <p:sldId id="1467" r:id="rId54"/>
    <p:sldId id="1471" r:id="rId55"/>
    <p:sldId id="1478" r:id="rId56"/>
    <p:sldId id="1479" r:id="rId57"/>
    <p:sldId id="1476" r:id="rId58"/>
    <p:sldId id="1480" r:id="rId59"/>
    <p:sldId id="1481" r:id="rId60"/>
    <p:sldId id="1482" r:id="rId61"/>
    <p:sldId id="1576" r:id="rId62"/>
    <p:sldId id="1578" r:id="rId63"/>
    <p:sldId id="1579" r:id="rId64"/>
    <p:sldId id="1581" r:id="rId65"/>
    <p:sldId id="1580" r:id="rId66"/>
    <p:sldId id="1583" r:id="rId67"/>
    <p:sldId id="1584" r:id="rId68"/>
    <p:sldId id="1577" r:id="rId69"/>
    <p:sldId id="1501" r:id="rId70"/>
    <p:sldId id="1517" r:id="rId71"/>
    <p:sldId id="1586" r:id="rId72"/>
    <p:sldId id="1589" r:id="rId73"/>
    <p:sldId id="1587" r:id="rId74"/>
    <p:sldId id="1590" r:id="rId75"/>
    <p:sldId id="1588" r:id="rId76"/>
    <p:sldId id="1591" r:id="rId77"/>
    <p:sldId id="1523" r:id="rId78"/>
    <p:sldId id="1592" r:id="rId79"/>
    <p:sldId id="1529" r:id="rId80"/>
    <p:sldId id="1530" r:id="rId81"/>
    <p:sldId id="1524" r:id="rId82"/>
    <p:sldId id="1531" r:id="rId83"/>
    <p:sldId id="1539" r:id="rId84"/>
    <p:sldId id="1540" r:id="rId85"/>
    <p:sldId id="1541" r:id="rId86"/>
    <p:sldId id="1542" r:id="rId87"/>
    <p:sldId id="1532" r:id="rId88"/>
    <p:sldId id="1543" r:id="rId89"/>
    <p:sldId id="1544" r:id="rId90"/>
    <p:sldId id="1545" r:id="rId91"/>
    <p:sldId id="1547" r:id="rId92"/>
    <p:sldId id="1548" r:id="rId93"/>
    <p:sldId id="1546" r:id="rId94"/>
    <p:sldId id="1533" r:id="rId95"/>
    <p:sldId id="1549" r:id="rId96"/>
    <p:sldId id="1557" r:id="rId97"/>
    <p:sldId id="1551" r:id="rId98"/>
    <p:sldId id="1593" r:id="rId99"/>
    <p:sldId id="1552" r:id="rId100"/>
    <p:sldId id="1560" r:id="rId101"/>
    <p:sldId id="1565" r:id="rId102"/>
    <p:sldId id="1567" r:id="rId103"/>
    <p:sldId id="1568" r:id="rId104"/>
    <p:sldId id="427" r:id="rId105"/>
  </p:sldIdLst>
  <p:sldSz cx="12192000" cy="6858000"/>
  <p:notesSz cx="6858000" cy="9144000"/>
  <p:embeddedFontLst>
    <p:embeddedFont>
      <p:font typeface="Aptos Mono" panose="020B0009020202020204" pitchFamily="49" charset="0"/>
      <p:regular r:id="rId107"/>
      <p:bold r:id="rId108"/>
      <p:italic r:id="rId109"/>
      <p:boldItalic r:id="rId11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3BE6EB-E3DC-4041-AC00-12074BF37484}" v="76" dt="2026-10-06T09:02:41.8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73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62" y="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viewProps" Target="viewProps.xml"/><Relationship Id="rId16" Type="http://schemas.openxmlformats.org/officeDocument/2006/relationships/slide" Target="slides/slide15.xml"/><Relationship Id="rId107" Type="http://schemas.openxmlformats.org/officeDocument/2006/relationships/font" Target="fonts/font1.fntdata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theme" Target="theme/theme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font" Target="fonts/font2.fntdata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notesMaster" Target="notesMasters/notesMaster1.xml"/><Relationship Id="rId114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font" Target="fonts/font3.fntdata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font" Target="fonts/font4.fntdata"/><Relationship Id="rId115" Type="http://schemas.microsoft.com/office/2016/11/relationships/changesInfo" Target="changesInfos/changesInfo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mes Martin" userId="5c604502-4ee2-4081-9f0b-59e4decb0522" providerId="ADAL" clId="{CD9F9381-1667-4751-A642-EBC8FFBDE105}"/>
    <pc:docChg chg="undo redo custSel addSld delSld modSld sldOrd">
      <pc:chgData name="James Martin" userId="5c604502-4ee2-4081-9f0b-59e4decb0522" providerId="ADAL" clId="{CD9F9381-1667-4751-A642-EBC8FFBDE105}" dt="2026-10-06T09:03:06.039" v="394" actId="47"/>
      <pc:docMkLst>
        <pc:docMk/>
      </pc:docMkLst>
      <pc:sldChg chg="modSp mod">
        <pc:chgData name="James Martin" userId="5c604502-4ee2-4081-9f0b-59e4decb0522" providerId="ADAL" clId="{CD9F9381-1667-4751-A642-EBC8FFBDE105}" dt="2026-10-05T14:38:26.874" v="24" actId="20577"/>
        <pc:sldMkLst>
          <pc:docMk/>
          <pc:sldMk cId="0" sldId="256"/>
        </pc:sldMkLst>
        <pc:spChg chg="mod">
          <ac:chgData name="James Martin" userId="5c604502-4ee2-4081-9f0b-59e4decb0522" providerId="ADAL" clId="{CD9F9381-1667-4751-A642-EBC8FFBDE105}" dt="2026-10-05T14:38:26.874" v="24" actId="20577"/>
          <ac:spMkLst>
            <pc:docMk/>
            <pc:sldMk cId="0" sldId="256"/>
            <ac:spMk id="102" creationId="{00000000-0000-0000-0000-000000000000}"/>
          </ac:spMkLst>
        </pc:spChg>
      </pc:sldChg>
      <pc:sldChg chg="del">
        <pc:chgData name="James Martin" userId="5c604502-4ee2-4081-9f0b-59e4decb0522" providerId="ADAL" clId="{CD9F9381-1667-4751-A642-EBC8FFBDE105}" dt="2026-10-05T14:38:55.795" v="25" actId="47"/>
        <pc:sldMkLst>
          <pc:docMk/>
          <pc:sldMk cId="2292695352" sldId="1146"/>
        </pc:sldMkLst>
      </pc:sldChg>
      <pc:sldChg chg="del">
        <pc:chgData name="James Martin" userId="5c604502-4ee2-4081-9f0b-59e4decb0522" providerId="ADAL" clId="{CD9F9381-1667-4751-A642-EBC8FFBDE105}" dt="2026-10-05T14:44:52.928" v="26" actId="47"/>
        <pc:sldMkLst>
          <pc:docMk/>
          <pc:sldMk cId="334244405" sldId="1359"/>
        </pc:sldMkLst>
      </pc:sldChg>
      <pc:sldChg chg="del">
        <pc:chgData name="James Martin" userId="5c604502-4ee2-4081-9f0b-59e4decb0522" providerId="ADAL" clId="{CD9F9381-1667-4751-A642-EBC8FFBDE105}" dt="2026-10-06T08:52:37.894" v="378" actId="47"/>
        <pc:sldMkLst>
          <pc:docMk/>
          <pc:sldMk cId="1554810449" sldId="1361"/>
        </pc:sldMkLst>
      </pc:sldChg>
      <pc:sldChg chg="del">
        <pc:chgData name="James Martin" userId="5c604502-4ee2-4081-9f0b-59e4decb0522" providerId="ADAL" clId="{CD9F9381-1667-4751-A642-EBC8FFBDE105}" dt="2026-10-06T08:52:54.167" v="379" actId="47"/>
        <pc:sldMkLst>
          <pc:docMk/>
          <pc:sldMk cId="2880798697" sldId="1362"/>
        </pc:sldMkLst>
      </pc:sldChg>
      <pc:sldChg chg="del">
        <pc:chgData name="James Martin" userId="5c604502-4ee2-4081-9f0b-59e4decb0522" providerId="ADAL" clId="{CD9F9381-1667-4751-A642-EBC8FFBDE105}" dt="2026-10-05T14:58:26.661" v="42" actId="47"/>
        <pc:sldMkLst>
          <pc:docMk/>
          <pc:sldMk cId="3722243281" sldId="1364"/>
        </pc:sldMkLst>
      </pc:sldChg>
      <pc:sldChg chg="del">
        <pc:chgData name="James Martin" userId="5c604502-4ee2-4081-9f0b-59e4decb0522" providerId="ADAL" clId="{CD9F9381-1667-4751-A642-EBC8FFBDE105}" dt="2026-10-05T15:13:52.963" v="131" actId="47"/>
        <pc:sldMkLst>
          <pc:docMk/>
          <pc:sldMk cId="496805847" sldId="1366"/>
        </pc:sldMkLst>
      </pc:sldChg>
      <pc:sldChg chg="del">
        <pc:chgData name="James Martin" userId="5c604502-4ee2-4081-9f0b-59e4decb0522" providerId="ADAL" clId="{CD9F9381-1667-4751-A642-EBC8FFBDE105}" dt="2026-10-06T08:30:10.003" v="205" actId="47"/>
        <pc:sldMkLst>
          <pc:docMk/>
          <pc:sldMk cId="2189946330" sldId="1367"/>
        </pc:sldMkLst>
      </pc:sldChg>
      <pc:sldChg chg="addSp delSp modSp del mod ord">
        <pc:chgData name="James Martin" userId="5c604502-4ee2-4081-9f0b-59e4decb0522" providerId="ADAL" clId="{CD9F9381-1667-4751-A642-EBC8FFBDE105}" dt="2026-10-06T08:40:56.023" v="295" actId="2696"/>
        <pc:sldMkLst>
          <pc:docMk/>
          <pc:sldMk cId="2328519006" sldId="1368"/>
        </pc:sldMkLst>
        <pc:spChg chg="add del">
          <ac:chgData name="James Martin" userId="5c604502-4ee2-4081-9f0b-59e4decb0522" providerId="ADAL" clId="{CD9F9381-1667-4751-A642-EBC8FFBDE105}" dt="2026-10-06T08:40:20.894" v="284" actId="22"/>
          <ac:spMkLst>
            <pc:docMk/>
            <pc:sldMk cId="2328519006" sldId="1368"/>
            <ac:spMk id="4" creationId="{7D115A0C-2AA5-6A3F-B933-69F046283769}"/>
          </ac:spMkLst>
        </pc:spChg>
        <pc:spChg chg="add mod">
          <ac:chgData name="James Martin" userId="5c604502-4ee2-4081-9f0b-59e4decb0522" providerId="ADAL" clId="{CD9F9381-1667-4751-A642-EBC8FFBDE105}" dt="2026-10-06T08:40:46.429" v="294" actId="6549"/>
          <ac:spMkLst>
            <pc:docMk/>
            <pc:sldMk cId="2328519006" sldId="1368"/>
            <ac:spMk id="7" creationId="{410EB822-B044-6EAE-1C41-C3F5F6C2638B}"/>
          </ac:spMkLst>
        </pc:spChg>
      </pc:sldChg>
      <pc:sldChg chg="del">
        <pc:chgData name="James Martin" userId="5c604502-4ee2-4081-9f0b-59e4decb0522" providerId="ADAL" clId="{CD9F9381-1667-4751-A642-EBC8FFBDE105}" dt="2026-10-06T08:47:19.960" v="362" actId="47"/>
        <pc:sldMkLst>
          <pc:docMk/>
          <pc:sldMk cId="3524247511" sldId="1369"/>
        </pc:sldMkLst>
      </pc:sldChg>
      <pc:sldChg chg="del">
        <pc:chgData name="James Martin" userId="5c604502-4ee2-4081-9f0b-59e4decb0522" providerId="ADAL" clId="{CD9F9381-1667-4751-A642-EBC8FFBDE105}" dt="2026-10-05T14:38:55.795" v="25" actId="47"/>
        <pc:sldMkLst>
          <pc:docMk/>
          <pc:sldMk cId="1741680592" sldId="1370"/>
        </pc:sldMkLst>
      </pc:sldChg>
      <pc:sldChg chg="del">
        <pc:chgData name="James Martin" userId="5c604502-4ee2-4081-9f0b-59e4decb0522" providerId="ADAL" clId="{CD9F9381-1667-4751-A642-EBC8FFBDE105}" dt="2026-10-05T14:38:55.795" v="25" actId="47"/>
        <pc:sldMkLst>
          <pc:docMk/>
          <pc:sldMk cId="2460532278" sldId="1371"/>
        </pc:sldMkLst>
      </pc:sldChg>
      <pc:sldChg chg="del">
        <pc:chgData name="James Martin" userId="5c604502-4ee2-4081-9f0b-59e4decb0522" providerId="ADAL" clId="{CD9F9381-1667-4751-A642-EBC8FFBDE105}" dt="2026-10-05T14:38:55.795" v="25" actId="47"/>
        <pc:sldMkLst>
          <pc:docMk/>
          <pc:sldMk cId="2002713405" sldId="1372"/>
        </pc:sldMkLst>
      </pc:sldChg>
      <pc:sldChg chg="del">
        <pc:chgData name="James Martin" userId="5c604502-4ee2-4081-9f0b-59e4decb0522" providerId="ADAL" clId="{CD9F9381-1667-4751-A642-EBC8FFBDE105}" dt="2026-10-05T14:38:55.795" v="25" actId="47"/>
        <pc:sldMkLst>
          <pc:docMk/>
          <pc:sldMk cId="2136173804" sldId="1373"/>
        </pc:sldMkLst>
      </pc:sldChg>
      <pc:sldChg chg="del">
        <pc:chgData name="James Martin" userId="5c604502-4ee2-4081-9f0b-59e4decb0522" providerId="ADAL" clId="{CD9F9381-1667-4751-A642-EBC8FFBDE105}" dt="2026-10-05T14:38:55.795" v="25" actId="47"/>
        <pc:sldMkLst>
          <pc:docMk/>
          <pc:sldMk cId="1157579904" sldId="1375"/>
        </pc:sldMkLst>
      </pc:sldChg>
      <pc:sldChg chg="del">
        <pc:chgData name="James Martin" userId="5c604502-4ee2-4081-9f0b-59e4decb0522" providerId="ADAL" clId="{CD9F9381-1667-4751-A642-EBC8FFBDE105}" dt="2026-10-05T14:45:50.822" v="32" actId="47"/>
        <pc:sldMkLst>
          <pc:docMk/>
          <pc:sldMk cId="2779609065" sldId="1376"/>
        </pc:sldMkLst>
      </pc:sldChg>
      <pc:sldChg chg="del">
        <pc:chgData name="James Martin" userId="5c604502-4ee2-4081-9f0b-59e4decb0522" providerId="ADAL" clId="{CD9F9381-1667-4751-A642-EBC8FFBDE105}" dt="2026-10-05T14:46:08.375" v="34" actId="47"/>
        <pc:sldMkLst>
          <pc:docMk/>
          <pc:sldMk cId="2444404457" sldId="1377"/>
        </pc:sldMkLst>
      </pc:sldChg>
      <pc:sldChg chg="del">
        <pc:chgData name="James Martin" userId="5c604502-4ee2-4081-9f0b-59e4decb0522" providerId="ADAL" clId="{CD9F9381-1667-4751-A642-EBC8FFBDE105}" dt="2026-10-05T14:47:52.166" v="40" actId="47"/>
        <pc:sldMkLst>
          <pc:docMk/>
          <pc:sldMk cId="2048231764" sldId="1378"/>
        </pc:sldMkLst>
      </pc:sldChg>
      <pc:sldChg chg="add del">
        <pc:chgData name="James Martin" userId="5c604502-4ee2-4081-9f0b-59e4decb0522" providerId="ADAL" clId="{CD9F9381-1667-4751-A642-EBC8FFBDE105}" dt="2026-10-06T08:02:36.504" v="148" actId="47"/>
        <pc:sldMkLst>
          <pc:docMk/>
          <pc:sldMk cId="1192103395" sldId="1379"/>
        </pc:sldMkLst>
      </pc:sldChg>
      <pc:sldChg chg="del">
        <pc:chgData name="James Martin" userId="5c604502-4ee2-4081-9f0b-59e4decb0522" providerId="ADAL" clId="{CD9F9381-1667-4751-A642-EBC8FFBDE105}" dt="2026-10-05T14:45:40.807" v="31" actId="47"/>
        <pc:sldMkLst>
          <pc:docMk/>
          <pc:sldMk cId="125320109" sldId="1381"/>
        </pc:sldMkLst>
      </pc:sldChg>
      <pc:sldChg chg="add del">
        <pc:chgData name="James Martin" userId="5c604502-4ee2-4081-9f0b-59e4decb0522" providerId="ADAL" clId="{CD9F9381-1667-4751-A642-EBC8FFBDE105}" dt="2026-10-05T14:45:38.076" v="30" actId="47"/>
        <pc:sldMkLst>
          <pc:docMk/>
          <pc:sldMk cId="1726651253" sldId="1382"/>
        </pc:sldMkLst>
      </pc:sldChg>
      <pc:sldChg chg="del">
        <pc:chgData name="James Martin" userId="5c604502-4ee2-4081-9f0b-59e4decb0522" providerId="ADAL" clId="{CD9F9381-1667-4751-A642-EBC8FFBDE105}" dt="2026-10-05T14:45:58.811" v="33" actId="47"/>
        <pc:sldMkLst>
          <pc:docMk/>
          <pc:sldMk cId="3579416584" sldId="1387"/>
        </pc:sldMkLst>
      </pc:sldChg>
      <pc:sldChg chg="del">
        <pc:chgData name="James Martin" userId="5c604502-4ee2-4081-9f0b-59e4decb0522" providerId="ADAL" clId="{CD9F9381-1667-4751-A642-EBC8FFBDE105}" dt="2026-10-05T14:47:19.745" v="38" actId="47"/>
        <pc:sldMkLst>
          <pc:docMk/>
          <pc:sldMk cId="2867051187" sldId="1390"/>
        </pc:sldMkLst>
      </pc:sldChg>
      <pc:sldChg chg="del">
        <pc:chgData name="James Martin" userId="5c604502-4ee2-4081-9f0b-59e4decb0522" providerId="ADAL" clId="{CD9F9381-1667-4751-A642-EBC8FFBDE105}" dt="2026-10-05T14:47:08.111" v="36" actId="47"/>
        <pc:sldMkLst>
          <pc:docMk/>
          <pc:sldMk cId="2026226556" sldId="1391"/>
        </pc:sldMkLst>
      </pc:sldChg>
      <pc:sldChg chg="del">
        <pc:chgData name="James Martin" userId="5c604502-4ee2-4081-9f0b-59e4decb0522" providerId="ADAL" clId="{CD9F9381-1667-4751-A642-EBC8FFBDE105}" dt="2026-10-05T14:46:15.527" v="35" actId="47"/>
        <pc:sldMkLst>
          <pc:docMk/>
          <pc:sldMk cId="2105018455" sldId="1393"/>
        </pc:sldMkLst>
      </pc:sldChg>
      <pc:sldChg chg="del">
        <pc:chgData name="James Martin" userId="5c604502-4ee2-4081-9f0b-59e4decb0522" providerId="ADAL" clId="{CD9F9381-1667-4751-A642-EBC8FFBDE105}" dt="2026-10-05T14:47:15.469" v="37" actId="47"/>
        <pc:sldMkLst>
          <pc:docMk/>
          <pc:sldMk cId="2041778598" sldId="1398"/>
        </pc:sldMkLst>
      </pc:sldChg>
      <pc:sldChg chg="del">
        <pc:chgData name="James Martin" userId="5c604502-4ee2-4081-9f0b-59e4decb0522" providerId="ADAL" clId="{CD9F9381-1667-4751-A642-EBC8FFBDE105}" dt="2026-10-05T14:47:38.350" v="39" actId="47"/>
        <pc:sldMkLst>
          <pc:docMk/>
          <pc:sldMk cId="1393157286" sldId="1400"/>
        </pc:sldMkLst>
      </pc:sldChg>
      <pc:sldChg chg="del">
        <pc:chgData name="James Martin" userId="5c604502-4ee2-4081-9f0b-59e4decb0522" providerId="ADAL" clId="{CD9F9381-1667-4751-A642-EBC8FFBDE105}" dt="2026-10-05T14:47:59.996" v="41" actId="47"/>
        <pc:sldMkLst>
          <pc:docMk/>
          <pc:sldMk cId="3907491418" sldId="1402"/>
        </pc:sldMkLst>
      </pc:sldChg>
      <pc:sldChg chg="del">
        <pc:chgData name="James Martin" userId="5c604502-4ee2-4081-9f0b-59e4decb0522" providerId="ADAL" clId="{CD9F9381-1667-4751-A642-EBC8FFBDE105}" dt="2026-10-05T15:07:37.506" v="71" actId="47"/>
        <pc:sldMkLst>
          <pc:docMk/>
          <pc:sldMk cId="1477840620" sldId="1407"/>
        </pc:sldMkLst>
      </pc:sldChg>
      <pc:sldChg chg="del">
        <pc:chgData name="James Martin" userId="5c604502-4ee2-4081-9f0b-59e4decb0522" providerId="ADAL" clId="{CD9F9381-1667-4751-A642-EBC8FFBDE105}" dt="2026-10-05T14:59:10.447" v="45" actId="47"/>
        <pc:sldMkLst>
          <pc:docMk/>
          <pc:sldMk cId="346572081" sldId="1408"/>
        </pc:sldMkLst>
      </pc:sldChg>
      <pc:sldChg chg="del">
        <pc:chgData name="James Martin" userId="5c604502-4ee2-4081-9f0b-59e4decb0522" providerId="ADAL" clId="{CD9F9381-1667-4751-A642-EBC8FFBDE105}" dt="2026-10-05T14:58:51.930" v="43" actId="47"/>
        <pc:sldMkLst>
          <pc:docMk/>
          <pc:sldMk cId="1230782027" sldId="1409"/>
        </pc:sldMkLst>
      </pc:sldChg>
      <pc:sldChg chg="del">
        <pc:chgData name="James Martin" userId="5c604502-4ee2-4081-9f0b-59e4decb0522" providerId="ADAL" clId="{CD9F9381-1667-4751-A642-EBC8FFBDE105}" dt="2026-10-05T14:59:08.941" v="44" actId="47"/>
        <pc:sldMkLst>
          <pc:docMk/>
          <pc:sldMk cId="36367667" sldId="1412"/>
        </pc:sldMkLst>
      </pc:sldChg>
      <pc:sldChg chg="del">
        <pc:chgData name="James Martin" userId="5c604502-4ee2-4081-9f0b-59e4decb0522" providerId="ADAL" clId="{CD9F9381-1667-4751-A642-EBC8FFBDE105}" dt="2026-10-05T14:59:14.884" v="46" actId="47"/>
        <pc:sldMkLst>
          <pc:docMk/>
          <pc:sldMk cId="3668503186" sldId="1413"/>
        </pc:sldMkLst>
      </pc:sldChg>
      <pc:sldChg chg="del">
        <pc:chgData name="James Martin" userId="5c604502-4ee2-4081-9f0b-59e4decb0522" providerId="ADAL" clId="{CD9F9381-1667-4751-A642-EBC8FFBDE105}" dt="2026-10-05T14:59:22.693" v="47" actId="47"/>
        <pc:sldMkLst>
          <pc:docMk/>
          <pc:sldMk cId="1994589232" sldId="1415"/>
        </pc:sldMkLst>
      </pc:sldChg>
      <pc:sldChg chg="del">
        <pc:chgData name="James Martin" userId="5c604502-4ee2-4081-9f0b-59e4decb0522" providerId="ADAL" clId="{CD9F9381-1667-4751-A642-EBC8FFBDE105}" dt="2026-10-05T14:59:47.395" v="51" actId="47"/>
        <pc:sldMkLst>
          <pc:docMk/>
          <pc:sldMk cId="4246829986" sldId="1416"/>
        </pc:sldMkLst>
      </pc:sldChg>
      <pc:sldChg chg="add del">
        <pc:chgData name="James Martin" userId="5c604502-4ee2-4081-9f0b-59e4decb0522" providerId="ADAL" clId="{CD9F9381-1667-4751-A642-EBC8FFBDE105}" dt="2026-10-05T15:00:30.261" v="62" actId="47"/>
        <pc:sldMkLst>
          <pc:docMk/>
          <pc:sldMk cId="733143573" sldId="1417"/>
        </pc:sldMkLst>
      </pc:sldChg>
      <pc:sldChg chg="add del">
        <pc:chgData name="James Martin" userId="5c604502-4ee2-4081-9f0b-59e4decb0522" providerId="ADAL" clId="{CD9F9381-1667-4751-A642-EBC8FFBDE105}" dt="2026-10-05T15:00:30.426" v="63" actId="47"/>
        <pc:sldMkLst>
          <pc:docMk/>
          <pc:sldMk cId="3140768351" sldId="1418"/>
        </pc:sldMkLst>
      </pc:sldChg>
      <pc:sldChg chg="delSp mod">
        <pc:chgData name="James Martin" userId="5c604502-4ee2-4081-9f0b-59e4decb0522" providerId="ADAL" clId="{CD9F9381-1667-4751-A642-EBC8FFBDE105}" dt="2026-10-05T14:59:41.120" v="50" actId="478"/>
        <pc:sldMkLst>
          <pc:docMk/>
          <pc:sldMk cId="3663044234" sldId="1420"/>
        </pc:sldMkLst>
        <pc:spChg chg="del">
          <ac:chgData name="James Martin" userId="5c604502-4ee2-4081-9f0b-59e4decb0522" providerId="ADAL" clId="{CD9F9381-1667-4751-A642-EBC8FFBDE105}" dt="2026-10-05T14:59:36.936" v="49" actId="478"/>
          <ac:spMkLst>
            <pc:docMk/>
            <pc:sldMk cId="3663044234" sldId="1420"/>
            <ac:spMk id="2" creationId="{6F233A14-80F2-E9C1-6D90-AEE2D5D547BE}"/>
          </ac:spMkLst>
        </pc:spChg>
        <pc:spChg chg="del">
          <ac:chgData name="James Martin" userId="5c604502-4ee2-4081-9f0b-59e4decb0522" providerId="ADAL" clId="{CD9F9381-1667-4751-A642-EBC8FFBDE105}" dt="2026-10-05T14:59:41.120" v="50" actId="478"/>
          <ac:spMkLst>
            <pc:docMk/>
            <pc:sldMk cId="3663044234" sldId="1420"/>
            <ac:spMk id="5" creationId="{CCBCDFB7-7A57-3B2E-60C4-1FBF2343BD4D}"/>
          </ac:spMkLst>
        </pc:spChg>
        <pc:cxnChg chg="del">
          <ac:chgData name="James Martin" userId="5c604502-4ee2-4081-9f0b-59e4decb0522" providerId="ADAL" clId="{CD9F9381-1667-4751-A642-EBC8FFBDE105}" dt="2026-10-05T14:59:36.936" v="49" actId="478"/>
          <ac:cxnSpMkLst>
            <pc:docMk/>
            <pc:sldMk cId="3663044234" sldId="1420"/>
            <ac:cxnSpMk id="6" creationId="{DC2FCFB9-E517-1C99-E4B3-834155C214D1}"/>
          </ac:cxnSpMkLst>
        </pc:cxnChg>
      </pc:sldChg>
      <pc:sldChg chg="modSp mod">
        <pc:chgData name="James Martin" userId="5c604502-4ee2-4081-9f0b-59e4decb0522" providerId="ADAL" clId="{CD9F9381-1667-4751-A642-EBC8FFBDE105}" dt="2026-10-05T15:08:40.724" v="79"/>
        <pc:sldMkLst>
          <pc:docMk/>
          <pc:sldMk cId="386907430" sldId="1421"/>
        </pc:sldMkLst>
        <pc:spChg chg="mod">
          <ac:chgData name="James Martin" userId="5c604502-4ee2-4081-9f0b-59e4decb0522" providerId="ADAL" clId="{CD9F9381-1667-4751-A642-EBC8FFBDE105}" dt="2026-10-05T15:08:40.724" v="79"/>
          <ac:spMkLst>
            <pc:docMk/>
            <pc:sldMk cId="386907430" sldId="1421"/>
            <ac:spMk id="4" creationId="{A9799DD0-C888-E980-7D56-D8FDDCE6E37A}"/>
          </ac:spMkLst>
        </pc:spChg>
        <pc:spChg chg="mod">
          <ac:chgData name="James Martin" userId="5c604502-4ee2-4081-9f0b-59e4decb0522" providerId="ADAL" clId="{CD9F9381-1667-4751-A642-EBC8FFBDE105}" dt="2026-10-05T15:08:38.371" v="78" actId="1076"/>
          <ac:spMkLst>
            <pc:docMk/>
            <pc:sldMk cId="386907430" sldId="1421"/>
            <ac:spMk id="31" creationId="{1FC3B324-A985-FFCD-6016-D2F58652A1D9}"/>
          </ac:spMkLst>
        </pc:spChg>
      </pc:sldChg>
      <pc:sldChg chg="modSp">
        <pc:chgData name="James Martin" userId="5c604502-4ee2-4081-9f0b-59e4decb0522" providerId="ADAL" clId="{CD9F9381-1667-4751-A642-EBC8FFBDE105}" dt="2026-10-05T15:08:20.018" v="72"/>
        <pc:sldMkLst>
          <pc:docMk/>
          <pc:sldMk cId="3319294387" sldId="1422"/>
        </pc:sldMkLst>
        <pc:spChg chg="mod">
          <ac:chgData name="James Martin" userId="5c604502-4ee2-4081-9f0b-59e4decb0522" providerId="ADAL" clId="{CD9F9381-1667-4751-A642-EBC8FFBDE105}" dt="2026-10-05T15:08:20.018" v="72"/>
          <ac:spMkLst>
            <pc:docMk/>
            <pc:sldMk cId="3319294387" sldId="1422"/>
            <ac:spMk id="4" creationId="{2BDF6F37-E4E1-285F-04EE-0BD546093A2E}"/>
          </ac:spMkLst>
        </pc:spChg>
      </pc:sldChg>
      <pc:sldChg chg="del">
        <pc:chgData name="James Martin" userId="5c604502-4ee2-4081-9f0b-59e4decb0522" providerId="ADAL" clId="{CD9F9381-1667-4751-A642-EBC8FFBDE105}" dt="2026-10-05T15:07:34.936" v="70" actId="47"/>
        <pc:sldMkLst>
          <pc:docMk/>
          <pc:sldMk cId="3420093419" sldId="1423"/>
        </pc:sldMkLst>
      </pc:sldChg>
      <pc:sldChg chg="modSp mod">
        <pc:chgData name="James Martin" userId="5c604502-4ee2-4081-9f0b-59e4decb0522" providerId="ADAL" clId="{CD9F9381-1667-4751-A642-EBC8FFBDE105}" dt="2026-10-05T15:00:42.366" v="69" actId="20577"/>
        <pc:sldMkLst>
          <pc:docMk/>
          <pc:sldMk cId="3270857317" sldId="1424"/>
        </pc:sldMkLst>
        <pc:spChg chg="mod">
          <ac:chgData name="James Martin" userId="5c604502-4ee2-4081-9f0b-59e4decb0522" providerId="ADAL" clId="{CD9F9381-1667-4751-A642-EBC8FFBDE105}" dt="2026-10-05T15:00:42.366" v="69" actId="20577"/>
          <ac:spMkLst>
            <pc:docMk/>
            <pc:sldMk cId="3270857317" sldId="1424"/>
            <ac:spMk id="4" creationId="{BDBC4F06-522D-674A-BCBE-A299AC9DD6BB}"/>
          </ac:spMkLst>
        </pc:spChg>
      </pc:sldChg>
      <pc:sldChg chg="modSp del">
        <pc:chgData name="James Martin" userId="5c604502-4ee2-4081-9f0b-59e4decb0522" providerId="ADAL" clId="{CD9F9381-1667-4751-A642-EBC8FFBDE105}" dt="2026-10-05T15:12:58.790" v="127" actId="47"/>
        <pc:sldMkLst>
          <pc:docMk/>
          <pc:sldMk cId="3234809754" sldId="1426"/>
        </pc:sldMkLst>
        <pc:spChg chg="mod">
          <ac:chgData name="James Martin" userId="5c604502-4ee2-4081-9f0b-59e4decb0522" providerId="ADAL" clId="{CD9F9381-1667-4751-A642-EBC8FFBDE105}" dt="2026-10-05T15:08:24.168" v="73"/>
          <ac:spMkLst>
            <pc:docMk/>
            <pc:sldMk cId="3234809754" sldId="1426"/>
            <ac:spMk id="4" creationId="{B278B086-7382-125C-3101-AAF87A133E4D}"/>
          </ac:spMkLst>
        </pc:spChg>
      </pc:sldChg>
      <pc:sldChg chg="modSp">
        <pc:chgData name="James Martin" userId="5c604502-4ee2-4081-9f0b-59e4decb0522" providerId="ADAL" clId="{CD9F9381-1667-4751-A642-EBC8FFBDE105}" dt="2026-10-05T15:08:35.947" v="76"/>
        <pc:sldMkLst>
          <pc:docMk/>
          <pc:sldMk cId="1693425035" sldId="1427"/>
        </pc:sldMkLst>
        <pc:spChg chg="mod">
          <ac:chgData name="James Martin" userId="5c604502-4ee2-4081-9f0b-59e4decb0522" providerId="ADAL" clId="{CD9F9381-1667-4751-A642-EBC8FFBDE105}" dt="2026-10-05T15:08:35.947" v="76"/>
          <ac:spMkLst>
            <pc:docMk/>
            <pc:sldMk cId="1693425035" sldId="1427"/>
            <ac:spMk id="4" creationId="{4D68D9FC-7E6D-68E7-1A81-025CC2F74BDC}"/>
          </ac:spMkLst>
        </pc:spChg>
      </pc:sldChg>
      <pc:sldChg chg="modSp">
        <pc:chgData name="James Martin" userId="5c604502-4ee2-4081-9f0b-59e4decb0522" providerId="ADAL" clId="{CD9F9381-1667-4751-A642-EBC8FFBDE105}" dt="2026-10-05T15:08:32.805" v="75"/>
        <pc:sldMkLst>
          <pc:docMk/>
          <pc:sldMk cId="4281000108" sldId="1428"/>
        </pc:sldMkLst>
        <pc:spChg chg="mod">
          <ac:chgData name="James Martin" userId="5c604502-4ee2-4081-9f0b-59e4decb0522" providerId="ADAL" clId="{CD9F9381-1667-4751-A642-EBC8FFBDE105}" dt="2026-10-05T15:08:32.805" v="75"/>
          <ac:spMkLst>
            <pc:docMk/>
            <pc:sldMk cId="4281000108" sldId="1428"/>
            <ac:spMk id="4" creationId="{6F904A4C-0D78-5C75-C7E6-A4231E856923}"/>
          </ac:spMkLst>
        </pc:spChg>
      </pc:sldChg>
      <pc:sldChg chg="modSp del">
        <pc:chgData name="James Martin" userId="5c604502-4ee2-4081-9f0b-59e4decb0522" providerId="ADAL" clId="{CD9F9381-1667-4751-A642-EBC8FFBDE105}" dt="2026-10-05T15:13:31.591" v="128" actId="47"/>
        <pc:sldMkLst>
          <pc:docMk/>
          <pc:sldMk cId="3427332117" sldId="1429"/>
        </pc:sldMkLst>
        <pc:spChg chg="mod">
          <ac:chgData name="James Martin" userId="5c604502-4ee2-4081-9f0b-59e4decb0522" providerId="ADAL" clId="{CD9F9381-1667-4751-A642-EBC8FFBDE105}" dt="2026-10-05T15:08:44.910" v="80"/>
          <ac:spMkLst>
            <pc:docMk/>
            <pc:sldMk cId="3427332117" sldId="1429"/>
            <ac:spMk id="4" creationId="{D927C77F-CB39-4600-A2C2-4815B8130154}"/>
          </ac:spMkLst>
        </pc:spChg>
      </pc:sldChg>
      <pc:sldChg chg="modSp">
        <pc:chgData name="James Martin" userId="5c604502-4ee2-4081-9f0b-59e4decb0522" providerId="ADAL" clId="{CD9F9381-1667-4751-A642-EBC8FFBDE105}" dt="2026-10-05T15:08:47.783" v="81"/>
        <pc:sldMkLst>
          <pc:docMk/>
          <pc:sldMk cId="463902702" sldId="1430"/>
        </pc:sldMkLst>
        <pc:spChg chg="mod">
          <ac:chgData name="James Martin" userId="5c604502-4ee2-4081-9f0b-59e4decb0522" providerId="ADAL" clId="{CD9F9381-1667-4751-A642-EBC8FFBDE105}" dt="2026-10-05T15:08:47.783" v="81"/>
          <ac:spMkLst>
            <pc:docMk/>
            <pc:sldMk cId="463902702" sldId="1430"/>
            <ac:spMk id="4" creationId="{B4C54160-911E-FC22-9410-4E3CE5329A00}"/>
          </ac:spMkLst>
        </pc:spChg>
      </pc:sldChg>
      <pc:sldChg chg="modSp del">
        <pc:chgData name="James Martin" userId="5c604502-4ee2-4081-9f0b-59e4decb0522" providerId="ADAL" clId="{CD9F9381-1667-4751-A642-EBC8FFBDE105}" dt="2026-10-05T15:12:21.964" v="125" actId="47"/>
        <pc:sldMkLst>
          <pc:docMk/>
          <pc:sldMk cId="3347817706" sldId="1431"/>
        </pc:sldMkLst>
        <pc:spChg chg="mod">
          <ac:chgData name="James Martin" userId="5c604502-4ee2-4081-9f0b-59e4decb0522" providerId="ADAL" clId="{CD9F9381-1667-4751-A642-EBC8FFBDE105}" dt="2026-10-05T15:08:51.256" v="82"/>
          <ac:spMkLst>
            <pc:docMk/>
            <pc:sldMk cId="3347817706" sldId="1431"/>
            <ac:spMk id="4" creationId="{419DA740-03B9-3DB1-4993-B9ADD51389D6}"/>
          </ac:spMkLst>
        </pc:spChg>
      </pc:sldChg>
      <pc:sldChg chg="modSp del">
        <pc:chgData name="James Martin" userId="5c604502-4ee2-4081-9f0b-59e4decb0522" providerId="ADAL" clId="{CD9F9381-1667-4751-A642-EBC8FFBDE105}" dt="2026-10-05T15:12:22.585" v="126" actId="47"/>
        <pc:sldMkLst>
          <pc:docMk/>
          <pc:sldMk cId="2445286835" sldId="1432"/>
        </pc:sldMkLst>
        <pc:spChg chg="mod">
          <ac:chgData name="James Martin" userId="5c604502-4ee2-4081-9f0b-59e4decb0522" providerId="ADAL" clId="{CD9F9381-1667-4751-A642-EBC8FFBDE105}" dt="2026-10-05T15:08:55.576" v="83"/>
          <ac:spMkLst>
            <pc:docMk/>
            <pc:sldMk cId="2445286835" sldId="1432"/>
            <ac:spMk id="4" creationId="{C22781C7-537D-3B8F-B477-41B3195BFF6F}"/>
          </ac:spMkLst>
        </pc:spChg>
      </pc:sldChg>
      <pc:sldChg chg="addSp modSp mod ord">
        <pc:chgData name="James Martin" userId="5c604502-4ee2-4081-9f0b-59e4decb0522" providerId="ADAL" clId="{CD9F9381-1667-4751-A642-EBC8FFBDE105}" dt="2026-10-05T15:10:06.592" v="106" actId="1038"/>
        <pc:sldMkLst>
          <pc:docMk/>
          <pc:sldMk cId="2677706931" sldId="1433"/>
        </pc:sldMkLst>
        <pc:spChg chg="mod">
          <ac:chgData name="James Martin" userId="5c604502-4ee2-4081-9f0b-59e4decb0522" providerId="ADAL" clId="{CD9F9381-1667-4751-A642-EBC8FFBDE105}" dt="2026-10-05T15:09:05.291" v="86"/>
          <ac:spMkLst>
            <pc:docMk/>
            <pc:sldMk cId="2677706931" sldId="1433"/>
            <ac:spMk id="4" creationId="{02403B34-F5D8-6E91-4D72-E27B8952FDB6}"/>
          </ac:spMkLst>
        </pc:spChg>
        <pc:spChg chg="mod">
          <ac:chgData name="James Martin" userId="5c604502-4ee2-4081-9f0b-59e4decb0522" providerId="ADAL" clId="{CD9F9381-1667-4751-A642-EBC8FFBDE105}" dt="2026-10-05T15:09:59.787" v="97"/>
          <ac:spMkLst>
            <pc:docMk/>
            <pc:sldMk cId="2677706931" sldId="1433"/>
            <ac:spMk id="5" creationId="{107EEA48-10F2-7E15-1D40-EA5F09380B8E}"/>
          </ac:spMkLst>
        </pc:spChg>
        <pc:spChg chg="mod">
          <ac:chgData name="James Martin" userId="5c604502-4ee2-4081-9f0b-59e4decb0522" providerId="ADAL" clId="{CD9F9381-1667-4751-A642-EBC8FFBDE105}" dt="2026-10-05T15:09:59.787" v="97"/>
          <ac:spMkLst>
            <pc:docMk/>
            <pc:sldMk cId="2677706931" sldId="1433"/>
            <ac:spMk id="6" creationId="{A371C220-F6EB-B030-F06F-A17CC988A83C}"/>
          </ac:spMkLst>
        </pc:spChg>
        <pc:grpChg chg="add mod">
          <ac:chgData name="James Martin" userId="5c604502-4ee2-4081-9f0b-59e4decb0522" providerId="ADAL" clId="{CD9F9381-1667-4751-A642-EBC8FFBDE105}" dt="2026-10-05T15:10:06.592" v="106" actId="1038"/>
          <ac:grpSpMkLst>
            <pc:docMk/>
            <pc:sldMk cId="2677706931" sldId="1433"/>
            <ac:grpSpMk id="2" creationId="{D3CBFE3C-770D-87A2-B9CB-2F50FBE66635}"/>
          </ac:grpSpMkLst>
        </pc:grpChg>
        <pc:cxnChg chg="mod">
          <ac:chgData name="James Martin" userId="5c604502-4ee2-4081-9f0b-59e4decb0522" providerId="ADAL" clId="{CD9F9381-1667-4751-A642-EBC8FFBDE105}" dt="2026-10-05T15:09:59.787" v="97"/>
          <ac:cxnSpMkLst>
            <pc:docMk/>
            <pc:sldMk cId="2677706931" sldId="1433"/>
            <ac:cxnSpMk id="9" creationId="{0D8A2FC0-4241-C642-2779-03F4B98E87D4}"/>
          </ac:cxnSpMkLst>
        </pc:cxnChg>
      </pc:sldChg>
      <pc:sldChg chg="modSp mod">
        <pc:chgData name="James Martin" userId="5c604502-4ee2-4081-9f0b-59e4decb0522" providerId="ADAL" clId="{CD9F9381-1667-4751-A642-EBC8FFBDE105}" dt="2026-10-05T15:11:57.315" v="124" actId="14100"/>
        <pc:sldMkLst>
          <pc:docMk/>
          <pc:sldMk cId="3778461136" sldId="1434"/>
        </pc:sldMkLst>
        <pc:spChg chg="mod">
          <ac:chgData name="James Martin" userId="5c604502-4ee2-4081-9f0b-59e4decb0522" providerId="ADAL" clId="{CD9F9381-1667-4751-A642-EBC8FFBDE105}" dt="2026-10-05T15:09:09.143" v="87"/>
          <ac:spMkLst>
            <pc:docMk/>
            <pc:sldMk cId="3778461136" sldId="1434"/>
            <ac:spMk id="4" creationId="{CC737EF8-EB2E-A12D-DEBD-CD780D7DBB87}"/>
          </ac:spMkLst>
        </pc:spChg>
        <pc:spChg chg="mod">
          <ac:chgData name="James Martin" userId="5c604502-4ee2-4081-9f0b-59e4decb0522" providerId="ADAL" clId="{CD9F9381-1667-4751-A642-EBC8FFBDE105}" dt="2026-10-05T15:11:57.315" v="124" actId="14100"/>
          <ac:spMkLst>
            <pc:docMk/>
            <pc:sldMk cId="3778461136" sldId="1434"/>
            <ac:spMk id="16" creationId="{EDB86818-2D7E-9E84-2A3A-A883935ADEFD}"/>
          </ac:spMkLst>
        </pc:spChg>
      </pc:sldChg>
      <pc:sldChg chg="modSp">
        <pc:chgData name="James Martin" userId="5c604502-4ee2-4081-9f0b-59e4decb0522" providerId="ADAL" clId="{CD9F9381-1667-4751-A642-EBC8FFBDE105}" dt="2026-10-05T15:08:58.769" v="84"/>
        <pc:sldMkLst>
          <pc:docMk/>
          <pc:sldMk cId="1839250136" sldId="1435"/>
        </pc:sldMkLst>
        <pc:spChg chg="mod">
          <ac:chgData name="James Martin" userId="5c604502-4ee2-4081-9f0b-59e4decb0522" providerId="ADAL" clId="{CD9F9381-1667-4751-A642-EBC8FFBDE105}" dt="2026-10-05T15:08:58.769" v="84"/>
          <ac:spMkLst>
            <pc:docMk/>
            <pc:sldMk cId="1839250136" sldId="1435"/>
            <ac:spMk id="4" creationId="{74430BAD-8967-E0B5-D8D2-9DB22C8C978C}"/>
          </ac:spMkLst>
        </pc:spChg>
      </pc:sldChg>
      <pc:sldChg chg="modSp">
        <pc:chgData name="James Martin" userId="5c604502-4ee2-4081-9f0b-59e4decb0522" providerId="ADAL" clId="{CD9F9381-1667-4751-A642-EBC8FFBDE105}" dt="2026-10-05T15:09:02.146" v="85"/>
        <pc:sldMkLst>
          <pc:docMk/>
          <pc:sldMk cId="2521991397" sldId="1436"/>
        </pc:sldMkLst>
        <pc:spChg chg="mod">
          <ac:chgData name="James Martin" userId="5c604502-4ee2-4081-9f0b-59e4decb0522" providerId="ADAL" clId="{CD9F9381-1667-4751-A642-EBC8FFBDE105}" dt="2026-10-05T15:09:02.146" v="85"/>
          <ac:spMkLst>
            <pc:docMk/>
            <pc:sldMk cId="2521991397" sldId="1436"/>
            <ac:spMk id="4" creationId="{E39DAF2B-8B79-F9AA-B833-793940437ADB}"/>
          </ac:spMkLst>
        </pc:spChg>
      </pc:sldChg>
      <pc:sldChg chg="del">
        <pc:chgData name="James Martin" userId="5c604502-4ee2-4081-9f0b-59e4decb0522" providerId="ADAL" clId="{CD9F9381-1667-4751-A642-EBC8FFBDE105}" dt="2026-10-05T15:09:45.241" v="95" actId="47"/>
        <pc:sldMkLst>
          <pc:docMk/>
          <pc:sldMk cId="1764355594" sldId="1437"/>
        </pc:sldMkLst>
      </pc:sldChg>
      <pc:sldChg chg="addSp modSp del">
        <pc:chgData name="James Martin" userId="5c604502-4ee2-4081-9f0b-59e4decb0522" providerId="ADAL" clId="{CD9F9381-1667-4751-A642-EBC8FFBDE105}" dt="2026-10-05T15:10:15.708" v="107" actId="47"/>
        <pc:sldMkLst>
          <pc:docMk/>
          <pc:sldMk cId="262947596" sldId="1438"/>
        </pc:sldMkLst>
        <pc:spChg chg="mod">
          <ac:chgData name="James Martin" userId="5c604502-4ee2-4081-9f0b-59e4decb0522" providerId="ADAL" clId="{CD9F9381-1667-4751-A642-EBC8FFBDE105}" dt="2026-10-05T15:09:51.925" v="96" actId="164"/>
          <ac:spMkLst>
            <pc:docMk/>
            <pc:sldMk cId="262947596" sldId="1438"/>
            <ac:spMk id="26" creationId="{41E17549-D7B4-C0F4-88E7-CADC98749D81}"/>
          </ac:spMkLst>
        </pc:spChg>
        <pc:spChg chg="mod">
          <ac:chgData name="James Martin" userId="5c604502-4ee2-4081-9f0b-59e4decb0522" providerId="ADAL" clId="{CD9F9381-1667-4751-A642-EBC8FFBDE105}" dt="2026-10-05T15:09:51.925" v="96" actId="164"/>
          <ac:spMkLst>
            <pc:docMk/>
            <pc:sldMk cId="262947596" sldId="1438"/>
            <ac:spMk id="27" creationId="{3E06744D-F5C3-D906-EB21-0D51E651DA41}"/>
          </ac:spMkLst>
        </pc:spChg>
        <pc:grpChg chg="add mod">
          <ac:chgData name="James Martin" userId="5c604502-4ee2-4081-9f0b-59e4decb0522" providerId="ADAL" clId="{CD9F9381-1667-4751-A642-EBC8FFBDE105}" dt="2026-10-05T15:09:51.925" v="96" actId="164"/>
          <ac:grpSpMkLst>
            <pc:docMk/>
            <pc:sldMk cId="262947596" sldId="1438"/>
            <ac:grpSpMk id="2" creationId="{8752D12D-E831-6727-B9AB-9B30DB94908A}"/>
          </ac:grpSpMkLst>
        </pc:grpChg>
        <pc:cxnChg chg="mod">
          <ac:chgData name="James Martin" userId="5c604502-4ee2-4081-9f0b-59e4decb0522" providerId="ADAL" clId="{CD9F9381-1667-4751-A642-EBC8FFBDE105}" dt="2026-10-05T15:09:51.925" v="96" actId="164"/>
          <ac:cxnSpMkLst>
            <pc:docMk/>
            <pc:sldMk cId="262947596" sldId="1438"/>
            <ac:cxnSpMk id="28" creationId="{0684A748-8DE2-D2EE-628C-A6F9EB8661EA}"/>
          </ac:cxnSpMkLst>
        </pc:cxnChg>
      </pc:sldChg>
      <pc:sldChg chg="del">
        <pc:chgData name="James Martin" userId="5c604502-4ee2-4081-9f0b-59e4decb0522" providerId="ADAL" clId="{CD9F9381-1667-4751-A642-EBC8FFBDE105}" dt="2026-10-05T15:10:17.135" v="108" actId="47"/>
        <pc:sldMkLst>
          <pc:docMk/>
          <pc:sldMk cId="460919482" sldId="1439"/>
        </pc:sldMkLst>
      </pc:sldChg>
      <pc:sldChg chg="addSp modSp del">
        <pc:chgData name="James Martin" userId="5c604502-4ee2-4081-9f0b-59e4decb0522" providerId="ADAL" clId="{CD9F9381-1667-4751-A642-EBC8FFBDE105}" dt="2026-10-05T15:10:35.939" v="111" actId="47"/>
        <pc:sldMkLst>
          <pc:docMk/>
          <pc:sldMk cId="3581204030" sldId="1440"/>
        </pc:sldMkLst>
        <pc:spChg chg="mod">
          <ac:chgData name="James Martin" userId="5c604502-4ee2-4081-9f0b-59e4decb0522" providerId="ADAL" clId="{CD9F9381-1667-4751-A642-EBC8FFBDE105}" dt="2026-10-05T15:10:22.414" v="109" actId="164"/>
          <ac:spMkLst>
            <pc:docMk/>
            <pc:sldMk cId="3581204030" sldId="1440"/>
            <ac:spMk id="21" creationId="{9C9CBEB2-F8ED-996E-6E30-81234FEBE182}"/>
          </ac:spMkLst>
        </pc:spChg>
        <pc:spChg chg="mod">
          <ac:chgData name="James Martin" userId="5c604502-4ee2-4081-9f0b-59e4decb0522" providerId="ADAL" clId="{CD9F9381-1667-4751-A642-EBC8FFBDE105}" dt="2026-10-05T15:10:22.414" v="109" actId="164"/>
          <ac:spMkLst>
            <pc:docMk/>
            <pc:sldMk cId="3581204030" sldId="1440"/>
            <ac:spMk id="22" creationId="{6F2E07CD-72D4-9B7B-B30A-8E51CA378208}"/>
          </ac:spMkLst>
        </pc:spChg>
        <pc:grpChg chg="add mod">
          <ac:chgData name="James Martin" userId="5c604502-4ee2-4081-9f0b-59e4decb0522" providerId="ADAL" clId="{CD9F9381-1667-4751-A642-EBC8FFBDE105}" dt="2026-10-05T15:10:22.414" v="109" actId="164"/>
          <ac:grpSpMkLst>
            <pc:docMk/>
            <pc:sldMk cId="3581204030" sldId="1440"/>
            <ac:grpSpMk id="2" creationId="{58BF0FE0-A97D-EF3F-AE56-71BD1A265402}"/>
          </ac:grpSpMkLst>
        </pc:grpChg>
        <pc:cxnChg chg="mod">
          <ac:chgData name="James Martin" userId="5c604502-4ee2-4081-9f0b-59e4decb0522" providerId="ADAL" clId="{CD9F9381-1667-4751-A642-EBC8FFBDE105}" dt="2026-10-05T15:10:22.414" v="109" actId="164"/>
          <ac:cxnSpMkLst>
            <pc:docMk/>
            <pc:sldMk cId="3581204030" sldId="1440"/>
            <ac:cxnSpMk id="23" creationId="{A250D536-EC38-F8EF-084B-41AFF56F41E9}"/>
          </ac:cxnSpMkLst>
        </pc:cxnChg>
      </pc:sldChg>
      <pc:sldChg chg="del">
        <pc:chgData name="James Martin" userId="5c604502-4ee2-4081-9f0b-59e4decb0522" providerId="ADAL" clId="{CD9F9381-1667-4751-A642-EBC8FFBDE105}" dt="2026-10-05T15:10:35.939" v="111" actId="47"/>
        <pc:sldMkLst>
          <pc:docMk/>
          <pc:sldMk cId="2706062408" sldId="1441"/>
        </pc:sldMkLst>
      </pc:sldChg>
      <pc:sldChg chg="del">
        <pc:chgData name="James Martin" userId="5c604502-4ee2-4081-9f0b-59e4decb0522" providerId="ADAL" clId="{CD9F9381-1667-4751-A642-EBC8FFBDE105}" dt="2026-10-05T15:11:17.810" v="116" actId="47"/>
        <pc:sldMkLst>
          <pc:docMk/>
          <pc:sldMk cId="3416810949" sldId="1442"/>
        </pc:sldMkLst>
      </pc:sldChg>
      <pc:sldChg chg="del">
        <pc:chgData name="James Martin" userId="5c604502-4ee2-4081-9f0b-59e4decb0522" providerId="ADAL" clId="{CD9F9381-1667-4751-A642-EBC8FFBDE105}" dt="2026-10-05T15:11:17.810" v="116" actId="47"/>
        <pc:sldMkLst>
          <pc:docMk/>
          <pc:sldMk cId="154504191" sldId="1443"/>
        </pc:sldMkLst>
      </pc:sldChg>
      <pc:sldChg chg="del">
        <pc:chgData name="James Martin" userId="5c604502-4ee2-4081-9f0b-59e4decb0522" providerId="ADAL" clId="{CD9F9381-1667-4751-A642-EBC8FFBDE105}" dt="2026-10-05T15:10:40.135" v="112" actId="47"/>
        <pc:sldMkLst>
          <pc:docMk/>
          <pc:sldMk cId="3017072139" sldId="1444"/>
        </pc:sldMkLst>
      </pc:sldChg>
      <pc:sldChg chg="del">
        <pc:chgData name="James Martin" userId="5c604502-4ee2-4081-9f0b-59e4decb0522" providerId="ADAL" clId="{CD9F9381-1667-4751-A642-EBC8FFBDE105}" dt="2026-10-05T15:14:25.976" v="135" actId="47"/>
        <pc:sldMkLst>
          <pc:docMk/>
          <pc:sldMk cId="3150309920" sldId="1445"/>
        </pc:sldMkLst>
      </pc:sldChg>
      <pc:sldChg chg="del">
        <pc:chgData name="James Martin" userId="5c604502-4ee2-4081-9f0b-59e4decb0522" providerId="ADAL" clId="{CD9F9381-1667-4751-A642-EBC8FFBDE105}" dt="2026-10-05T15:19:03.186" v="140" actId="47"/>
        <pc:sldMkLst>
          <pc:docMk/>
          <pc:sldMk cId="2927697105" sldId="1446"/>
        </pc:sldMkLst>
      </pc:sldChg>
      <pc:sldChg chg="del">
        <pc:chgData name="James Martin" userId="5c604502-4ee2-4081-9f0b-59e4decb0522" providerId="ADAL" clId="{CD9F9381-1667-4751-A642-EBC8FFBDE105}" dt="2026-10-05T15:19:03.186" v="140" actId="47"/>
        <pc:sldMkLst>
          <pc:docMk/>
          <pc:sldMk cId="3881179951" sldId="1447"/>
        </pc:sldMkLst>
      </pc:sldChg>
      <pc:sldChg chg="del">
        <pc:chgData name="James Martin" userId="5c604502-4ee2-4081-9f0b-59e4decb0522" providerId="ADAL" clId="{CD9F9381-1667-4751-A642-EBC8FFBDE105}" dt="2026-10-05T15:19:03.186" v="140" actId="47"/>
        <pc:sldMkLst>
          <pc:docMk/>
          <pc:sldMk cId="691563504" sldId="1448"/>
        </pc:sldMkLst>
      </pc:sldChg>
      <pc:sldChg chg="del">
        <pc:chgData name="James Martin" userId="5c604502-4ee2-4081-9f0b-59e4decb0522" providerId="ADAL" clId="{CD9F9381-1667-4751-A642-EBC8FFBDE105}" dt="2026-10-05T15:14:02.326" v="133" actId="47"/>
        <pc:sldMkLst>
          <pc:docMk/>
          <pc:sldMk cId="1891107590" sldId="1450"/>
        </pc:sldMkLst>
      </pc:sldChg>
      <pc:sldChg chg="del">
        <pc:chgData name="James Martin" userId="5c604502-4ee2-4081-9f0b-59e4decb0522" providerId="ADAL" clId="{CD9F9381-1667-4751-A642-EBC8FFBDE105}" dt="2026-10-05T15:13:57.058" v="132" actId="47"/>
        <pc:sldMkLst>
          <pc:docMk/>
          <pc:sldMk cId="3199783338" sldId="1453"/>
        </pc:sldMkLst>
      </pc:sldChg>
      <pc:sldChg chg="del">
        <pc:chgData name="James Martin" userId="5c604502-4ee2-4081-9f0b-59e4decb0522" providerId="ADAL" clId="{CD9F9381-1667-4751-A642-EBC8FFBDE105}" dt="2026-10-05T15:14:18.523" v="134" actId="47"/>
        <pc:sldMkLst>
          <pc:docMk/>
          <pc:sldMk cId="1301107335" sldId="1457"/>
        </pc:sldMkLst>
      </pc:sldChg>
      <pc:sldChg chg="add del">
        <pc:chgData name="James Martin" userId="5c604502-4ee2-4081-9f0b-59e4decb0522" providerId="ADAL" clId="{CD9F9381-1667-4751-A642-EBC8FFBDE105}" dt="2026-10-05T15:14:50.996" v="138" actId="47"/>
        <pc:sldMkLst>
          <pc:docMk/>
          <pc:sldMk cId="42229338" sldId="1458"/>
        </pc:sldMkLst>
      </pc:sldChg>
      <pc:sldChg chg="del">
        <pc:chgData name="James Martin" userId="5c604502-4ee2-4081-9f0b-59e4decb0522" providerId="ADAL" clId="{CD9F9381-1667-4751-A642-EBC8FFBDE105}" dt="2026-10-05T15:15:04.360" v="139" actId="47"/>
        <pc:sldMkLst>
          <pc:docMk/>
          <pc:sldMk cId="2340492187" sldId="1464"/>
        </pc:sldMkLst>
      </pc:sldChg>
      <pc:sldChg chg="add del">
        <pc:chgData name="James Martin" userId="5c604502-4ee2-4081-9f0b-59e4decb0522" providerId="ADAL" clId="{CD9F9381-1667-4751-A642-EBC8FFBDE105}" dt="2026-10-06T08:05:13.937" v="150" actId="47"/>
        <pc:sldMkLst>
          <pc:docMk/>
          <pc:sldMk cId="1617891288" sldId="1465"/>
        </pc:sldMkLst>
      </pc:sldChg>
      <pc:sldChg chg="add del">
        <pc:chgData name="James Martin" userId="5c604502-4ee2-4081-9f0b-59e4decb0522" providerId="ADAL" clId="{CD9F9381-1667-4751-A642-EBC8FFBDE105}" dt="2026-10-06T08:05:16.893" v="151" actId="47"/>
        <pc:sldMkLst>
          <pc:docMk/>
          <pc:sldMk cId="3630548097" sldId="1466"/>
        </pc:sldMkLst>
      </pc:sldChg>
      <pc:sldChg chg="del">
        <pc:chgData name="James Martin" userId="5c604502-4ee2-4081-9f0b-59e4decb0522" providerId="ADAL" clId="{CD9F9381-1667-4751-A642-EBC8FFBDE105}" dt="2026-10-05T15:36:52.695" v="143" actId="47"/>
        <pc:sldMkLst>
          <pc:docMk/>
          <pc:sldMk cId="3619648158" sldId="1468"/>
        </pc:sldMkLst>
      </pc:sldChg>
      <pc:sldChg chg="del">
        <pc:chgData name="James Martin" userId="5c604502-4ee2-4081-9f0b-59e4decb0522" providerId="ADAL" clId="{CD9F9381-1667-4751-A642-EBC8FFBDE105}" dt="2026-10-05T15:37:35.850" v="147" actId="47"/>
        <pc:sldMkLst>
          <pc:docMk/>
          <pc:sldMk cId="605466596" sldId="1469"/>
        </pc:sldMkLst>
      </pc:sldChg>
      <pc:sldChg chg="del">
        <pc:chgData name="James Martin" userId="5c604502-4ee2-4081-9f0b-59e4decb0522" providerId="ADAL" clId="{CD9F9381-1667-4751-A642-EBC8FFBDE105}" dt="2026-10-06T08:06:15.077" v="158" actId="47"/>
        <pc:sldMkLst>
          <pc:docMk/>
          <pc:sldMk cId="939408362" sldId="1470"/>
        </pc:sldMkLst>
      </pc:sldChg>
      <pc:sldChg chg="addSp delSp modSp mod">
        <pc:chgData name="James Martin" userId="5c604502-4ee2-4081-9f0b-59e4decb0522" providerId="ADAL" clId="{CD9F9381-1667-4751-A642-EBC8FFBDE105}" dt="2026-10-06T08:20:24.107" v="161" actId="21"/>
        <pc:sldMkLst>
          <pc:docMk/>
          <pc:sldMk cId="149104404" sldId="1471"/>
        </pc:sldMkLst>
        <pc:spChg chg="mod">
          <ac:chgData name="James Martin" userId="5c604502-4ee2-4081-9f0b-59e4decb0522" providerId="ADAL" clId="{CD9F9381-1667-4751-A642-EBC8FFBDE105}" dt="2026-10-06T08:06:09.838" v="156"/>
          <ac:spMkLst>
            <pc:docMk/>
            <pc:sldMk cId="149104404" sldId="1471"/>
            <ac:spMk id="7" creationId="{984F0EE8-E09E-82DF-7CC1-E2D6696D383D}"/>
          </ac:spMkLst>
        </pc:spChg>
        <pc:spChg chg="mod">
          <ac:chgData name="James Martin" userId="5c604502-4ee2-4081-9f0b-59e4decb0522" providerId="ADAL" clId="{CD9F9381-1667-4751-A642-EBC8FFBDE105}" dt="2026-10-06T08:05:57.846" v="152" actId="164"/>
          <ac:spMkLst>
            <pc:docMk/>
            <pc:sldMk cId="149104404" sldId="1471"/>
            <ac:spMk id="9" creationId="{8FA1A344-F682-B199-D31E-E937E5983248}"/>
          </ac:spMkLst>
        </pc:spChg>
        <pc:grpChg chg="add del mod">
          <ac:chgData name="James Martin" userId="5c604502-4ee2-4081-9f0b-59e4decb0522" providerId="ADAL" clId="{CD9F9381-1667-4751-A642-EBC8FFBDE105}" dt="2026-10-06T08:20:24.107" v="161" actId="21"/>
          <ac:grpSpMkLst>
            <pc:docMk/>
            <pc:sldMk cId="149104404" sldId="1471"/>
            <ac:grpSpMk id="2" creationId="{3A969A61-29FC-69A4-1987-09CD3414C67B}"/>
          </ac:grpSpMkLst>
        </pc:grpChg>
        <pc:grpChg chg="add del mod">
          <ac:chgData name="James Martin" userId="5c604502-4ee2-4081-9f0b-59e4decb0522" providerId="ADAL" clId="{CD9F9381-1667-4751-A642-EBC8FFBDE105}" dt="2026-10-06T08:20:17.319" v="159" actId="21"/>
          <ac:grpSpMkLst>
            <pc:docMk/>
            <pc:sldMk cId="149104404" sldId="1471"/>
            <ac:grpSpMk id="6" creationId="{F4B54CCD-4D44-A59A-63F3-CD8071253F44}"/>
          </ac:grpSpMkLst>
        </pc:grpChg>
        <pc:cxnChg chg="mod">
          <ac:chgData name="James Martin" userId="5c604502-4ee2-4081-9f0b-59e4decb0522" providerId="ADAL" clId="{CD9F9381-1667-4751-A642-EBC8FFBDE105}" dt="2026-10-06T08:06:09.838" v="156"/>
          <ac:cxnSpMkLst>
            <pc:docMk/>
            <pc:sldMk cId="149104404" sldId="1471"/>
            <ac:cxnSpMk id="8" creationId="{A4F1F412-08AF-66E4-796A-59D33FC0346B}"/>
          </ac:cxnSpMkLst>
        </pc:cxnChg>
        <pc:cxnChg chg="mod">
          <ac:chgData name="James Martin" userId="5c604502-4ee2-4081-9f0b-59e4decb0522" providerId="ADAL" clId="{CD9F9381-1667-4751-A642-EBC8FFBDE105}" dt="2026-10-06T08:05:57.846" v="152" actId="164"/>
          <ac:cxnSpMkLst>
            <pc:docMk/>
            <pc:sldMk cId="149104404" sldId="1471"/>
            <ac:cxnSpMk id="14" creationId="{E8D88F27-6F55-2C9A-5D0B-07A7DE84B4CC}"/>
          </ac:cxnSpMkLst>
        </pc:cxnChg>
      </pc:sldChg>
      <pc:sldChg chg="addSp modSp del mod">
        <pc:chgData name="James Martin" userId="5c604502-4ee2-4081-9f0b-59e4decb0522" providerId="ADAL" clId="{CD9F9381-1667-4751-A642-EBC8FFBDE105}" dt="2026-10-06T08:06:12.062" v="157" actId="47"/>
        <pc:sldMkLst>
          <pc:docMk/>
          <pc:sldMk cId="3196783240" sldId="1472"/>
        </pc:sldMkLst>
        <pc:spChg chg="mod">
          <ac:chgData name="James Martin" userId="5c604502-4ee2-4081-9f0b-59e4decb0522" providerId="ADAL" clId="{CD9F9381-1667-4751-A642-EBC8FFBDE105}" dt="2026-10-06T08:06:02.189" v="154" actId="1076"/>
          <ac:spMkLst>
            <pc:docMk/>
            <pc:sldMk cId="3196783240" sldId="1472"/>
            <ac:spMk id="3" creationId="{77FC4CEA-B61A-F0A7-EA2A-9BFF36D75DF6}"/>
          </ac:spMkLst>
        </pc:spChg>
        <pc:spChg chg="mod">
          <ac:chgData name="James Martin" userId="5c604502-4ee2-4081-9f0b-59e4decb0522" providerId="ADAL" clId="{CD9F9381-1667-4751-A642-EBC8FFBDE105}" dt="2026-10-06T08:06:06.104" v="155" actId="164"/>
          <ac:spMkLst>
            <pc:docMk/>
            <pc:sldMk cId="3196783240" sldId="1472"/>
            <ac:spMk id="11" creationId="{F573CCD3-28AB-0EEF-F897-A741941BCBD4}"/>
          </ac:spMkLst>
        </pc:spChg>
        <pc:grpChg chg="add mod">
          <ac:chgData name="James Martin" userId="5c604502-4ee2-4081-9f0b-59e4decb0522" providerId="ADAL" clId="{CD9F9381-1667-4751-A642-EBC8FFBDE105}" dt="2026-10-06T08:06:06.104" v="155" actId="164"/>
          <ac:grpSpMkLst>
            <pc:docMk/>
            <pc:sldMk cId="3196783240" sldId="1472"/>
            <ac:grpSpMk id="2" creationId="{E072F477-33D3-D4AC-77F6-086F068C51DE}"/>
          </ac:grpSpMkLst>
        </pc:grpChg>
        <pc:cxnChg chg="mod">
          <ac:chgData name="James Martin" userId="5c604502-4ee2-4081-9f0b-59e4decb0522" providerId="ADAL" clId="{CD9F9381-1667-4751-A642-EBC8FFBDE105}" dt="2026-10-06T08:06:06.104" v="155" actId="164"/>
          <ac:cxnSpMkLst>
            <pc:docMk/>
            <pc:sldMk cId="3196783240" sldId="1472"/>
            <ac:cxnSpMk id="12" creationId="{495E2E24-0698-214C-FF53-B60141895493}"/>
          </ac:cxnSpMkLst>
        </pc:cxnChg>
      </pc:sldChg>
      <pc:sldChg chg="del">
        <pc:chgData name="James Martin" userId="5c604502-4ee2-4081-9f0b-59e4decb0522" providerId="ADAL" clId="{CD9F9381-1667-4751-A642-EBC8FFBDE105}" dt="2026-10-05T15:37:07.545" v="144" actId="47"/>
        <pc:sldMkLst>
          <pc:docMk/>
          <pc:sldMk cId="1823101385" sldId="1473"/>
        </pc:sldMkLst>
      </pc:sldChg>
      <pc:sldChg chg="del">
        <pc:chgData name="James Martin" userId="5c604502-4ee2-4081-9f0b-59e4decb0522" providerId="ADAL" clId="{CD9F9381-1667-4751-A642-EBC8FFBDE105}" dt="2026-10-05T15:37:14.026" v="145" actId="47"/>
        <pc:sldMkLst>
          <pc:docMk/>
          <pc:sldMk cId="4081229156" sldId="1474"/>
        </pc:sldMkLst>
      </pc:sldChg>
      <pc:sldChg chg="del">
        <pc:chgData name="James Martin" userId="5c604502-4ee2-4081-9f0b-59e4decb0522" providerId="ADAL" clId="{CD9F9381-1667-4751-A642-EBC8FFBDE105}" dt="2026-10-05T15:37:32.859" v="146" actId="47"/>
        <pc:sldMkLst>
          <pc:docMk/>
          <pc:sldMk cId="3037475963" sldId="1475"/>
        </pc:sldMkLst>
      </pc:sldChg>
      <pc:sldChg chg="modTransition">
        <pc:chgData name="James Martin" userId="5c604502-4ee2-4081-9f0b-59e4decb0522" providerId="ADAL" clId="{CD9F9381-1667-4751-A642-EBC8FFBDE105}" dt="2026-10-06T08:22:46.639" v="169"/>
        <pc:sldMkLst>
          <pc:docMk/>
          <pc:sldMk cId="2467009013" sldId="1476"/>
        </pc:sldMkLst>
      </pc:sldChg>
      <pc:sldChg chg="addSp modSp">
        <pc:chgData name="James Martin" userId="5c604502-4ee2-4081-9f0b-59e4decb0522" providerId="ADAL" clId="{CD9F9381-1667-4751-A642-EBC8FFBDE105}" dt="2026-10-06T08:20:26.515" v="162"/>
        <pc:sldMkLst>
          <pc:docMk/>
          <pc:sldMk cId="1330666987" sldId="1478"/>
        </pc:sldMkLst>
        <pc:spChg chg="mod">
          <ac:chgData name="James Martin" userId="5c604502-4ee2-4081-9f0b-59e4decb0522" providerId="ADAL" clId="{CD9F9381-1667-4751-A642-EBC8FFBDE105}" dt="2026-10-06T08:20:26.515" v="162"/>
          <ac:spMkLst>
            <pc:docMk/>
            <pc:sldMk cId="1330666987" sldId="1478"/>
            <ac:spMk id="9" creationId="{8FA1A344-F682-B199-D31E-E937E5983248}"/>
          </ac:spMkLst>
        </pc:spChg>
        <pc:grpChg chg="add mod">
          <ac:chgData name="James Martin" userId="5c604502-4ee2-4081-9f0b-59e4decb0522" providerId="ADAL" clId="{CD9F9381-1667-4751-A642-EBC8FFBDE105}" dt="2026-10-06T08:20:26.515" v="162"/>
          <ac:grpSpMkLst>
            <pc:docMk/>
            <pc:sldMk cId="1330666987" sldId="1478"/>
            <ac:grpSpMk id="2" creationId="{3A969A61-29FC-69A4-1987-09CD3414C67B}"/>
          </ac:grpSpMkLst>
        </pc:grpChg>
        <pc:cxnChg chg="mod">
          <ac:chgData name="James Martin" userId="5c604502-4ee2-4081-9f0b-59e4decb0522" providerId="ADAL" clId="{CD9F9381-1667-4751-A642-EBC8FFBDE105}" dt="2026-10-06T08:20:26.515" v="162"/>
          <ac:cxnSpMkLst>
            <pc:docMk/>
            <pc:sldMk cId="1330666987" sldId="1478"/>
            <ac:cxnSpMk id="14" creationId="{E8D88F27-6F55-2C9A-5D0B-07A7DE84B4CC}"/>
          </ac:cxnSpMkLst>
        </pc:cxnChg>
      </pc:sldChg>
      <pc:sldChg chg="addSp modSp">
        <pc:chgData name="James Martin" userId="5c604502-4ee2-4081-9f0b-59e4decb0522" providerId="ADAL" clId="{CD9F9381-1667-4751-A642-EBC8FFBDE105}" dt="2026-10-06T08:20:28.428" v="163"/>
        <pc:sldMkLst>
          <pc:docMk/>
          <pc:sldMk cId="2307088511" sldId="1479"/>
        </pc:sldMkLst>
        <pc:spChg chg="mod">
          <ac:chgData name="James Martin" userId="5c604502-4ee2-4081-9f0b-59e4decb0522" providerId="ADAL" clId="{CD9F9381-1667-4751-A642-EBC8FFBDE105}" dt="2026-10-06T08:20:19.093" v="160"/>
          <ac:spMkLst>
            <pc:docMk/>
            <pc:sldMk cId="2307088511" sldId="1479"/>
            <ac:spMk id="7" creationId="{984F0EE8-E09E-82DF-7CC1-E2D6696D383D}"/>
          </ac:spMkLst>
        </pc:spChg>
        <pc:spChg chg="mod">
          <ac:chgData name="James Martin" userId="5c604502-4ee2-4081-9f0b-59e4decb0522" providerId="ADAL" clId="{CD9F9381-1667-4751-A642-EBC8FFBDE105}" dt="2026-10-06T08:20:28.428" v="163"/>
          <ac:spMkLst>
            <pc:docMk/>
            <pc:sldMk cId="2307088511" sldId="1479"/>
            <ac:spMk id="9" creationId="{6607E2E8-AA8B-A9F2-50D4-EB24EA1CF317}"/>
          </ac:spMkLst>
        </pc:spChg>
        <pc:grpChg chg="add mod">
          <ac:chgData name="James Martin" userId="5c604502-4ee2-4081-9f0b-59e4decb0522" providerId="ADAL" clId="{CD9F9381-1667-4751-A642-EBC8FFBDE105}" dt="2026-10-06T08:20:28.428" v="163"/>
          <ac:grpSpMkLst>
            <pc:docMk/>
            <pc:sldMk cId="2307088511" sldId="1479"/>
            <ac:grpSpMk id="2" creationId="{403EA74C-B97A-4ED5-33C0-3D26D0EFE830}"/>
          </ac:grpSpMkLst>
        </pc:grpChg>
        <pc:grpChg chg="add mod">
          <ac:chgData name="James Martin" userId="5c604502-4ee2-4081-9f0b-59e4decb0522" providerId="ADAL" clId="{CD9F9381-1667-4751-A642-EBC8FFBDE105}" dt="2026-10-06T08:20:19.093" v="160"/>
          <ac:grpSpMkLst>
            <pc:docMk/>
            <pc:sldMk cId="2307088511" sldId="1479"/>
            <ac:grpSpMk id="6" creationId="{F4B54CCD-4D44-A59A-63F3-CD8071253F44}"/>
          </ac:grpSpMkLst>
        </pc:grpChg>
        <pc:cxnChg chg="mod">
          <ac:chgData name="James Martin" userId="5c604502-4ee2-4081-9f0b-59e4decb0522" providerId="ADAL" clId="{CD9F9381-1667-4751-A642-EBC8FFBDE105}" dt="2026-10-06T08:20:19.093" v="160"/>
          <ac:cxnSpMkLst>
            <pc:docMk/>
            <pc:sldMk cId="2307088511" sldId="1479"/>
            <ac:cxnSpMk id="8" creationId="{A4F1F412-08AF-66E4-796A-59D33FC0346B}"/>
          </ac:cxnSpMkLst>
        </pc:cxnChg>
        <pc:cxnChg chg="mod">
          <ac:chgData name="James Martin" userId="5c604502-4ee2-4081-9f0b-59e4decb0522" providerId="ADAL" clId="{CD9F9381-1667-4751-A642-EBC8FFBDE105}" dt="2026-10-06T08:20:28.428" v="163"/>
          <ac:cxnSpMkLst>
            <pc:docMk/>
            <pc:sldMk cId="2307088511" sldId="1479"/>
            <ac:cxnSpMk id="11" creationId="{0F2EF752-86A9-A8C6-1CDD-E0EB93F38C5A}"/>
          </ac:cxnSpMkLst>
        </pc:cxnChg>
      </pc:sldChg>
      <pc:sldChg chg="add del modTransition">
        <pc:chgData name="James Martin" userId="5c604502-4ee2-4081-9f0b-59e4decb0522" providerId="ADAL" clId="{CD9F9381-1667-4751-A642-EBC8FFBDE105}" dt="2026-10-06T08:51:39.459" v="377" actId="47"/>
        <pc:sldMkLst>
          <pc:docMk/>
          <pc:sldMk cId="3123438195" sldId="1480"/>
        </pc:sldMkLst>
      </pc:sldChg>
      <pc:sldChg chg="add del modTransition">
        <pc:chgData name="James Martin" userId="5c604502-4ee2-4081-9f0b-59e4decb0522" providerId="ADAL" clId="{CD9F9381-1667-4751-A642-EBC8FFBDE105}" dt="2026-10-06T08:51:39.459" v="377" actId="47"/>
        <pc:sldMkLst>
          <pc:docMk/>
          <pc:sldMk cId="2063182916" sldId="1481"/>
        </pc:sldMkLst>
      </pc:sldChg>
      <pc:sldChg chg="add del modTransition">
        <pc:chgData name="James Martin" userId="5c604502-4ee2-4081-9f0b-59e4decb0522" providerId="ADAL" clId="{CD9F9381-1667-4751-A642-EBC8FFBDE105}" dt="2026-10-06T08:51:39.459" v="377" actId="47"/>
        <pc:sldMkLst>
          <pc:docMk/>
          <pc:sldMk cId="2964812291" sldId="1482"/>
        </pc:sldMkLst>
      </pc:sldChg>
      <pc:sldChg chg="del">
        <pc:chgData name="James Martin" userId="5c604502-4ee2-4081-9f0b-59e4decb0522" providerId="ADAL" clId="{CD9F9381-1667-4751-A642-EBC8FFBDE105}" dt="2026-10-06T08:23:25.692" v="170" actId="47"/>
        <pc:sldMkLst>
          <pc:docMk/>
          <pc:sldMk cId="3758098097" sldId="1483"/>
        </pc:sldMkLst>
      </pc:sldChg>
      <pc:sldChg chg="del">
        <pc:chgData name="James Martin" userId="5c604502-4ee2-4081-9f0b-59e4decb0522" providerId="ADAL" clId="{CD9F9381-1667-4751-A642-EBC8FFBDE105}" dt="2026-10-06T08:29:34.809" v="199" actId="47"/>
        <pc:sldMkLst>
          <pc:docMk/>
          <pc:sldMk cId="3525226254" sldId="1487"/>
        </pc:sldMkLst>
      </pc:sldChg>
      <pc:sldChg chg="del">
        <pc:chgData name="James Martin" userId="5c604502-4ee2-4081-9f0b-59e4decb0522" providerId="ADAL" clId="{CD9F9381-1667-4751-A642-EBC8FFBDE105}" dt="2026-10-06T08:32:58.111" v="229" actId="47"/>
        <pc:sldMkLst>
          <pc:docMk/>
          <pc:sldMk cId="199761150" sldId="1488"/>
        </pc:sldMkLst>
      </pc:sldChg>
      <pc:sldChg chg="del">
        <pc:chgData name="James Martin" userId="5c604502-4ee2-4081-9f0b-59e4decb0522" providerId="ADAL" clId="{CD9F9381-1667-4751-A642-EBC8FFBDE105}" dt="2026-10-06T08:32:58.111" v="229" actId="47"/>
        <pc:sldMkLst>
          <pc:docMk/>
          <pc:sldMk cId="2409345883" sldId="1489"/>
        </pc:sldMkLst>
      </pc:sldChg>
      <pc:sldChg chg="del">
        <pc:chgData name="James Martin" userId="5c604502-4ee2-4081-9f0b-59e4decb0522" providerId="ADAL" clId="{CD9F9381-1667-4751-A642-EBC8FFBDE105}" dt="2026-10-06T08:30:07.818" v="203" actId="47"/>
        <pc:sldMkLst>
          <pc:docMk/>
          <pc:sldMk cId="225075394" sldId="1490"/>
        </pc:sldMkLst>
      </pc:sldChg>
      <pc:sldChg chg="del">
        <pc:chgData name="James Martin" userId="5c604502-4ee2-4081-9f0b-59e4decb0522" providerId="ADAL" clId="{CD9F9381-1667-4751-A642-EBC8FFBDE105}" dt="2026-10-06T08:30:08.831" v="204" actId="47"/>
        <pc:sldMkLst>
          <pc:docMk/>
          <pc:sldMk cId="567006559" sldId="1491"/>
        </pc:sldMkLst>
      </pc:sldChg>
      <pc:sldChg chg="del">
        <pc:chgData name="James Martin" userId="5c604502-4ee2-4081-9f0b-59e4decb0522" providerId="ADAL" clId="{CD9F9381-1667-4751-A642-EBC8FFBDE105}" dt="2026-10-06T08:30:10.903" v="206" actId="47"/>
        <pc:sldMkLst>
          <pc:docMk/>
          <pc:sldMk cId="886861370" sldId="1492"/>
        </pc:sldMkLst>
      </pc:sldChg>
      <pc:sldChg chg="del">
        <pc:chgData name="James Martin" userId="5c604502-4ee2-4081-9f0b-59e4decb0522" providerId="ADAL" clId="{CD9F9381-1667-4751-A642-EBC8FFBDE105}" dt="2026-10-06T08:30:16.344" v="207" actId="47"/>
        <pc:sldMkLst>
          <pc:docMk/>
          <pc:sldMk cId="262589047" sldId="1493"/>
        </pc:sldMkLst>
      </pc:sldChg>
      <pc:sldChg chg="del">
        <pc:chgData name="James Martin" userId="5c604502-4ee2-4081-9f0b-59e4decb0522" providerId="ADAL" clId="{CD9F9381-1667-4751-A642-EBC8FFBDE105}" dt="2026-10-06T08:32:58.111" v="229" actId="47"/>
        <pc:sldMkLst>
          <pc:docMk/>
          <pc:sldMk cId="3827049955" sldId="1494"/>
        </pc:sldMkLst>
      </pc:sldChg>
      <pc:sldChg chg="del">
        <pc:chgData name="James Martin" userId="5c604502-4ee2-4081-9f0b-59e4decb0522" providerId="ADAL" clId="{CD9F9381-1667-4751-A642-EBC8FFBDE105}" dt="2026-10-06T08:32:58.111" v="229" actId="47"/>
        <pc:sldMkLst>
          <pc:docMk/>
          <pc:sldMk cId="2389629193" sldId="1495"/>
        </pc:sldMkLst>
      </pc:sldChg>
      <pc:sldChg chg="del">
        <pc:chgData name="James Martin" userId="5c604502-4ee2-4081-9f0b-59e4decb0522" providerId="ADAL" clId="{CD9F9381-1667-4751-A642-EBC8FFBDE105}" dt="2026-10-06T08:32:58.111" v="229" actId="47"/>
        <pc:sldMkLst>
          <pc:docMk/>
          <pc:sldMk cId="3618923660" sldId="1496"/>
        </pc:sldMkLst>
      </pc:sldChg>
      <pc:sldChg chg="del">
        <pc:chgData name="James Martin" userId="5c604502-4ee2-4081-9f0b-59e4decb0522" providerId="ADAL" clId="{CD9F9381-1667-4751-A642-EBC8FFBDE105}" dt="2026-10-06T08:32:58.111" v="229" actId="47"/>
        <pc:sldMkLst>
          <pc:docMk/>
          <pc:sldMk cId="2325811079" sldId="1497"/>
        </pc:sldMkLst>
      </pc:sldChg>
      <pc:sldChg chg="del">
        <pc:chgData name="James Martin" userId="5c604502-4ee2-4081-9f0b-59e4decb0522" providerId="ADAL" clId="{CD9F9381-1667-4751-A642-EBC8FFBDE105}" dt="2026-10-06T08:32:48.549" v="228" actId="47"/>
        <pc:sldMkLst>
          <pc:docMk/>
          <pc:sldMk cId="547020507" sldId="1498"/>
        </pc:sldMkLst>
      </pc:sldChg>
      <pc:sldChg chg="del">
        <pc:chgData name="James Martin" userId="5c604502-4ee2-4081-9f0b-59e4decb0522" providerId="ADAL" clId="{CD9F9381-1667-4751-A642-EBC8FFBDE105}" dt="2026-10-06T08:32:48.549" v="228" actId="47"/>
        <pc:sldMkLst>
          <pc:docMk/>
          <pc:sldMk cId="103426983" sldId="1499"/>
        </pc:sldMkLst>
      </pc:sldChg>
      <pc:sldChg chg="del">
        <pc:chgData name="James Martin" userId="5c604502-4ee2-4081-9f0b-59e4decb0522" providerId="ADAL" clId="{CD9F9381-1667-4751-A642-EBC8FFBDE105}" dt="2026-10-06T08:33:24.343" v="230" actId="47"/>
        <pc:sldMkLst>
          <pc:docMk/>
          <pc:sldMk cId="1464681723" sldId="1500"/>
        </pc:sldMkLst>
      </pc:sldChg>
      <pc:sldChg chg="ord">
        <pc:chgData name="James Martin" userId="5c604502-4ee2-4081-9f0b-59e4decb0522" providerId="ADAL" clId="{CD9F9381-1667-4751-A642-EBC8FFBDE105}" dt="2026-10-06T08:32:44.417" v="227"/>
        <pc:sldMkLst>
          <pc:docMk/>
          <pc:sldMk cId="1069566769" sldId="1501"/>
        </pc:sldMkLst>
      </pc:sldChg>
      <pc:sldChg chg="del">
        <pc:chgData name="James Martin" userId="5c604502-4ee2-4081-9f0b-59e4decb0522" providerId="ADAL" clId="{CD9F9381-1667-4751-A642-EBC8FFBDE105}" dt="2026-10-06T08:33:24.343" v="230" actId="47"/>
        <pc:sldMkLst>
          <pc:docMk/>
          <pc:sldMk cId="2003515693" sldId="1503"/>
        </pc:sldMkLst>
      </pc:sldChg>
      <pc:sldChg chg="del">
        <pc:chgData name="James Martin" userId="5c604502-4ee2-4081-9f0b-59e4decb0522" providerId="ADAL" clId="{CD9F9381-1667-4751-A642-EBC8FFBDE105}" dt="2026-10-06T08:33:24.343" v="230" actId="47"/>
        <pc:sldMkLst>
          <pc:docMk/>
          <pc:sldMk cId="4168447277" sldId="1504"/>
        </pc:sldMkLst>
      </pc:sldChg>
      <pc:sldChg chg="del">
        <pc:chgData name="James Martin" userId="5c604502-4ee2-4081-9f0b-59e4decb0522" providerId="ADAL" clId="{CD9F9381-1667-4751-A642-EBC8FFBDE105}" dt="2026-10-06T08:42:08.273" v="307" actId="47"/>
        <pc:sldMkLst>
          <pc:docMk/>
          <pc:sldMk cId="2337963314" sldId="1505"/>
        </pc:sldMkLst>
      </pc:sldChg>
      <pc:sldChg chg="del">
        <pc:chgData name="James Martin" userId="5c604502-4ee2-4081-9f0b-59e4decb0522" providerId="ADAL" clId="{CD9F9381-1667-4751-A642-EBC8FFBDE105}" dt="2026-10-06T08:41:02.454" v="304" actId="2696"/>
        <pc:sldMkLst>
          <pc:docMk/>
          <pc:sldMk cId="3349827058" sldId="1506"/>
        </pc:sldMkLst>
      </pc:sldChg>
      <pc:sldChg chg="del">
        <pc:chgData name="James Martin" userId="5c604502-4ee2-4081-9f0b-59e4decb0522" providerId="ADAL" clId="{CD9F9381-1667-4751-A642-EBC8FFBDE105}" dt="2026-10-06T08:46:04.887" v="353" actId="47"/>
        <pc:sldMkLst>
          <pc:docMk/>
          <pc:sldMk cId="3460506669" sldId="1507"/>
        </pc:sldMkLst>
      </pc:sldChg>
      <pc:sldChg chg="del">
        <pc:chgData name="James Martin" userId="5c604502-4ee2-4081-9f0b-59e4decb0522" providerId="ADAL" clId="{CD9F9381-1667-4751-A642-EBC8FFBDE105}" dt="2026-10-06T08:46:57.042" v="359" actId="47"/>
        <pc:sldMkLst>
          <pc:docMk/>
          <pc:sldMk cId="3192702452" sldId="1508"/>
        </pc:sldMkLst>
      </pc:sldChg>
      <pc:sldChg chg="del">
        <pc:chgData name="James Martin" userId="5c604502-4ee2-4081-9f0b-59e4decb0522" providerId="ADAL" clId="{CD9F9381-1667-4751-A642-EBC8FFBDE105}" dt="2026-10-06T08:40:58.671" v="300" actId="2696"/>
        <pc:sldMkLst>
          <pc:docMk/>
          <pc:sldMk cId="3369441143" sldId="1511"/>
        </pc:sldMkLst>
      </pc:sldChg>
      <pc:sldChg chg="del">
        <pc:chgData name="James Martin" userId="5c604502-4ee2-4081-9f0b-59e4decb0522" providerId="ADAL" clId="{CD9F9381-1667-4751-A642-EBC8FFBDE105}" dt="2026-10-06T08:40:59.573" v="301" actId="2696"/>
        <pc:sldMkLst>
          <pc:docMk/>
          <pc:sldMk cId="3377175708" sldId="1512"/>
        </pc:sldMkLst>
      </pc:sldChg>
      <pc:sldChg chg="del">
        <pc:chgData name="James Martin" userId="5c604502-4ee2-4081-9f0b-59e4decb0522" providerId="ADAL" clId="{CD9F9381-1667-4751-A642-EBC8FFBDE105}" dt="2026-10-06T08:41:00.200" v="302" actId="2696"/>
        <pc:sldMkLst>
          <pc:docMk/>
          <pc:sldMk cId="194064776" sldId="1513"/>
        </pc:sldMkLst>
      </pc:sldChg>
      <pc:sldChg chg="del">
        <pc:chgData name="James Martin" userId="5c604502-4ee2-4081-9f0b-59e4decb0522" providerId="ADAL" clId="{CD9F9381-1667-4751-A642-EBC8FFBDE105}" dt="2026-10-06T08:41:01.731" v="303" actId="2696"/>
        <pc:sldMkLst>
          <pc:docMk/>
          <pc:sldMk cId="3438565119" sldId="1514"/>
        </pc:sldMkLst>
      </pc:sldChg>
      <pc:sldChg chg="del">
        <pc:chgData name="James Martin" userId="5c604502-4ee2-4081-9f0b-59e4decb0522" providerId="ADAL" clId="{CD9F9381-1667-4751-A642-EBC8FFBDE105}" dt="2026-10-06T08:41:04.186" v="305" actId="2696"/>
        <pc:sldMkLst>
          <pc:docMk/>
          <pc:sldMk cId="695603931" sldId="1515"/>
        </pc:sldMkLst>
      </pc:sldChg>
      <pc:sldChg chg="del">
        <pc:chgData name="James Martin" userId="5c604502-4ee2-4081-9f0b-59e4decb0522" providerId="ADAL" clId="{CD9F9381-1667-4751-A642-EBC8FFBDE105}" dt="2026-10-06T08:41:06.413" v="306" actId="2696"/>
        <pc:sldMkLst>
          <pc:docMk/>
          <pc:sldMk cId="4242440902" sldId="1516"/>
        </pc:sldMkLst>
      </pc:sldChg>
      <pc:sldChg chg="addSp delSp modSp mod">
        <pc:chgData name="James Martin" userId="5c604502-4ee2-4081-9f0b-59e4decb0522" providerId="ADAL" clId="{CD9F9381-1667-4751-A642-EBC8FFBDE105}" dt="2026-10-06T08:44:26.611" v="336" actId="12"/>
        <pc:sldMkLst>
          <pc:docMk/>
          <pc:sldMk cId="971619906" sldId="1517"/>
        </pc:sldMkLst>
        <pc:spChg chg="del mod">
          <ac:chgData name="James Martin" userId="5c604502-4ee2-4081-9f0b-59e4decb0522" providerId="ADAL" clId="{CD9F9381-1667-4751-A642-EBC8FFBDE105}" dt="2026-10-06T08:42:48.783" v="315" actId="478"/>
          <ac:spMkLst>
            <pc:docMk/>
            <pc:sldMk cId="971619906" sldId="1517"/>
            <ac:spMk id="4" creationId="{8CE075EC-518B-495C-F472-B33378FE3303}"/>
          </ac:spMkLst>
        </pc:spChg>
        <pc:spChg chg="add mod">
          <ac:chgData name="James Martin" userId="5c604502-4ee2-4081-9f0b-59e4decb0522" providerId="ADAL" clId="{CD9F9381-1667-4751-A642-EBC8FFBDE105}" dt="2026-10-06T08:44:26.611" v="336" actId="12"/>
          <ac:spMkLst>
            <pc:docMk/>
            <pc:sldMk cId="971619906" sldId="1517"/>
            <ac:spMk id="6" creationId="{12AA5D41-2214-8634-D2B9-0AD9F7F64028}"/>
          </ac:spMkLst>
        </pc:spChg>
      </pc:sldChg>
      <pc:sldChg chg="del">
        <pc:chgData name="James Martin" userId="5c604502-4ee2-4081-9f0b-59e4decb0522" providerId="ADAL" clId="{CD9F9381-1667-4751-A642-EBC8FFBDE105}" dt="2026-10-06T08:46:08.487" v="354" actId="47"/>
        <pc:sldMkLst>
          <pc:docMk/>
          <pc:sldMk cId="4260990533" sldId="1518"/>
        </pc:sldMkLst>
      </pc:sldChg>
      <pc:sldChg chg="del">
        <pc:chgData name="James Martin" userId="5c604502-4ee2-4081-9f0b-59e4decb0522" providerId="ADAL" clId="{CD9F9381-1667-4751-A642-EBC8FFBDE105}" dt="2026-10-06T08:46:44.959" v="357" actId="47"/>
        <pc:sldMkLst>
          <pc:docMk/>
          <pc:sldMk cId="3410252553" sldId="1519"/>
        </pc:sldMkLst>
      </pc:sldChg>
      <pc:sldChg chg="del">
        <pc:chgData name="James Martin" userId="5c604502-4ee2-4081-9f0b-59e4decb0522" providerId="ADAL" clId="{CD9F9381-1667-4751-A642-EBC8FFBDE105}" dt="2026-10-06T08:46:55.759" v="358" actId="47"/>
        <pc:sldMkLst>
          <pc:docMk/>
          <pc:sldMk cId="2642303701" sldId="1520"/>
        </pc:sldMkLst>
      </pc:sldChg>
      <pc:sldChg chg="del">
        <pc:chgData name="James Martin" userId="5c604502-4ee2-4081-9f0b-59e4decb0522" providerId="ADAL" clId="{CD9F9381-1667-4751-A642-EBC8FFBDE105}" dt="2026-10-06T08:47:17.019" v="361" actId="47"/>
        <pc:sldMkLst>
          <pc:docMk/>
          <pc:sldMk cId="2579329378" sldId="1521"/>
        </pc:sldMkLst>
      </pc:sldChg>
      <pc:sldChg chg="del">
        <pc:chgData name="James Martin" userId="5c604502-4ee2-4081-9f0b-59e4decb0522" providerId="ADAL" clId="{CD9F9381-1667-4751-A642-EBC8FFBDE105}" dt="2026-10-06T08:47:05.677" v="360" actId="47"/>
        <pc:sldMkLst>
          <pc:docMk/>
          <pc:sldMk cId="2969816873" sldId="1522"/>
        </pc:sldMkLst>
      </pc:sldChg>
      <pc:sldChg chg="addSp delSp mod ord">
        <pc:chgData name="James Martin" userId="5c604502-4ee2-4081-9f0b-59e4decb0522" providerId="ADAL" clId="{CD9F9381-1667-4751-A642-EBC8FFBDE105}" dt="2026-10-06T08:49:45.460" v="372" actId="478"/>
        <pc:sldMkLst>
          <pc:docMk/>
          <pc:sldMk cId="558137181" sldId="1523"/>
        </pc:sldMkLst>
        <pc:spChg chg="add del">
          <ac:chgData name="James Martin" userId="5c604502-4ee2-4081-9f0b-59e4decb0522" providerId="ADAL" clId="{CD9F9381-1667-4751-A642-EBC8FFBDE105}" dt="2026-10-06T08:49:45.460" v="372" actId="478"/>
          <ac:spMkLst>
            <pc:docMk/>
            <pc:sldMk cId="558137181" sldId="1523"/>
            <ac:spMk id="6" creationId="{98BE692A-D05E-3C72-4675-9179F64AF31F}"/>
          </ac:spMkLst>
        </pc:spChg>
      </pc:sldChg>
      <pc:sldChg chg="del">
        <pc:chgData name="James Martin" userId="5c604502-4ee2-4081-9f0b-59e4decb0522" providerId="ADAL" clId="{CD9F9381-1667-4751-A642-EBC8FFBDE105}" dt="2026-10-06T08:50:54.306" v="375" actId="47"/>
        <pc:sldMkLst>
          <pc:docMk/>
          <pc:sldMk cId="2888383181" sldId="1525"/>
        </pc:sldMkLst>
      </pc:sldChg>
      <pc:sldChg chg="del">
        <pc:chgData name="James Martin" userId="5c604502-4ee2-4081-9f0b-59e4decb0522" providerId="ADAL" clId="{CD9F9381-1667-4751-A642-EBC8FFBDE105}" dt="2026-10-06T08:50:40.151" v="373" actId="47"/>
        <pc:sldMkLst>
          <pc:docMk/>
          <pc:sldMk cId="1203660082" sldId="1526"/>
        </pc:sldMkLst>
      </pc:sldChg>
      <pc:sldChg chg="del">
        <pc:chgData name="James Martin" userId="5c604502-4ee2-4081-9f0b-59e4decb0522" providerId="ADAL" clId="{CD9F9381-1667-4751-A642-EBC8FFBDE105}" dt="2026-10-06T08:50:41.458" v="374" actId="47"/>
        <pc:sldMkLst>
          <pc:docMk/>
          <pc:sldMk cId="1815629102" sldId="1527"/>
        </pc:sldMkLst>
      </pc:sldChg>
      <pc:sldChg chg="del">
        <pc:chgData name="James Martin" userId="5c604502-4ee2-4081-9f0b-59e4decb0522" providerId="ADAL" clId="{CD9F9381-1667-4751-A642-EBC8FFBDE105}" dt="2026-10-06T08:50:54.306" v="375" actId="47"/>
        <pc:sldMkLst>
          <pc:docMk/>
          <pc:sldMk cId="2346785951" sldId="1528"/>
        </pc:sldMkLst>
      </pc:sldChg>
      <pc:sldChg chg="del">
        <pc:chgData name="James Martin" userId="5c604502-4ee2-4081-9f0b-59e4decb0522" providerId="ADAL" clId="{CD9F9381-1667-4751-A642-EBC8FFBDE105}" dt="2026-10-06T08:52:54.167" v="379" actId="47"/>
        <pc:sldMkLst>
          <pc:docMk/>
          <pc:sldMk cId="2126795306" sldId="1537"/>
        </pc:sldMkLst>
      </pc:sldChg>
      <pc:sldChg chg="del">
        <pc:chgData name="James Martin" userId="5c604502-4ee2-4081-9f0b-59e4decb0522" providerId="ADAL" clId="{CD9F9381-1667-4751-A642-EBC8FFBDE105}" dt="2026-10-06T08:52:54.167" v="379" actId="47"/>
        <pc:sldMkLst>
          <pc:docMk/>
          <pc:sldMk cId="513461857" sldId="1538"/>
        </pc:sldMkLst>
      </pc:sldChg>
      <pc:sldChg chg="del">
        <pc:chgData name="James Martin" userId="5c604502-4ee2-4081-9f0b-59e4decb0522" providerId="ADAL" clId="{CD9F9381-1667-4751-A642-EBC8FFBDE105}" dt="2026-10-06T08:52:37.894" v="378" actId="47"/>
        <pc:sldMkLst>
          <pc:docMk/>
          <pc:sldMk cId="3057989832" sldId="1550"/>
        </pc:sldMkLst>
      </pc:sldChg>
      <pc:sldChg chg="del">
        <pc:chgData name="James Martin" userId="5c604502-4ee2-4081-9f0b-59e4decb0522" providerId="ADAL" clId="{CD9F9381-1667-4751-A642-EBC8FFBDE105}" dt="2026-10-06T08:53:37.698" v="380" actId="47"/>
        <pc:sldMkLst>
          <pc:docMk/>
          <pc:sldMk cId="2424876308" sldId="1553"/>
        </pc:sldMkLst>
      </pc:sldChg>
      <pc:sldChg chg="del">
        <pc:chgData name="James Martin" userId="5c604502-4ee2-4081-9f0b-59e4decb0522" providerId="ADAL" clId="{CD9F9381-1667-4751-A642-EBC8FFBDE105}" dt="2026-10-06T08:54:15.185" v="384" actId="47"/>
        <pc:sldMkLst>
          <pc:docMk/>
          <pc:sldMk cId="2137091339" sldId="1554"/>
        </pc:sldMkLst>
      </pc:sldChg>
      <pc:sldChg chg="del">
        <pc:chgData name="James Martin" userId="5c604502-4ee2-4081-9f0b-59e4decb0522" providerId="ADAL" clId="{CD9F9381-1667-4751-A642-EBC8FFBDE105}" dt="2026-10-06T08:54:23.422" v="385" actId="47"/>
        <pc:sldMkLst>
          <pc:docMk/>
          <pc:sldMk cId="3885771036" sldId="1555"/>
        </pc:sldMkLst>
      </pc:sldChg>
      <pc:sldChg chg="addSp add del mod">
        <pc:chgData name="James Martin" userId="5c604502-4ee2-4081-9f0b-59e4decb0522" providerId="ADAL" clId="{CD9F9381-1667-4751-A642-EBC8FFBDE105}" dt="2026-10-06T08:54:09.085" v="383" actId="22"/>
        <pc:sldMkLst>
          <pc:docMk/>
          <pc:sldMk cId="3308051571" sldId="1557"/>
        </pc:sldMkLst>
        <pc:picChg chg="add">
          <ac:chgData name="James Martin" userId="5c604502-4ee2-4081-9f0b-59e4decb0522" providerId="ADAL" clId="{CD9F9381-1667-4751-A642-EBC8FFBDE105}" dt="2026-10-06T08:54:09.085" v="383" actId="22"/>
          <ac:picMkLst>
            <pc:docMk/>
            <pc:sldMk cId="3308051571" sldId="1557"/>
            <ac:picMk id="5" creationId="{5253432F-D460-ED76-1062-891E6797F5BC}"/>
          </ac:picMkLst>
        </pc:picChg>
      </pc:sldChg>
      <pc:sldChg chg="del">
        <pc:chgData name="James Martin" userId="5c604502-4ee2-4081-9f0b-59e4decb0522" providerId="ADAL" clId="{CD9F9381-1667-4751-A642-EBC8FFBDE105}" dt="2026-10-06T08:55:03.924" v="387" actId="47"/>
        <pc:sldMkLst>
          <pc:docMk/>
          <pc:sldMk cId="3224053561" sldId="1558"/>
        </pc:sldMkLst>
      </pc:sldChg>
      <pc:sldChg chg="del">
        <pc:chgData name="James Martin" userId="5c604502-4ee2-4081-9f0b-59e4decb0522" providerId="ADAL" clId="{CD9F9381-1667-4751-A642-EBC8FFBDE105}" dt="2026-10-06T08:54:59.694" v="386" actId="47"/>
        <pc:sldMkLst>
          <pc:docMk/>
          <pc:sldMk cId="2056679420" sldId="1559"/>
        </pc:sldMkLst>
      </pc:sldChg>
      <pc:sldChg chg="del">
        <pc:chgData name="James Martin" userId="5c604502-4ee2-4081-9f0b-59e4decb0522" providerId="ADAL" clId="{CD9F9381-1667-4751-A642-EBC8FFBDE105}" dt="2026-10-06T09:02:51.300" v="393" actId="47"/>
        <pc:sldMkLst>
          <pc:docMk/>
          <pc:sldMk cId="41070852" sldId="1561"/>
        </pc:sldMkLst>
      </pc:sldChg>
      <pc:sldChg chg="del">
        <pc:chgData name="James Martin" userId="5c604502-4ee2-4081-9f0b-59e4decb0522" providerId="ADAL" clId="{CD9F9381-1667-4751-A642-EBC8FFBDE105}" dt="2026-10-06T08:55:21.713" v="388" actId="47"/>
        <pc:sldMkLst>
          <pc:docMk/>
          <pc:sldMk cId="2345724942" sldId="1562"/>
        </pc:sldMkLst>
      </pc:sldChg>
      <pc:sldChg chg="del">
        <pc:chgData name="James Martin" userId="5c604502-4ee2-4081-9f0b-59e4decb0522" providerId="ADAL" clId="{CD9F9381-1667-4751-A642-EBC8FFBDE105}" dt="2026-10-06T09:02:47.816" v="392" actId="47"/>
        <pc:sldMkLst>
          <pc:docMk/>
          <pc:sldMk cId="2313491501" sldId="1563"/>
        </pc:sldMkLst>
      </pc:sldChg>
      <pc:sldChg chg="del">
        <pc:chgData name="James Martin" userId="5c604502-4ee2-4081-9f0b-59e4decb0522" providerId="ADAL" clId="{CD9F9381-1667-4751-A642-EBC8FFBDE105}" dt="2026-10-06T08:55:27.931" v="389" actId="47"/>
        <pc:sldMkLst>
          <pc:docMk/>
          <pc:sldMk cId="1452231703" sldId="1564"/>
        </pc:sldMkLst>
      </pc:sldChg>
      <pc:sldChg chg="del">
        <pc:chgData name="James Martin" userId="5c604502-4ee2-4081-9f0b-59e4decb0522" providerId="ADAL" clId="{CD9F9381-1667-4751-A642-EBC8FFBDE105}" dt="2026-10-06T09:03:06.039" v="394" actId="47"/>
        <pc:sldMkLst>
          <pc:docMk/>
          <pc:sldMk cId="1086227966" sldId="1566"/>
        </pc:sldMkLst>
      </pc:sldChg>
      <pc:sldChg chg="add">
        <pc:chgData name="James Martin" userId="5c604502-4ee2-4081-9f0b-59e4decb0522" providerId="ADAL" clId="{CD9F9381-1667-4751-A642-EBC8FFBDE105}" dt="2026-10-05T14:59:31.344" v="48"/>
        <pc:sldMkLst>
          <pc:docMk/>
          <pc:sldMk cId="4114081997" sldId="1569"/>
        </pc:sldMkLst>
      </pc:sldChg>
      <pc:sldChg chg="addSp modSp add">
        <pc:chgData name="James Martin" userId="5c604502-4ee2-4081-9f0b-59e4decb0522" providerId="ADAL" clId="{CD9F9381-1667-4751-A642-EBC8FFBDE105}" dt="2026-10-05T15:10:28.052" v="110"/>
        <pc:sldMkLst>
          <pc:docMk/>
          <pc:sldMk cId="2062099293" sldId="1570"/>
        </pc:sldMkLst>
        <pc:spChg chg="mod">
          <ac:chgData name="James Martin" userId="5c604502-4ee2-4081-9f0b-59e4decb0522" providerId="ADAL" clId="{CD9F9381-1667-4751-A642-EBC8FFBDE105}" dt="2026-10-05T15:10:28.052" v="110"/>
          <ac:spMkLst>
            <pc:docMk/>
            <pc:sldMk cId="2062099293" sldId="1570"/>
            <ac:spMk id="5" creationId="{7BB14C18-B5D4-2F01-6EDF-C87C32FA22B1}"/>
          </ac:spMkLst>
        </pc:spChg>
        <pc:spChg chg="mod">
          <ac:chgData name="James Martin" userId="5c604502-4ee2-4081-9f0b-59e4decb0522" providerId="ADAL" clId="{CD9F9381-1667-4751-A642-EBC8FFBDE105}" dt="2026-10-05T15:10:28.052" v="110"/>
          <ac:spMkLst>
            <pc:docMk/>
            <pc:sldMk cId="2062099293" sldId="1570"/>
            <ac:spMk id="6" creationId="{F6D2315E-EC1B-901B-C9A3-DD71EA6B299E}"/>
          </ac:spMkLst>
        </pc:spChg>
        <pc:grpChg chg="add mod">
          <ac:chgData name="James Martin" userId="5c604502-4ee2-4081-9f0b-59e4decb0522" providerId="ADAL" clId="{CD9F9381-1667-4751-A642-EBC8FFBDE105}" dt="2026-10-05T15:10:28.052" v="110"/>
          <ac:grpSpMkLst>
            <pc:docMk/>
            <pc:sldMk cId="2062099293" sldId="1570"/>
            <ac:grpSpMk id="2" creationId="{7C9939A7-BFEB-E283-F17E-307331558CB2}"/>
          </ac:grpSpMkLst>
        </pc:grpChg>
        <pc:cxnChg chg="mod">
          <ac:chgData name="James Martin" userId="5c604502-4ee2-4081-9f0b-59e4decb0522" providerId="ADAL" clId="{CD9F9381-1667-4751-A642-EBC8FFBDE105}" dt="2026-10-05T15:10:28.052" v="110"/>
          <ac:cxnSpMkLst>
            <pc:docMk/>
            <pc:sldMk cId="2062099293" sldId="1570"/>
            <ac:cxnSpMk id="9" creationId="{93DCBBA0-4C2D-92A6-BD9A-26D1E5664129}"/>
          </ac:cxnSpMkLst>
        </pc:cxnChg>
      </pc:sldChg>
      <pc:sldChg chg="addSp modSp add">
        <pc:chgData name="James Martin" userId="5c604502-4ee2-4081-9f0b-59e4decb0522" providerId="ADAL" clId="{CD9F9381-1667-4751-A642-EBC8FFBDE105}" dt="2026-10-05T15:11:01.026" v="113"/>
        <pc:sldMkLst>
          <pc:docMk/>
          <pc:sldMk cId="2107338618" sldId="1571"/>
        </pc:sldMkLst>
        <pc:spChg chg="add mod">
          <ac:chgData name="James Martin" userId="5c604502-4ee2-4081-9f0b-59e4decb0522" providerId="ADAL" clId="{CD9F9381-1667-4751-A642-EBC8FFBDE105}" dt="2026-10-05T15:11:01.026" v="113"/>
          <ac:spMkLst>
            <pc:docMk/>
            <pc:sldMk cId="2107338618" sldId="1571"/>
            <ac:spMk id="2" creationId="{C4312646-EE9D-E349-36DD-589E8A331184}"/>
          </ac:spMkLst>
        </pc:spChg>
        <pc:spChg chg="add mod">
          <ac:chgData name="James Martin" userId="5c604502-4ee2-4081-9f0b-59e4decb0522" providerId="ADAL" clId="{CD9F9381-1667-4751-A642-EBC8FFBDE105}" dt="2026-10-05T15:11:01.026" v="113"/>
          <ac:spMkLst>
            <pc:docMk/>
            <pc:sldMk cId="2107338618" sldId="1571"/>
            <ac:spMk id="5" creationId="{7CD37D25-0568-380A-577A-ED09D6793266}"/>
          </ac:spMkLst>
        </pc:spChg>
        <pc:cxnChg chg="add mod">
          <ac:chgData name="James Martin" userId="5c604502-4ee2-4081-9f0b-59e4decb0522" providerId="ADAL" clId="{CD9F9381-1667-4751-A642-EBC8FFBDE105}" dt="2026-10-05T15:11:01.026" v="113"/>
          <ac:cxnSpMkLst>
            <pc:docMk/>
            <pc:sldMk cId="2107338618" sldId="1571"/>
            <ac:cxnSpMk id="6" creationId="{63CC22E8-5F9A-7421-9AC9-AEECF0073E94}"/>
          </ac:cxnSpMkLst>
        </pc:cxnChg>
      </pc:sldChg>
      <pc:sldChg chg="add del">
        <pc:chgData name="James Martin" userId="5c604502-4ee2-4081-9f0b-59e4decb0522" providerId="ADAL" clId="{CD9F9381-1667-4751-A642-EBC8FFBDE105}" dt="2026-10-05T15:11:17.810" v="116" actId="47"/>
        <pc:sldMkLst>
          <pc:docMk/>
          <pc:sldMk cId="609154526" sldId="1572"/>
        </pc:sldMkLst>
      </pc:sldChg>
      <pc:sldChg chg="add del">
        <pc:chgData name="James Martin" userId="5c604502-4ee2-4081-9f0b-59e4decb0522" providerId="ADAL" clId="{CD9F9381-1667-4751-A642-EBC8FFBDE105}" dt="2026-10-05T15:11:17.810" v="116" actId="47"/>
        <pc:sldMkLst>
          <pc:docMk/>
          <pc:sldMk cId="4220067015" sldId="1573"/>
        </pc:sldMkLst>
      </pc:sldChg>
      <pc:sldChg chg="add del">
        <pc:chgData name="James Martin" userId="5c604502-4ee2-4081-9f0b-59e4decb0522" providerId="ADAL" clId="{CD9F9381-1667-4751-A642-EBC8FFBDE105}" dt="2026-10-05T15:11:17.810" v="116" actId="47"/>
        <pc:sldMkLst>
          <pc:docMk/>
          <pc:sldMk cId="812893761" sldId="1574"/>
        </pc:sldMkLst>
      </pc:sldChg>
      <pc:sldChg chg="modSp add mod ord">
        <pc:chgData name="James Martin" userId="5c604502-4ee2-4081-9f0b-59e4decb0522" providerId="ADAL" clId="{CD9F9381-1667-4751-A642-EBC8FFBDE105}" dt="2026-10-05T15:13:47.417" v="130"/>
        <pc:sldMkLst>
          <pc:docMk/>
          <pc:sldMk cId="1325889915" sldId="1575"/>
        </pc:sldMkLst>
        <pc:spChg chg="mod">
          <ac:chgData name="James Martin" userId="5c604502-4ee2-4081-9f0b-59e4decb0522" providerId="ADAL" clId="{CD9F9381-1667-4751-A642-EBC8FFBDE105}" dt="2026-10-05T15:11:10.084" v="115" actId="20577"/>
          <ac:spMkLst>
            <pc:docMk/>
            <pc:sldMk cId="1325889915" sldId="1575"/>
            <ac:spMk id="2" creationId="{7B83E801-7EE4-158E-F7D7-F83A0FD8F62B}"/>
          </ac:spMkLst>
        </pc:spChg>
      </pc:sldChg>
      <pc:sldChg chg="modSp add mod ord">
        <pc:chgData name="James Martin" userId="5c604502-4ee2-4081-9f0b-59e4decb0522" providerId="ADAL" clId="{CD9F9381-1667-4751-A642-EBC8FFBDE105}" dt="2026-10-06T08:27:05.542" v="187" actId="12"/>
        <pc:sldMkLst>
          <pc:docMk/>
          <pc:sldMk cId="3378014845" sldId="1576"/>
        </pc:sldMkLst>
        <pc:spChg chg="mod">
          <ac:chgData name="James Martin" userId="5c604502-4ee2-4081-9f0b-59e4decb0522" providerId="ADAL" clId="{CD9F9381-1667-4751-A642-EBC8FFBDE105}" dt="2026-10-06T08:27:05.542" v="187" actId="12"/>
          <ac:spMkLst>
            <pc:docMk/>
            <pc:sldMk cId="3378014845" sldId="1576"/>
            <ac:spMk id="4" creationId="{D6072E5C-A5AF-ADD0-F196-A156A27BD683}"/>
          </ac:spMkLst>
        </pc:spChg>
      </pc:sldChg>
      <pc:sldChg chg="add">
        <pc:chgData name="James Martin" userId="5c604502-4ee2-4081-9f0b-59e4decb0522" providerId="ADAL" clId="{CD9F9381-1667-4751-A642-EBC8FFBDE105}" dt="2026-10-06T08:25:17.837" v="176"/>
        <pc:sldMkLst>
          <pc:docMk/>
          <pc:sldMk cId="1794119431" sldId="1577"/>
        </pc:sldMkLst>
      </pc:sldChg>
      <pc:sldChg chg="modSp add mod">
        <pc:chgData name="James Martin" userId="5c604502-4ee2-4081-9f0b-59e4decb0522" providerId="ADAL" clId="{CD9F9381-1667-4751-A642-EBC8FFBDE105}" dt="2026-10-06T08:28:38.988" v="193" actId="12"/>
        <pc:sldMkLst>
          <pc:docMk/>
          <pc:sldMk cId="132092810" sldId="1578"/>
        </pc:sldMkLst>
        <pc:spChg chg="mod">
          <ac:chgData name="James Martin" userId="5c604502-4ee2-4081-9f0b-59e4decb0522" providerId="ADAL" clId="{CD9F9381-1667-4751-A642-EBC8FFBDE105}" dt="2026-10-06T08:28:38.988" v="193" actId="12"/>
          <ac:spMkLst>
            <pc:docMk/>
            <pc:sldMk cId="132092810" sldId="1578"/>
            <ac:spMk id="4" creationId="{E96CDDFF-AD2D-07FB-FC93-73C77333F3F8}"/>
          </ac:spMkLst>
        </pc:spChg>
      </pc:sldChg>
      <pc:sldChg chg="modSp add mod">
        <pc:chgData name="James Martin" userId="5c604502-4ee2-4081-9f0b-59e4decb0522" providerId="ADAL" clId="{CD9F9381-1667-4751-A642-EBC8FFBDE105}" dt="2026-10-06T08:29:06.629" v="196" actId="20577"/>
        <pc:sldMkLst>
          <pc:docMk/>
          <pc:sldMk cId="2579716822" sldId="1579"/>
        </pc:sldMkLst>
        <pc:spChg chg="mod">
          <ac:chgData name="James Martin" userId="5c604502-4ee2-4081-9f0b-59e4decb0522" providerId="ADAL" clId="{CD9F9381-1667-4751-A642-EBC8FFBDE105}" dt="2026-10-06T08:29:06.629" v="196" actId="20577"/>
          <ac:spMkLst>
            <pc:docMk/>
            <pc:sldMk cId="2579716822" sldId="1579"/>
            <ac:spMk id="4" creationId="{2C23ABDD-952D-EAB7-D669-0D3AA9E4B63C}"/>
          </ac:spMkLst>
        </pc:spChg>
      </pc:sldChg>
      <pc:sldChg chg="modSp add">
        <pc:chgData name="James Martin" userId="5c604502-4ee2-4081-9f0b-59e4decb0522" providerId="ADAL" clId="{CD9F9381-1667-4751-A642-EBC8FFBDE105}" dt="2026-10-06T08:29:21.622" v="198"/>
        <pc:sldMkLst>
          <pc:docMk/>
          <pc:sldMk cId="3670629405" sldId="1580"/>
        </pc:sldMkLst>
        <pc:spChg chg="mod">
          <ac:chgData name="James Martin" userId="5c604502-4ee2-4081-9f0b-59e4decb0522" providerId="ADAL" clId="{CD9F9381-1667-4751-A642-EBC8FFBDE105}" dt="2026-10-06T08:29:21.622" v="198"/>
          <ac:spMkLst>
            <pc:docMk/>
            <pc:sldMk cId="3670629405" sldId="1580"/>
            <ac:spMk id="4" creationId="{02804FF6-4FF6-FD5A-F7F5-06C85482256A}"/>
          </ac:spMkLst>
        </pc:spChg>
      </pc:sldChg>
      <pc:sldChg chg="addSp add mod">
        <pc:chgData name="James Martin" userId="5c604502-4ee2-4081-9f0b-59e4decb0522" providerId="ADAL" clId="{CD9F9381-1667-4751-A642-EBC8FFBDE105}" dt="2026-10-06T08:29:52.883" v="201" actId="22"/>
        <pc:sldMkLst>
          <pc:docMk/>
          <pc:sldMk cId="1760200214" sldId="1581"/>
        </pc:sldMkLst>
        <pc:spChg chg="add">
          <ac:chgData name="James Martin" userId="5c604502-4ee2-4081-9f0b-59e4decb0522" providerId="ADAL" clId="{CD9F9381-1667-4751-A642-EBC8FFBDE105}" dt="2026-10-06T08:29:52.883" v="201" actId="22"/>
          <ac:spMkLst>
            <pc:docMk/>
            <pc:sldMk cId="1760200214" sldId="1581"/>
            <ac:spMk id="6" creationId="{1489F506-75C5-1D39-4E3E-F679B5846F88}"/>
          </ac:spMkLst>
        </pc:spChg>
      </pc:sldChg>
      <pc:sldChg chg="addSp modSp add del mod">
        <pc:chgData name="James Martin" userId="5c604502-4ee2-4081-9f0b-59e4decb0522" providerId="ADAL" clId="{CD9F9381-1667-4751-A642-EBC8FFBDE105}" dt="2026-10-06T08:31:51.084" v="220" actId="47"/>
        <pc:sldMkLst>
          <pc:docMk/>
          <pc:sldMk cId="1968230896" sldId="1582"/>
        </pc:sldMkLst>
        <pc:spChg chg="add mod">
          <ac:chgData name="James Martin" userId="5c604502-4ee2-4081-9f0b-59e4decb0522" providerId="ADAL" clId="{CD9F9381-1667-4751-A642-EBC8FFBDE105}" dt="2026-10-06T08:30:42.751" v="210" actId="6549"/>
          <ac:spMkLst>
            <pc:docMk/>
            <pc:sldMk cId="1968230896" sldId="1582"/>
            <ac:spMk id="6" creationId="{94D653F5-AF09-8470-DEFE-00E3CC601E79}"/>
          </ac:spMkLst>
        </pc:spChg>
      </pc:sldChg>
      <pc:sldChg chg="modSp add mod">
        <pc:chgData name="James Martin" userId="5c604502-4ee2-4081-9f0b-59e4decb0522" providerId="ADAL" clId="{CD9F9381-1667-4751-A642-EBC8FFBDE105}" dt="2026-10-06T08:32:09.910" v="225" actId="5793"/>
        <pc:sldMkLst>
          <pc:docMk/>
          <pc:sldMk cId="164784971" sldId="1583"/>
        </pc:sldMkLst>
        <pc:spChg chg="mod">
          <ac:chgData name="James Martin" userId="5c604502-4ee2-4081-9f0b-59e4decb0522" providerId="ADAL" clId="{CD9F9381-1667-4751-A642-EBC8FFBDE105}" dt="2026-10-06T08:32:09.910" v="225" actId="5793"/>
          <ac:spMkLst>
            <pc:docMk/>
            <pc:sldMk cId="164784971" sldId="1583"/>
            <ac:spMk id="6" creationId="{6F626DD8-A023-1325-1143-E1562D392831}"/>
          </ac:spMkLst>
        </pc:spChg>
      </pc:sldChg>
      <pc:sldChg chg="modSp add mod">
        <pc:chgData name="James Martin" userId="5c604502-4ee2-4081-9f0b-59e4decb0522" providerId="ADAL" clId="{CD9F9381-1667-4751-A642-EBC8FFBDE105}" dt="2026-10-06T08:32:02.467" v="223" actId="20577"/>
        <pc:sldMkLst>
          <pc:docMk/>
          <pc:sldMk cId="3236028709" sldId="1584"/>
        </pc:sldMkLst>
        <pc:spChg chg="mod">
          <ac:chgData name="James Martin" userId="5c604502-4ee2-4081-9f0b-59e4decb0522" providerId="ADAL" clId="{CD9F9381-1667-4751-A642-EBC8FFBDE105}" dt="2026-10-06T08:32:02.467" v="223" actId="20577"/>
          <ac:spMkLst>
            <pc:docMk/>
            <pc:sldMk cId="3236028709" sldId="1584"/>
            <ac:spMk id="6" creationId="{850F6A32-F3E4-D26B-9352-6FCEF8C90729}"/>
          </ac:spMkLst>
        </pc:spChg>
      </pc:sldChg>
      <pc:sldChg chg="add del ord">
        <pc:chgData name="James Martin" userId="5c604502-4ee2-4081-9f0b-59e4decb0522" providerId="ADAL" clId="{CD9F9381-1667-4751-A642-EBC8FFBDE105}" dt="2026-10-06T08:40:58.516" v="299" actId="2696"/>
        <pc:sldMkLst>
          <pc:docMk/>
          <pc:sldMk cId="166317276" sldId="1585"/>
        </pc:sldMkLst>
      </pc:sldChg>
      <pc:sldChg chg="add del">
        <pc:chgData name="James Martin" userId="5c604502-4ee2-4081-9f0b-59e4decb0522" providerId="ADAL" clId="{CD9F9381-1667-4751-A642-EBC8FFBDE105}" dt="2026-10-06T08:45:54.507" v="352" actId="47"/>
        <pc:sldMkLst>
          <pc:docMk/>
          <pc:sldMk cId="749480413" sldId="1585"/>
        </pc:sldMkLst>
      </pc:sldChg>
      <pc:sldChg chg="modSp add del mod">
        <pc:chgData name="James Martin" userId="5c604502-4ee2-4081-9f0b-59e4decb0522" providerId="ADAL" clId="{CD9F9381-1667-4751-A642-EBC8FFBDE105}" dt="2026-10-06T08:40:56.200" v="296" actId="2696"/>
        <pc:sldMkLst>
          <pc:docMk/>
          <pc:sldMk cId="1970001710" sldId="1586"/>
        </pc:sldMkLst>
        <pc:spChg chg="mod">
          <ac:chgData name="James Martin" userId="5c604502-4ee2-4081-9f0b-59e4decb0522" providerId="ADAL" clId="{CD9F9381-1667-4751-A642-EBC8FFBDE105}" dt="2026-10-06T08:37:59.840" v="263" actId="20577"/>
          <ac:spMkLst>
            <pc:docMk/>
            <pc:sldMk cId="1970001710" sldId="1586"/>
            <ac:spMk id="4" creationId="{32606503-7C01-4BE2-8BBF-BABC9BED5647}"/>
          </ac:spMkLst>
        </pc:spChg>
      </pc:sldChg>
      <pc:sldChg chg="addSp delSp modSp add mod">
        <pc:chgData name="James Martin" userId="5c604502-4ee2-4081-9f0b-59e4decb0522" providerId="ADAL" clId="{CD9F9381-1667-4751-A642-EBC8FFBDE105}" dt="2026-10-06T08:48:42.596" v="366" actId="478"/>
        <pc:sldMkLst>
          <pc:docMk/>
          <pc:sldMk cId="2037309848" sldId="1586"/>
        </pc:sldMkLst>
        <pc:spChg chg="add del">
          <ac:chgData name="James Martin" userId="5c604502-4ee2-4081-9f0b-59e4decb0522" providerId="ADAL" clId="{CD9F9381-1667-4751-A642-EBC8FFBDE105}" dt="2026-10-06T08:48:42.596" v="366" actId="478"/>
          <ac:spMkLst>
            <pc:docMk/>
            <pc:sldMk cId="2037309848" sldId="1586"/>
            <ac:spMk id="4" creationId="{66F803ED-9FB6-B11B-8341-59C07AF08FE1}"/>
          </ac:spMkLst>
        </pc:spChg>
        <pc:spChg chg="mod">
          <ac:chgData name="James Martin" userId="5c604502-4ee2-4081-9f0b-59e4decb0522" providerId="ADAL" clId="{CD9F9381-1667-4751-A642-EBC8FFBDE105}" dt="2026-10-06T08:45:09.811" v="341" actId="20577"/>
          <ac:spMkLst>
            <pc:docMk/>
            <pc:sldMk cId="2037309848" sldId="1586"/>
            <ac:spMk id="6" creationId="{0A3F9FD3-3074-F25F-A032-90C98AB421F0}"/>
          </ac:spMkLst>
        </pc:spChg>
      </pc:sldChg>
      <pc:sldChg chg="modSp add del mod">
        <pc:chgData name="James Martin" userId="5c604502-4ee2-4081-9f0b-59e4decb0522" providerId="ADAL" clId="{CD9F9381-1667-4751-A642-EBC8FFBDE105}" dt="2026-10-06T08:40:56.381" v="297" actId="2696"/>
        <pc:sldMkLst>
          <pc:docMk/>
          <pc:sldMk cId="932366495" sldId="1587"/>
        </pc:sldMkLst>
        <pc:spChg chg="mod">
          <ac:chgData name="James Martin" userId="5c604502-4ee2-4081-9f0b-59e4decb0522" providerId="ADAL" clId="{CD9F9381-1667-4751-A642-EBC8FFBDE105}" dt="2026-10-06T08:38:46.553" v="268"/>
          <ac:spMkLst>
            <pc:docMk/>
            <pc:sldMk cId="932366495" sldId="1587"/>
            <ac:spMk id="4" creationId="{5989B2EA-08F8-1BD5-D107-E2DE7F5FD055}"/>
          </ac:spMkLst>
        </pc:spChg>
      </pc:sldChg>
      <pc:sldChg chg="addSp delSp modSp add mod">
        <pc:chgData name="James Martin" userId="5c604502-4ee2-4081-9f0b-59e4decb0522" providerId="ADAL" clId="{CD9F9381-1667-4751-A642-EBC8FFBDE105}" dt="2026-10-06T08:48:52.316" v="368" actId="478"/>
        <pc:sldMkLst>
          <pc:docMk/>
          <pc:sldMk cId="1077735830" sldId="1587"/>
        </pc:sldMkLst>
        <pc:spChg chg="add del">
          <ac:chgData name="James Martin" userId="5c604502-4ee2-4081-9f0b-59e4decb0522" providerId="ADAL" clId="{CD9F9381-1667-4751-A642-EBC8FFBDE105}" dt="2026-10-06T08:48:52.316" v="368" actId="478"/>
          <ac:spMkLst>
            <pc:docMk/>
            <pc:sldMk cId="1077735830" sldId="1587"/>
            <ac:spMk id="4" creationId="{DE232479-58C3-A14A-44CF-A54640B3048B}"/>
          </ac:spMkLst>
        </pc:spChg>
        <pc:spChg chg="mod">
          <ac:chgData name="James Martin" userId="5c604502-4ee2-4081-9f0b-59e4decb0522" providerId="ADAL" clId="{CD9F9381-1667-4751-A642-EBC8FFBDE105}" dt="2026-10-06T08:45:32.467" v="345" actId="20577"/>
          <ac:spMkLst>
            <pc:docMk/>
            <pc:sldMk cId="1077735830" sldId="1587"/>
            <ac:spMk id="6" creationId="{BABACA45-4663-F97F-0EB2-7965C0776B1D}"/>
          </ac:spMkLst>
        </pc:spChg>
      </pc:sldChg>
      <pc:sldChg chg="addSp delSp modSp add mod">
        <pc:chgData name="James Martin" userId="5c604502-4ee2-4081-9f0b-59e4decb0522" providerId="ADAL" clId="{CD9F9381-1667-4751-A642-EBC8FFBDE105}" dt="2026-10-06T08:49:36.396" v="370" actId="478"/>
        <pc:sldMkLst>
          <pc:docMk/>
          <pc:sldMk cId="397985144" sldId="1588"/>
        </pc:sldMkLst>
        <pc:spChg chg="add del">
          <ac:chgData name="James Martin" userId="5c604502-4ee2-4081-9f0b-59e4decb0522" providerId="ADAL" clId="{CD9F9381-1667-4751-A642-EBC8FFBDE105}" dt="2026-10-06T08:49:36.396" v="370" actId="478"/>
          <ac:spMkLst>
            <pc:docMk/>
            <pc:sldMk cId="397985144" sldId="1588"/>
            <ac:spMk id="4" creationId="{8C08ABD2-A8C3-F089-6D70-3E5E0DAFD49A}"/>
          </ac:spMkLst>
        </pc:spChg>
        <pc:spChg chg="mod">
          <ac:chgData name="James Martin" userId="5c604502-4ee2-4081-9f0b-59e4decb0522" providerId="ADAL" clId="{CD9F9381-1667-4751-A642-EBC8FFBDE105}" dt="2026-10-06T08:45:46.711" v="351" actId="6549"/>
          <ac:spMkLst>
            <pc:docMk/>
            <pc:sldMk cId="397985144" sldId="1588"/>
            <ac:spMk id="6" creationId="{B23F2FC6-ECB3-11CA-16FC-F575BEB3122F}"/>
          </ac:spMkLst>
        </pc:spChg>
      </pc:sldChg>
      <pc:sldChg chg="modSp add del mod">
        <pc:chgData name="James Martin" userId="5c604502-4ee2-4081-9f0b-59e4decb0522" providerId="ADAL" clId="{CD9F9381-1667-4751-A642-EBC8FFBDE105}" dt="2026-10-06T08:40:58.357" v="298" actId="2696"/>
        <pc:sldMkLst>
          <pc:docMk/>
          <pc:sldMk cId="3070210803" sldId="1588"/>
        </pc:sldMkLst>
        <pc:spChg chg="mod">
          <ac:chgData name="James Martin" userId="5c604502-4ee2-4081-9f0b-59e4decb0522" providerId="ADAL" clId="{CD9F9381-1667-4751-A642-EBC8FFBDE105}" dt="2026-10-06T08:39:21.133" v="277" actId="20577"/>
          <ac:spMkLst>
            <pc:docMk/>
            <pc:sldMk cId="3070210803" sldId="1588"/>
            <ac:spMk id="4" creationId="{AD0A5CC4-CD21-61E8-2BCA-4E115125EE9B}"/>
          </ac:spMkLst>
        </pc:spChg>
      </pc:sldChg>
      <pc:sldChg chg="add">
        <pc:chgData name="James Martin" userId="5c604502-4ee2-4081-9f0b-59e4decb0522" providerId="ADAL" clId="{CD9F9381-1667-4751-A642-EBC8FFBDE105}" dt="2026-10-06T08:48:38.419" v="365"/>
        <pc:sldMkLst>
          <pc:docMk/>
          <pc:sldMk cId="960007539" sldId="1589"/>
        </pc:sldMkLst>
      </pc:sldChg>
      <pc:sldChg chg="modSp add del">
        <pc:chgData name="James Martin" userId="5c604502-4ee2-4081-9f0b-59e4decb0522" providerId="ADAL" clId="{CD9F9381-1667-4751-A642-EBC8FFBDE105}" dt="2026-10-06T08:40:00.926" v="282" actId="47"/>
        <pc:sldMkLst>
          <pc:docMk/>
          <pc:sldMk cId="2104736677" sldId="1589"/>
        </pc:sldMkLst>
        <pc:spChg chg="mod">
          <ac:chgData name="James Martin" userId="5c604502-4ee2-4081-9f0b-59e4decb0522" providerId="ADAL" clId="{CD9F9381-1667-4751-A642-EBC8FFBDE105}" dt="2026-10-06T08:38:25.967" v="267"/>
          <ac:spMkLst>
            <pc:docMk/>
            <pc:sldMk cId="2104736677" sldId="1589"/>
            <ac:spMk id="4" creationId="{629C1C15-D002-CE7F-961B-3C94759F477D}"/>
          </ac:spMkLst>
        </pc:spChg>
      </pc:sldChg>
      <pc:sldChg chg="add">
        <pc:chgData name="James Martin" userId="5c604502-4ee2-4081-9f0b-59e4decb0522" providerId="ADAL" clId="{CD9F9381-1667-4751-A642-EBC8FFBDE105}" dt="2026-10-06T08:48:49.242" v="367"/>
        <pc:sldMkLst>
          <pc:docMk/>
          <pc:sldMk cId="1638901208" sldId="1590"/>
        </pc:sldMkLst>
      </pc:sldChg>
      <pc:sldChg chg="add">
        <pc:chgData name="James Martin" userId="5c604502-4ee2-4081-9f0b-59e4decb0522" providerId="ADAL" clId="{CD9F9381-1667-4751-A642-EBC8FFBDE105}" dt="2026-10-06T08:49:31.182" v="369"/>
        <pc:sldMkLst>
          <pc:docMk/>
          <pc:sldMk cId="3815055462" sldId="1591"/>
        </pc:sldMkLst>
      </pc:sldChg>
      <pc:sldChg chg="add">
        <pc:chgData name="James Martin" userId="5c604502-4ee2-4081-9f0b-59e4decb0522" providerId="ADAL" clId="{CD9F9381-1667-4751-A642-EBC8FFBDE105}" dt="2026-10-06T08:49:41.649" v="371"/>
        <pc:sldMkLst>
          <pc:docMk/>
          <pc:sldMk cId="452675304" sldId="1592"/>
        </pc:sldMkLst>
      </pc:sldChg>
      <pc:sldChg chg="delSp add mod">
        <pc:chgData name="James Martin" userId="5c604502-4ee2-4081-9f0b-59e4decb0522" providerId="ADAL" clId="{CD9F9381-1667-4751-A642-EBC8FFBDE105}" dt="2026-10-06T09:02:44.449" v="391" actId="478"/>
        <pc:sldMkLst>
          <pc:docMk/>
          <pc:sldMk cId="1566248627" sldId="1593"/>
        </pc:sldMkLst>
        <pc:picChg chg="del">
          <ac:chgData name="James Martin" userId="5c604502-4ee2-4081-9f0b-59e4decb0522" providerId="ADAL" clId="{CD9F9381-1667-4751-A642-EBC8FFBDE105}" dt="2026-10-06T09:02:44.449" v="391" actId="478"/>
          <ac:picMkLst>
            <pc:docMk/>
            <pc:sldMk cId="1566248627" sldId="1593"/>
            <ac:picMk id="6" creationId="{41B9D6FF-4063-D96B-0CE9-BC0DB8445928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10ab001f5b_0_8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g310ab001f5b_0_8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B5697764-FC8C-5240-90F6-2282DEC85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63F72E36-EBEB-AD6E-7755-9B944BB6BC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5FDAC4EB-3F75-AC99-B9F4-E92D0F64D8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544796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AD08CF4-7294-9535-11ED-88931D484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A0B6775-FB52-F355-97A6-7A8B284906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4071038-3060-D995-A9CF-CC9EC8DC57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88250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8619168-FF7A-C074-1670-74B15F2BC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3F0A995-FA18-0B4A-93A7-BCE9FAFBD4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0D0F419-48ED-7791-B98D-72555AB23C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934179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4A7AFA9-A1C7-F17B-9207-A94556AAE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6A17A3E-3574-E4AA-E30B-E4CF504E47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A826ADC-6C1A-1FFF-B65B-333B084934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646812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5783B4A-58A1-B6C1-6AA4-1C806CFA1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F79B484-F2A2-24FA-306D-D664A5F27A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21CFB4E-9346-A2FF-9921-A04E5EF918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59186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B474BEC-E38B-97AA-A1C7-CB25841CC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CAD89B3-07FD-BD06-FBA1-8AE2A204B7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B7BAAD7-E6AF-F681-0F2C-911F2F7304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909502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2CB1C23-FE25-6FCB-8117-60F56695D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E2D8244-3789-E7F9-C796-F44A22CB66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E109C68-AAB2-898C-EF65-38628ED9A0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137656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5FE27F2-0F21-48EB-DB11-77133F949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59173A1-6F4A-4C11-92A9-4288F5E45B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15A79B5-13D2-CE32-2F0D-2460978397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44471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AF0561B-7489-16BA-47BA-0BBBAA42C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022623E-45A0-BCEA-6157-8336AF407E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95D7AD9-C12A-75FB-073E-4D9964BB756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643438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FA76E96-AC60-30A6-5FB9-DE50414D8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31235E1-F8C9-E269-5260-178D84D6A2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10B08EE-68FD-7968-C9FD-4021C68F2C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3863383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CD416F0-69AC-86A3-867E-FF96D850F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3895E59-65CF-6D4C-3523-E4CB9500E6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FE45D68-523E-F3CA-7ADD-4BC254C833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553600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5043BE1-7823-52AE-CF4F-218169CF6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7612143-1799-56CB-EC57-A4A5D2AE2C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9422BA8-F91B-D0C9-3770-80DE952962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385983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B318D94-6EB5-399A-BE09-71760A058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6C1ED8C-D518-8866-D821-5C0A74B385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77459FA-8D73-BE3C-440F-89FF92AAF7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804809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658A594-57F2-827B-D988-A355FEC6E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FBCC117-AA41-7574-13F5-45D8CEF6B0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71358FD-B31C-D24B-CDC1-AE9DDF13BE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526942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C2CD9CF-93E1-1F71-6104-BA02CE4DF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B8EC188-2B74-08B9-157D-B34BED3E48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34EFD36-A296-0C6F-CAE8-31A29D1598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579740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0B13D46-E03A-D6B9-B24D-DF5A601B0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67753BE-0BE1-5A1E-D13B-070CD58F27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0AE2464-7297-28B6-1B31-5CC5DA2D36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5682876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0792BF3-9337-DDE4-2F78-2C83AC0EE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9179548-5891-B367-514B-D81F8CA9D8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5228A8D-F5CA-2AA5-B5F8-7F6495C8D3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376005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3CD5A50-B5EE-F447-6663-E08E24BE86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B5C9A4D-C6CD-F95F-CD81-4FA2C1CDAF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D614008-C5C3-0634-19CD-964B5C92D1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7838065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F58B0D1-17CD-2E53-993D-8A7E26BDF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AC88280-52D2-116E-9D3C-C9A2B10EF9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199177E-E340-3C88-6404-94A309C642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5145454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AD9C2E5-483B-9E10-C120-2419FDAC7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42C214B-8A27-FB13-C49F-1C80D8C432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AEE2C0B-B71D-EBA9-BA48-9D3CAAC932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722312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9E7FA54-1772-A02F-4350-CB9A40F77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450E2E0-0C8E-ECEA-236A-F41688B7CF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F35907B-ADE0-3748-9DBC-F89174A544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1194724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461266D-1FB4-8A21-3763-A26A641BF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A84DE22-1994-702C-8849-6B970A04E9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A4F90E0-0637-7365-426B-84AEFD1D61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8192154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D9486B9-5633-2A57-BA34-79F65E40B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B071A22-9F83-B0D0-4C41-E788505E86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923F319-A82B-F701-5BE4-6BE445D449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275070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F344FB1-7D76-1DF0-B1A1-B4A992E61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D7F1E85-CB90-0725-B9ED-FC4CBFCDD7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769C661-CCC7-44DA-C8BF-DE50E0C9F7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8684688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FEC950A-1001-BAD3-4EB8-7B61E1AB8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19FF421-D27C-96B0-2532-784BF0B6C2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D68D1BE-90DA-2C20-68A2-37A4F1A19E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7163583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96A8FB2-6B6A-2D90-F57E-90EDD28391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82D99D6-A96B-611C-A162-C6A841E081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9E8EC05-8D0D-A302-BDB3-6BDC034D34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8629814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A1A4008-8166-43DF-B541-135EBDD09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12DE0A6-C2FE-4B69-4C28-EBA76B2675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498C599-4005-2754-FE1C-DCEFFD15E5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4012044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B7836AA-29F6-598E-A032-79ACAC23E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84AB31D-AC79-D043-3040-B973B068B8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C9CCC8E-E3F7-3FC5-4B13-2DF5DC68C2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4464459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F32EE06-2593-AE15-8A3A-190FE068D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24C9F88-6B4F-A5A8-24BC-8919EFFA10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DFA53CF-6096-5EB7-5A25-DD0E7ACB5E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4707563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4C195CA-6825-F075-3649-67D2C50B1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2CA57CE-5672-5241-73A2-CA1D2399C6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1786011-F4D7-D902-DF82-B558E743DA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4515535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D6C7728-F3D1-DB9E-B79D-C24136403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C76534D-5344-3F7C-7C5F-D63FE1CA5A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1CB4E34-9A3F-548E-975F-58600B3015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509321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E8DCDDE-3EFA-6CE1-96ED-F0FCDAC8A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2F70C3B-85CD-6F14-0892-103E741295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911581D-90EA-0896-17F0-11BFB55200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4711449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7FE62AA-86C8-1F1A-EBA6-58617F2CF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F558BF9-67A3-4DE7-DC69-3D55F0264B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22FA1D8-0155-43B0-41E9-37EC04A64F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9389575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B4896D6-F85B-7B61-4070-3A2DABFAE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C305247-702C-AFB8-B160-9D9325DA5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5A519F1-B85A-F10C-D2E2-9086CAF940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8277799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68FA964-8E54-9C3C-E4D2-68B7AF188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1683842-92BD-8203-76BB-964687BBAC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AE7D4C0-A018-C488-1604-6A9723A1A1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3227426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47BFB18-4F96-924D-75E6-3DE7A5596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A3CD1E0-05D3-0014-04BE-603BED932F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14D2BE6-B9A7-3974-CE14-5BEF48E365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6596401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25EC789-7723-555C-1B28-A7C5B4F4A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0B8F190-16C6-934C-7933-80E8F14A17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30BD3F6-6103-7E4E-78B4-614A3B6850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1159885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241A8B6-A3BD-E1EC-2976-EFEA9F4FA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639A35C-1F24-DE35-ADCC-D6A7CFA9F6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5E74B83-EDDB-81B7-4B97-D4663626FA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1650000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2B6EF7F-183C-2FD0-3B90-C3E11A859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9F3C728-6571-3D47-7838-A4C13A849C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A3468C1-F580-756C-AF24-7013964544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5207527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56B685F-687B-D712-B32C-0F5CC9939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DCE23A8-AA8B-9FDC-F30D-EE8CFB2692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CB45060-D170-EF96-C03E-79FF977AFC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8670298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7B49550-EEEE-3185-A208-57B82710C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E914D10-F33A-C8AC-7401-BFA80C3793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5593666-BC3E-87DA-EF97-33C5105109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4639923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38B8BCF-3A66-A195-B921-CAF2A8BDF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FF7277D-6421-EA0C-FBAF-9EB19E7B71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34DFA88-CF10-F9B7-9EB3-502C4D66E6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7793476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4067CE3-D719-3193-CD2D-4393DD2AF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7530D94-FDF1-E5FA-7458-08F640D34C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9841280-2F85-4F54-1A7E-91BA585900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922350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9D8D766-7F73-C2C0-9A4D-29B9B27C1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3D78562-AA26-A82B-2C34-46389D5740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A3AD86F-B986-1645-38F8-620CA91B8A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4052298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3D0F048-2F7E-9A31-FE84-409EE2454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8DDE97C-2B3D-2761-242B-B5365CBEC5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DFCDE69-A9A8-FFA3-36D8-DCA9D160C0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1186660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F9A0A4B-35A0-EEF0-9BBE-9ECF39B17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2A33BBD-6580-B18D-E5C2-4C36134417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49A420E-5192-2A5C-417B-19923CAA69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7183612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CB309F5-ED63-6C94-B4E4-68EC8D233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E2B9109-384E-449F-E477-6817BF8FC9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9A0A161-48C5-35BF-1EC4-CB0706E6B3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9161248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7990522-EAA2-1849-549E-9AF36C060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AFCB666-9922-6ED5-B97A-66440A3084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7CAD2D6-1AC9-C161-3872-2282D2F986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3857930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CF14398-7152-85A4-FD13-EBFAD2246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CCD9E27-42D3-D6B2-9FD1-AC61696A76E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27C9F80-41D9-38AE-7CEF-16D10FF5AA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6746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94FEE40-E8BE-1B96-7301-C8FCB9D33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779D45B-E149-38AE-E921-41223FF542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B25122D-85DC-FBEA-7FEB-4CC2D1A798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6612547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8B9D995-6FC3-997E-7D44-0587CA1C1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D916751-1748-8CAF-6995-AEE29B3D17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7A598CF-B5FA-0B15-44F9-0ABB217241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726536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18B2DB5-9F2D-CAC0-4E74-409E36016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5BC56AA-5E45-C1BD-EB2A-7A693B25BA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5DA6AF4-0E72-FABD-87C9-3B02EC0110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849385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9A0CE23-CD70-4627-2E01-5928DAA6F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1DBFF85-1504-20D2-5302-22D4FB32DA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E84929C-3452-E78E-3E8F-0179983DC9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0699391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196C1BC-F2C5-5874-96A9-3FA487ABE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989C1FF-9535-4193-876C-E7D269418F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EFB0D11-9E97-1120-715A-2DB346C231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49884933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3CCD62E-6CE6-D53D-6340-CED1DAA4B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F4D438A-4188-5E38-FDFD-CBF3141E8E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47E707F-EC3E-AB65-BAA3-47502AB6A8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0445877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BBC6A2A-5FE3-0F29-3C02-8D9242959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8F6DE62-0532-073D-6B85-60FFE63EBB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A6FD955-CB66-F20B-5381-DD9015FE22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0889640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16F7F22-A285-476A-3C5C-B51C1E7DA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52CCA77-4C19-2B0A-2912-B614221099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18DEC90-6DF8-B5B0-7A52-318EC64D56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5240020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0885B6E-E21A-9369-2A29-AE94D86DC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5E442E1-F6B9-178C-3DDA-6B5BF1ADF3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CA16EC6-3820-9758-3F82-CECBA3B513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5371700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36B47DB-C13B-7DB6-DFD9-4605881D7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0153233-FA10-869C-09C8-9342BBBAC66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DB6D664-2CC1-C095-EBAD-1A55876AE7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85033334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200884B-4FFD-7C49-1DEC-7859DF638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E635272-946A-3862-9A4A-64E4760BD7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D75AF69-6ACA-0031-2375-1021034924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3956540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737C569-9380-EE38-20F8-85F5EEFE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71E97B7-AED4-B02F-3BC4-D3A891FE46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594C21A-E9A9-D754-096E-959FB6FC94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8083072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4482115-3DEF-723D-5262-AC221A73C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27603C9-F538-DCC0-580B-B4508ADEB0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8106768-C8C1-CE5E-8FB7-D7612A9B6D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729533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B0678A8-0BA0-D65D-CBEE-D0CB0955E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A6F9037-314B-CECC-ED77-3C111FC42E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B6D34BD-3F41-C79F-532E-B4B05EA4D7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5269807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42A84F4-C7EF-B3A6-75CD-C8B2D8897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1FFB96E-9346-BC48-8B48-EAC08C7E7A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9364654-3A2F-E025-0FCC-C267D67C76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99250059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E2C92B5-96FE-64EF-CCE9-6B83EF919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6A933B4-7528-9C6C-6E28-E323BEB039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2AB64D7-8F9F-6DA0-0C7B-7EF5EE2A08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4604972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D03058D-870F-15FD-A503-570A746D1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98C2C35-AF46-B6C6-F257-4DFB36DF48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3137086-623D-4931-E852-25E20F50EE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03298968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0C7F9FA-6938-F8D6-4AE9-2FAD4B7A3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A66F02A-A790-5DA9-6A9E-0EE59AB526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4800DA3-0486-F787-C375-56DEA402A0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92025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2F42185-65BF-D665-50C0-CFB55E599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8CE3DA3-7D85-DE3D-3774-ED0AC3971F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C98A3E6-E6C5-0F12-8416-420A322314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196697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6059822-CA36-1F5F-B28F-179126280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E2AEEDA-3E3F-6E11-6B34-0C1EFF87B1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64B9BCA-EAD0-0688-9D59-E942F6409C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13083339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3A3E8CB-AA2F-0ABF-F52B-E1871F934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DD21D7F-B8C0-E8F8-99FD-549364A1C2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20BA7B2-6FD4-9443-1A7D-EE4D283A7C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6869098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63C551A-4FCA-586B-FC14-B9F837356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80DF672-386A-48EB-A4EF-D7F4EA3A96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83C466C-3DB7-B7B2-A6C4-551B9F4D48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08826627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113E23B-4A73-3458-29B2-C9F7D0E43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F7F927B-CD9A-12D3-5B12-11950DC588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50B7787-8078-18CE-64B5-09E5EA1D83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60453757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240D0EB-BC0F-D000-5ABE-D1CABB7C1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FC190D2-5059-4334-4DE1-63B39BB0BC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2E0C8A9-9BAA-19AD-D004-7D78ECC1EE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75053410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5D11ECC-5D1C-A203-C3D4-48E5CDD33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2C988E1-F027-4833-EF68-7D615BD7C0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F87B1EC-BE99-4E7D-F2AB-1223368664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8382636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572F91E-DD59-3096-3662-B781D0C65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B590749-42D7-1B61-4040-A3B5F0FB23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5356C39-2015-B080-8E9E-53FDA281E4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9324547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6266F3D-2C83-354C-5E7A-6F60AC706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01D43BC-B486-205C-6238-AC226A55B1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27590C1-1227-A92B-6679-CD125C6776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456845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D2D447E-7547-5A0C-AACB-4A549C09F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F919192-0DD9-80FB-B96E-FCE3151CA9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9FE4307-B58E-C056-3AFA-C9F07453CC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34550449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172CF1E-27F7-FEFE-4003-2A495B58D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451C73B-E266-F906-64C1-11BD41F3FA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8E495CA-D439-731C-3B82-84B9ACC22A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6491894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1E0FE96-569C-CA0D-DB9A-EB19F62EB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9A1D00F-7697-BF79-3FAD-0C0BDAE5E9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0130C62-9C82-9E9C-B602-621BB62DBB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5043928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D6CC97F-3DCA-6CA7-8D1C-FF12B73D7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DDE68C3-EAB1-6F08-AFA3-660068D2CA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4DFF87D-1578-7CFA-1839-5D04B779A2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0489702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0E97870-4C59-BD56-D1C6-60D3BD7F0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14BA3B3-3E86-E722-82D1-91FBA7D3F2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396317F-82C0-3D96-B456-97F55B7B47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38542659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651112D-3FEF-D08E-D4D8-DD7EE5B2E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89DB85E-62A7-8C71-BB3D-4AF7C6F9C4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53B9AC2-3826-9C35-4C93-9C91540B1A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9240651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64F9EA6-3BE5-269E-C3B5-DB5F6FE28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ACBC8A3-AA50-B0EE-6BF3-D47E588827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BF67E94-66F5-9FCF-BDA3-6E47404749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1863242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FF97244-B864-BB22-52FE-A0279E14A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1F3B772-D181-F7B9-EF7B-F52E27B9A5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82D3114-8FF6-E7C4-2CBE-E9423AFDFF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8886869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8095C20-4296-7B9D-9582-5A20F91C0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F469335-F3B8-0EAD-3C59-FB44C784AC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0115F2D-7DF5-8D87-1EE2-2ED024F6BD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89941265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0795E31-8CFA-1AD7-E50C-061854EB6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7A0A935-0E4B-A464-15E3-7FD3EFECDAE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1BE822F-0F38-F4EE-80EF-4A90A657D8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2146125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CAE7821-BD64-2119-3A93-E6331BA95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55E776C-A45D-A1E6-7F07-DDECEF8534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03A4314-4187-05E7-39F4-333675FD4C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9907608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97C06B4-2F7E-5D3C-DD7B-552B124C6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696B2E7-9247-72C5-E46C-0384E85604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633270F-F6BC-42F1-F8A8-6A213BDD77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43715613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69004C9-8F22-E285-632E-0D5E240CD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083E3D1-254E-9242-7DD0-AEFE8A2B08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6EB8968-53B4-C895-B1F6-B92869C9B8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40936545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510D133-92A8-7BAC-6F18-D46C07276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4AB567A-F5A4-18A0-D50E-FEAD645386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2E56093-6233-E600-8214-FBD7EC7629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10677049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3C27104-55F6-5BFC-3DCC-5AE389EDC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B4AB9C4-19F1-1DC9-D545-EC9D5BD004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2D8B0CC-4008-CE93-7D58-12BC3DF467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30775104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0AEECB8-5C06-DC3F-2C5A-B75482EF2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C3E0F85-7470-28BF-2377-3AEDBC6A15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B497331-D0F8-9446-A213-D9036EB1D3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40644206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7479716-2C4A-2571-CFE9-12BAE156B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70E7CBF-7FA5-5461-1BBE-7D3CAC929D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7A9FEA9-DA95-9D97-75EC-34D3FBEC5D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7173964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89A76EC-D0DF-F05E-15C5-6E76B42E3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A8B3DDD-CFC5-AA34-FE90-50C2907A92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FD30839-6D52-0EE7-6C46-D8581396D7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445288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7002B8E-1E7E-6B3A-B0CA-7EB2EDE89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C560409-44CA-29F3-9960-A555D09B19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A22C415-F1B0-EBE5-C442-DD33877B76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65381812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EC2CCD0-F1E3-90D5-B619-80C769D33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A390CC3-6AFB-16FC-1F8D-4EBBE4245A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C87E278-28BC-2B98-E711-D176AA9250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72713516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8123A0B-BB0D-78C0-EEF1-A3F59B19E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2B2926F-ADC8-87BC-71AE-A41560B1C6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64428F6-09A0-6E27-C15A-8AB7E28780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14654968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4CF66E6-4F0A-47E8-E07A-714A335C7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F179304-76FC-9C4B-20DD-61CF764AE3B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F1C4393-A097-6B22-42DA-C285E4A92C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285532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D35360C-1FA0-35F6-833F-CC43BF34E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79DB4D6-A7C6-0FAE-CB7C-299B946A6B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F7DB03A-89F3-F7CB-9BF9-6F63FCEB88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82716997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41D8A7F-4E06-3109-F3C8-D01C96EAB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1CC2622-3FDF-D054-E1DE-BE8FAC4783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D5C2328-81FF-F62F-77F9-BC3086726D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3282006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CB367F8-2AFF-46C4-99D7-7894C73B5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C365347-5130-4732-57D4-CA9DC8EBB6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A1E66A8-C67A-13D0-3A43-9620CF2EEF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9123740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827C37A-1D59-BD88-38F0-8BEE8C6A7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685F66A-CC62-9265-46E7-3C06462B50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4FC3C01-C686-E8BC-9971-2D41A830A0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83264602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8000"/>
              <a:buFont typeface="Calibri"/>
              <a:buNone/>
              <a:defRPr sz="80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>
            <a:off x="1207658" y="4343400"/>
            <a:ext cx="987552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 type="secHead">
  <p:cSld name="SECTION_HEADER">
    <p:bg>
      <p:bgPr>
        <a:solidFill>
          <a:schemeClr val="lt1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8000"/>
              <a:buFont typeface="Calibri"/>
              <a:buNone/>
              <a:defRPr sz="80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5" name="Google Shape;35;p4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6" name="Google Shape;36;p4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7" name="Google Shape;37;p4"/>
          <p:cNvCxnSpPr/>
          <p:nvPr/>
        </p:nvCxnSpPr>
        <p:spPr>
          <a:xfrm>
            <a:off x="1207658" y="4343400"/>
            <a:ext cx="987552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4937760" cy="4023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body" idx="2"/>
          </p:nvPr>
        </p:nvSpPr>
        <p:spPr>
          <a:xfrm>
            <a:off x="6217920" y="1845735"/>
            <a:ext cx="493776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5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5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2"/>
          </p:nvPr>
        </p:nvSpPr>
        <p:spPr>
          <a:xfrm>
            <a:off x="1097280" y="2582335"/>
            <a:ext cx="4937760" cy="328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3"/>
          </p:nvPr>
        </p:nvSpPr>
        <p:spPr>
          <a:xfrm>
            <a:off x="6217920" y="1846052"/>
            <a:ext cx="4937760" cy="736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body" idx="4"/>
          </p:nvPr>
        </p:nvSpPr>
        <p:spPr>
          <a:xfrm>
            <a:off x="6217920" y="2582334"/>
            <a:ext cx="4937760" cy="328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6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with Caption" type="objTx">
  <p:cSld name="OBJECT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9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body" idx="1"/>
          </p:nvPr>
        </p:nvSpPr>
        <p:spPr>
          <a:xfrm>
            <a:off x="4800600" y="731520"/>
            <a:ext cx="6492240" cy="52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body" idx="2"/>
          </p:nvPr>
        </p:nvSpPr>
        <p:spPr>
          <a:xfrm>
            <a:off x="457200" y="2926080"/>
            <a:ext cx="3200400" cy="3379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9"/>
          <p:cNvSpPr txBox="1">
            <a:spLocks noGrp="1"/>
          </p:cNvSpPr>
          <p:nvPr>
            <p:ph type="dt" idx="10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2" name="Google Shape;72;p9"/>
          <p:cNvSpPr txBox="1">
            <a:spLocks noGrp="1"/>
          </p:cNvSpPr>
          <p:nvPr>
            <p:ph type="ftr" idx="11"/>
          </p:nvPr>
        </p:nvSpPr>
        <p:spPr>
          <a:xfrm>
            <a:off x="4800600" y="6459785"/>
            <a:ext cx="4648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3"/>
          <p:cNvSpPr txBox="1">
            <a:spLocks noGrp="1"/>
          </p:cNvSpPr>
          <p:nvPr>
            <p:ph type="ctrTitle"/>
          </p:nvPr>
        </p:nvSpPr>
        <p:spPr>
          <a:xfrm>
            <a:off x="956602" y="1639558"/>
            <a:ext cx="10359000" cy="13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r>
              <a:rPr lang="en-GB" sz="3000" b="1" dirty="0"/>
              <a:t>Lecture 5: </a:t>
            </a:r>
            <a:endParaRPr sz="3000" b="1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endParaRPr sz="3000" b="1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r>
              <a:rPr lang="en-GB" sz="3000" dirty="0"/>
              <a:t>Consolidation</a:t>
            </a:r>
            <a:endParaRPr sz="3000" dirty="0"/>
          </a:p>
        </p:txBody>
      </p:sp>
      <p:sp>
        <p:nvSpPr>
          <p:cNvPr id="102" name="Google Shape;102;p13"/>
          <p:cNvSpPr txBox="1"/>
          <p:nvPr/>
        </p:nvSpPr>
        <p:spPr>
          <a:xfrm>
            <a:off x="2897084" y="3907028"/>
            <a:ext cx="8280600" cy="17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SCIF10002 – Introduction to Coding and Data 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James S Martin</a:t>
            </a:r>
            <a:endParaRPr sz="1800"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22</a:t>
            </a:r>
            <a:r>
              <a:rPr lang="en-GB" sz="1800" baseline="30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nd</a:t>
            </a: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October 2026</a:t>
            </a:r>
            <a:endParaRPr sz="18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3"/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0/11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AF0FCFE3-F53F-1F10-DB17-53453D955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E338D5AB-3BCE-1D17-D4C1-EB790F42F0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8AE9F370-5020-1A70-B326-C6D88785E712}"/>
              </a:ext>
            </a:extLst>
          </p:cNvPr>
          <p:cNvSpPr txBox="1"/>
          <p:nvPr/>
        </p:nvSpPr>
        <p:spPr>
          <a:xfrm>
            <a:off x="1211100" y="1829365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5: Consolidation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Recap: The Course So Far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Tackling Difficult Problems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A Worked Example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</a:p>
          <a:p>
            <a:pPr marL="457200" lvl="0" indent="-342900">
              <a:lnSpc>
                <a:spcPct val="90000"/>
              </a:lnSpc>
              <a:spcBef>
                <a:spcPts val="1200"/>
              </a:spcBef>
              <a:buClr>
                <a:srgbClr val="D9D9D9"/>
              </a:buClr>
              <a:buSzPts val="1800"/>
              <a:buFont typeface="Calibri"/>
              <a:buChar char="●"/>
            </a:pPr>
            <a: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Lecture 6: Introduction to NumPy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Recap: The Course So Far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What is NumPy?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NumPy Arrays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Arrays vs Lists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389FB70-0BAD-05B0-9E1C-55482FB62D1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694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A989487-E2E5-EEDA-E3C9-D183B58E0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85B98C6-5D44-C780-5278-EC79E514F1B4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A3C5A20-8AD9-8206-E760-25F2E04EC3F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F1465CC-F741-3C0D-89B0-368DF9113279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6F14956-96D6-B6D7-A7BE-43250D5FB21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43133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21CB981-437C-1720-E924-BDC0B9E79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959B6F7-D439-FDE2-1CD8-7CFC3DF8CBF9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09F18B4-0339-9565-CDCC-9F99F003C1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687577D-85F2-6A07-B0E6-489295C456D2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07D612E-34E2-CFA4-793C-97B04BBDA4A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C1901DE-9F20-6D80-5839-2ABBD988E74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58A51F0-72DF-7207-4A3C-F0B41D821A8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63638" y="1084421"/>
            <a:ext cx="3742282" cy="78501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266512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2166DCF-C0BC-3E27-DD5A-69DCA568F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C8180DE-2667-425A-30DA-BF423C0189F4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D4A7EAD-2D84-371F-9C0D-F6FF175C4C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35DC138-DC88-AD72-68A6-31E89D60D6F9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2F784F4-B2F7-EE4C-8F98-B4D915BC2EC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E8A53F1-D926-4B9F-E76B-BF5C47CBFB3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B77247E-D74C-3AEB-4C95-734EA6A6A18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63638" y="1382486"/>
            <a:ext cx="3742282" cy="48695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200479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5B0F641-CCBC-0183-0F1A-7CAE79C21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F57C8F1-276E-5F9E-ACB5-BC285FDC3E69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3601946-D256-3B95-A831-E4BEA1FAAA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3FE41A2-7B5C-89EB-3ED9-246887A77A66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5487D58-0976-0B99-8612-ACA9C43DF0F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D74A4D7-016F-6519-F189-8B3DB7CE677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11F6A47-49C1-2E00-F0E8-5A13B88A451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63638" y="1585001"/>
            <a:ext cx="3742282" cy="28443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425638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42813CE-F367-FC17-79D1-1E9BA38DA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0AB6C2-755F-B031-681D-440AB29983D1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4B72E78-1C80-B8A5-2E52-A12994FA7CE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6F17952-A513-C462-1714-D00A7EA04A52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1C96CA46-AA29-8CF8-7CC7-B79CC4CE0C9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57E9530-8A35-A234-A0C8-F53163C1BE8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769455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8B77550-AF38-7DF3-A025-0FB4D32C0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6EFB969-DA4B-1AEF-4964-D6543EAC91D7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0FEC612-77F0-7EF0-EF53-10210400C7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1A87FF5E-1371-4169-5A62-DB57DA75DC3F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Conditional Logic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C5595DD9-9545-E8E4-8BB8-368AA3781AA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3C29C8C-13A3-FB9F-4C05-9D9054ED9DC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4748F33-FF92-5AAA-EF90-77858E9061C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00800" y="2271126"/>
            <a:ext cx="2253259" cy="14848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E056373-F420-8161-FD03-B9E77E09B550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39301" y="2356251"/>
            <a:ext cx="2146300" cy="127594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049357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8CE9DCB-8BE8-788C-E412-94A9AEDCC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ECC3F1B-2BA9-D8B2-B6F4-0403DA8070E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0E31275-B461-F6DD-8D6C-4C23FCB86E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2067CA3-F7E3-FBEF-68C8-E8569CEAA9BB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Conditional Logic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9A0DBB1-BCC0-FFD4-368E-CD94FD40B0D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A272208-0A1B-488C-1453-EFDA4E8B768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EB532F2-3658-2039-170B-D16C6AC55E4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00800" y="2271126"/>
            <a:ext cx="2253259" cy="14848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87A7129-DD33-562E-2A25-322C18F43CEA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39301" y="3080657"/>
            <a:ext cx="2146300" cy="55154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38172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18888A3-A2FC-C019-2D81-BEC96E385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DCE3C98-FD3D-1C92-B00F-0F03B604426C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453A5D8-35F7-6CA1-0076-754C7A4288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43CFC82-4F9C-33A8-7D6D-E57163DA4B0E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Conditional Logic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30DB4BD-42E4-2E3C-8DEC-E808E9ED337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B9E767C-2152-CD3F-D5E4-DC25D7F68AA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FFB8D53-8F16-FA9C-036B-B87FF4CF3FE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00800" y="2271126"/>
            <a:ext cx="2253259" cy="148482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220687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A9F32DE-02B5-7054-02D5-39C0F2971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793BDA1-2C62-7D1F-1D11-F0B64D6F3E3B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0E61A84-468B-DFE7-9F26-988573EB5E1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2CD67A3-5F69-05F2-182C-506E5F332DF4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Conditional Logic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F51C784-8512-C7C6-48DC-1B604BF4355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2AA6F25-C5DD-55C3-581B-D3E4338F12D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82638A9-A93F-13AF-E023-C5AD114FF0F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00800" y="2271126"/>
            <a:ext cx="2253259" cy="14848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B250CB1-E5FC-383D-8518-3F20B839197F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08887" y="2271126"/>
            <a:ext cx="2900084" cy="19063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2FC84D9-47F7-BC9F-66E3-0A5C82935E63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66402" y="2343538"/>
            <a:ext cx="2785054" cy="179108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302154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FCC6F24-E1F8-E6E5-8877-BF634BDC8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9D906BC-2423-CE1F-CCFF-50D875FEBD89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339BBB1-9D57-3498-7352-DF5AE5A6777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9BB36A3-B478-D8C9-95CE-5A64D3AF28FE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Conditional Logic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C97253F-5160-2724-05A0-A6978124C28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5C37094-130D-807F-3917-14D7ED83EEA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99F47B6-C169-EC6B-EB72-C5426A13D54B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00800" y="2271126"/>
            <a:ext cx="2253259" cy="14848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7AB17A0-12BA-04F6-0EEE-5D02B02C2D0F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08887" y="2271126"/>
            <a:ext cx="2900084" cy="19063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4117166-06B5-A803-E336-FD7A40F05126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66402" y="3080084"/>
            <a:ext cx="2785054" cy="105453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650894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39AC686-1BC9-60C2-BA31-0CC378007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C3B4A5F-8AE2-9B07-A05E-69568E9514E9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3429C89-83C7-ABD2-A752-99F54A5130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E500863-3EB2-7F04-DCC8-A3867B99C6B4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Conditional Logic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4E77377-35EE-7879-BD65-97E2CFFF2B4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EC60213-399F-7C62-CA31-AB80E1BE38C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56C5F50-8B01-EE66-B19D-395B0B6C4D2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00800" y="2271126"/>
            <a:ext cx="2253259" cy="14848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6F91E6E-6E88-F1A4-E031-7D35B6A778C5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08887" y="2271126"/>
            <a:ext cx="2900084" cy="19063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0E8BD5E-BCE0-6499-5680-4897384B4249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66402" y="3429000"/>
            <a:ext cx="2785054" cy="70562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470590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A6738A6-8E3A-2706-B036-DEF60C78F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713E47F-FB1C-F880-603D-3B2A242CCE9B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731ED8D-5C29-A99A-579C-5C9923DB22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53CF23BF-FD0D-9B83-B88A-2BC4CA60F82C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Conditional Logic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C335680-6B38-EFC5-B118-870EB2FC0BB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BB757EF-B5E0-CD94-B987-50DB1EB54B1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BF49437-4449-BFAF-1CBB-27747D7029F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00800" y="2271126"/>
            <a:ext cx="2253259" cy="14848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33AFB5A-EC86-70D8-D875-FEACC665EB7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08887" y="2271126"/>
            <a:ext cx="2900084" cy="190634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682027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24C60B2-1796-2B23-EF57-3FA1E65CC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7ABEE3C-0483-8C65-F955-96B81FF21F1A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944411D-E7D6-D090-D9F5-61B61E5321E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7FA1860-445C-19BF-0B9E-0EA0A94BB64C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Conditional Logic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2C12D80-BD26-4CF6-3B96-D749D04A034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2373436-A5D9-0E50-89B1-FA51949DB23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60A2895-6721-9A5E-8DE9-784D3432DF3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00800" y="2271126"/>
            <a:ext cx="2253259" cy="14848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308C438-2D51-4AA1-1320-94CE9E8E31F7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08887" y="2271126"/>
            <a:ext cx="2900084" cy="19063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D429F2B-5402-9C87-9387-D48459D7D601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692430" y="4177473"/>
            <a:ext cx="1961629" cy="74801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C26989F-7617-F279-58EE-15044730CE9C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51221" y="4437246"/>
            <a:ext cx="1883588" cy="46704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152468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FA48F22-DEB6-0486-0A7C-4042BB850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2838572-8C7E-05C8-EB30-23A202E3A25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6DC8E1D-8A5B-8996-C3F3-E51EADAC0E1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7370042-DD27-878C-BC7F-69713D45F11C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Conditional Logic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26E1AFD-3EED-CC82-63F5-E96D301BEF3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0782DC2-5D5E-577C-8C1B-2263AF87C8B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F3DA567-A2A5-377F-51D4-406F9ED13A6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00800" y="2271126"/>
            <a:ext cx="2253259" cy="14848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A955ECC-6187-72D1-6D73-F92F610B228B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08887" y="2271126"/>
            <a:ext cx="2900084" cy="19063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C2EBFFB-EA7E-3127-1FF2-A681C5D7D6F2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692430" y="4177473"/>
            <a:ext cx="1961629" cy="74801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576610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74B0864-FB39-966B-2A1A-7EA2A3167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96E23C3-3D9B-0B18-83AC-200EA75746FB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138CDCA-6BB8-4387-8124-546C376E0A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574F855-0CD0-1468-ADC6-E3B306B43F57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Conditional Logic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Functions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E3BE671-85AD-8852-E7EF-30134561270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8093D1D-47F0-F015-FC80-0BF21AF048B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77C3CAF-32F8-9123-3572-E8259BDB267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00800" y="2271126"/>
            <a:ext cx="2253259" cy="14848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FAA226A-AFAD-FC42-7E52-AAD82A6A2E69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08887" y="2271126"/>
            <a:ext cx="2900084" cy="19063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4BCE327-9DDB-3D4C-10E9-154DBE0C84F4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692430" y="4177473"/>
            <a:ext cx="1961629" cy="74801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1FF73FD-7F67-D8AD-4BBA-2F52E120A781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08887" y="4586850"/>
            <a:ext cx="2252880" cy="9546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4E8EDC6-FD90-9CBD-905C-8CC7A11734A3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37320" y="4620126"/>
            <a:ext cx="2153920" cy="89167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703283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4B460EA-E7F3-6999-A964-6A941B56F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9909618-C996-F328-AD34-533D9946F5E4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72E2E7B-A364-3254-CDBF-0A51CD3AAD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DCA9035-C4C1-17B8-425B-44768F46CFDD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Conditional Logic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Functions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5BA0046-5F38-5EF5-4ED6-C4B75F4B972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F583AF1-8B04-4662-9A47-B1198383E07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9EBB8F2-703D-E75A-9F2E-C5436479F26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00800" y="2271126"/>
            <a:ext cx="2253259" cy="14848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42DC3BA-74E0-45A6-1E4E-1591ECAF6BF9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08887" y="2271126"/>
            <a:ext cx="2900084" cy="19063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A872548-0942-2B21-DE8D-AF8B01AF7F78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692430" y="4177473"/>
            <a:ext cx="1961629" cy="74801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3BD9A6D-9D1E-3681-58CC-C2D65844BC53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08887" y="4586850"/>
            <a:ext cx="2252880" cy="95469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764603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82751B6-1DB5-515E-1C2B-A4F338868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B62D3BB-940B-1C01-48EA-15B4F60652E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BB0C105-EDF7-7692-EAFE-71243E7302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19B431F-B797-BB88-FA4C-92704EE30F7E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Conditional Logic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Functions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moving on to the next parts of the course…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NumPy, Pandas and Matplotlib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E9EC0AA-3128-C535-31A0-11F77915036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FEFB581-2151-A996-CD50-B50C59814C1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E2D1331-E673-0AAA-AEE9-77690F12D24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00800" y="2271126"/>
            <a:ext cx="2253259" cy="14848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8834539-F1E4-44F6-4FEE-A5D048E07024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08887" y="2271126"/>
            <a:ext cx="2900084" cy="19063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CF96600-B091-A3DC-9F10-CED2A84A37F3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692430" y="4177473"/>
            <a:ext cx="1961629" cy="74801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159A2D4-683C-578E-8815-85A7BDD7B97C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08887" y="4586850"/>
            <a:ext cx="2252880" cy="95469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6275210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8A138A1-C92D-9527-74D8-5B4772070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70C1F1B-9D2F-C7F8-820E-6EEE8A51B79D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00264E8-D2E6-88AF-F4F5-4A8CD3E3387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The Course So Far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7213D37-2E1A-1071-2093-2711982883BD}"/>
              </a:ext>
            </a:extLst>
          </p:cNvPr>
          <p:cNvSpPr txBox="1"/>
          <p:nvPr/>
        </p:nvSpPr>
        <p:spPr>
          <a:xfrm>
            <a:off x="1026893" y="1597684"/>
            <a:ext cx="61751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Over the last 4 weeks, we’ve covered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the basics of Python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We’ve looked at: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Conditional Logic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Functions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moving on to the next parts of the course…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NumPy, Pandas and Matplotlib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 this week we are going to do some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“consolidation challenges”</a:t>
            </a:r>
            <a:b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Using what we have learnt to tackle the kinds of tasks you might encounter in the real world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D01E662-4AEA-59FC-D618-804C5DC5334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ECDC5FD-E9FC-D584-B9EA-C9BB4B3AB67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01000" y="1048136"/>
            <a:ext cx="3907971" cy="88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71396B2-CFC0-AB9B-07B5-DFB9D1415022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00800" y="2271126"/>
            <a:ext cx="2253259" cy="14848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9970140-DE2A-2B4B-11B7-E0D0771042A9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08887" y="2271126"/>
            <a:ext cx="2900084" cy="19063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EC5F79B-2E46-055B-4701-7846B6D5D4C4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692430" y="4177473"/>
            <a:ext cx="1961629" cy="74801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B5B10BF-DCBA-9F5A-CCF6-7737E360372C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08887" y="4586850"/>
            <a:ext cx="2252880" cy="95469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43794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BC6D4E8-A56C-3ECB-0704-67E2F3DEA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0530919-011F-DB3B-B708-08BE69B86068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A3EA42F-9E4E-1CEB-BFBF-8688EC5D64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6742BAF-C823-C62C-5089-EB4565BCF79F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8D94D24-7AAF-40AB-BE93-940D84780DA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02247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5F5DC9E-013D-AB77-2B54-A0647F70F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944B1C0-ACE4-0F8E-7964-7E4E6F3BD78A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5E35DA1-0AFE-B67A-3E4A-EC1C7BE3214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5F1DA7A-8628-C57F-F8A4-2CBA5C27BBE2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C9FD3E3-60B0-7407-4E2F-A462B56730C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56227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6C0EE27-4D9F-33B4-AA14-739053FB3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C168348-AF1E-8D56-0538-507655C66579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03C3A26-BB92-AEDE-718E-99853C00BF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E3EFA75-13E6-E21E-2FBA-DAB755E8590B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1134090-82D2-27BF-2822-BE0192FB6F1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074" name="Picture 2" descr="Collins Concise English Dictionary, 1998, detail.">
            <a:extLst>
              <a:ext uri="{FF2B5EF4-FFF2-40B4-BE49-F238E27FC236}">
                <a16:creationId xmlns:a16="http://schemas.microsoft.com/office/drawing/2014/main" id="{FD466138-BDA1-1A0A-5B2A-C5E1433976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B317ECE6-6510-D422-7DC0-F0B40C26A70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300303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5329AFA-DA30-B0C3-1447-4BB6FD561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86812A-995F-A467-BB0F-D706C6B858A1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34E9806-962C-F9A8-439A-C98DDB81CF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D388B27-5C72-DB83-4FFB-1F13A0F92A20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2D29229-7798-6313-C62B-F07016AFF84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074" name="Picture 2" descr="Collins Concise English Dictionary, 1998, detail.">
            <a:extLst>
              <a:ext uri="{FF2B5EF4-FFF2-40B4-BE49-F238E27FC236}">
                <a16:creationId xmlns:a16="http://schemas.microsoft.com/office/drawing/2014/main" id="{8BD261C3-2CB6-0993-3559-70136329E0C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66000D18-153F-B8BE-CF62-F5ADBA4FC2F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630442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A2DB471-9812-1798-1196-0DD93E188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A30AA39-7EFF-745D-5F73-193C3678AD9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54EC592-EF88-8269-0A2E-75FEE9F3B6E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60D221C-CA4D-E615-A477-FFED75A1664D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170399FC-4D59-8543-861D-113D89539DA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074" name="Picture 2" descr="Collins Concise English Dictionary, 1998, detail.">
            <a:extLst>
              <a:ext uri="{FF2B5EF4-FFF2-40B4-BE49-F238E27FC236}">
                <a16:creationId xmlns:a16="http://schemas.microsoft.com/office/drawing/2014/main" id="{2C5A3FE8-4C93-246F-20E5-0ABAE24792E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14E8F566-757E-5E35-671A-B48E902AD10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36;p17">
            <a:extLst>
              <a:ext uri="{FF2B5EF4-FFF2-40B4-BE49-F238E27FC236}">
                <a16:creationId xmlns:a16="http://schemas.microsoft.com/office/drawing/2014/main" id="{9AB7F910-CF39-7192-7F14-2BA3A17E7CD4}"/>
              </a:ext>
            </a:extLst>
          </p:cNvPr>
          <p:cNvSpPr/>
          <p:nvPr/>
        </p:nvSpPr>
        <p:spPr>
          <a:xfrm>
            <a:off x="8007914" y="2958220"/>
            <a:ext cx="551888" cy="156911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98;p20">
            <a:extLst>
              <a:ext uri="{FF2B5EF4-FFF2-40B4-BE49-F238E27FC236}">
                <a16:creationId xmlns:a16="http://schemas.microsoft.com/office/drawing/2014/main" id="{3C833D13-4D55-B32B-4222-80E3D302DAA6}"/>
              </a:ext>
            </a:extLst>
          </p:cNvPr>
          <p:cNvSpPr txBox="1"/>
          <p:nvPr/>
        </p:nvSpPr>
        <p:spPr>
          <a:xfrm>
            <a:off x="6057194" y="4016099"/>
            <a:ext cx="319048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key </a:t>
            </a:r>
            <a:b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(the name you look up!)</a:t>
            </a:r>
            <a:endParaRPr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0337366-D96B-475D-9F72-4252A170E2E0}"/>
              </a:ext>
            </a:extLst>
          </p:cNvPr>
          <p:cNvCxnSpPr>
            <a:cxnSpLocks/>
          </p:cNvCxnSpPr>
          <p:nvPr/>
        </p:nvCxnSpPr>
        <p:spPr>
          <a:xfrm flipV="1">
            <a:off x="7727952" y="3223689"/>
            <a:ext cx="381777" cy="82817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40819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403C1C7-EC35-8F29-38B7-050698BE0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7BB86E6-F976-73F4-8551-E963A1CDA1A7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C80D272-50AC-7A34-F871-256F127EAB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8BB334C-AD33-395D-6EA0-137A8823B64F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CEC39DA-3456-9AE4-0BE7-EB9846D2560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074" name="Picture 2" descr="Collins Concise English Dictionary, 1998, detail.">
            <a:extLst>
              <a:ext uri="{FF2B5EF4-FFF2-40B4-BE49-F238E27FC236}">
                <a16:creationId xmlns:a16="http://schemas.microsoft.com/office/drawing/2014/main" id="{5E5F36E2-EFC2-8FA4-86D6-10D2B111BEF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97AD9F30-94B3-B912-E2A0-83526AD600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47351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3F2C5DE-BB2F-0B26-21CD-978AE24F9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42EE5F8-CE21-24B9-EDDB-807568EAD31A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99E7A56-4B0E-5F5D-4A0B-57BBC0E4C5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5E7F33B-88EE-69E2-D1CD-D5E60A3BFC05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74A2355-FDEB-ACDC-409D-AB7C30236DA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074" name="Picture 2" descr="Collins Concise English Dictionary, 1998, detail.">
            <a:extLst>
              <a:ext uri="{FF2B5EF4-FFF2-40B4-BE49-F238E27FC236}">
                <a16:creationId xmlns:a16="http://schemas.microsoft.com/office/drawing/2014/main" id="{35040C56-05AB-25FB-A50E-4D82E63865C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6D7A965F-708E-4E4D-32C8-EEED7331990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B019763-0A6A-BA22-91A2-3B9A2D663C7A}"/>
              </a:ext>
            </a:extLst>
          </p:cNvPr>
          <p:cNvSpPr/>
          <p:nvPr/>
        </p:nvSpPr>
        <p:spPr>
          <a:xfrm>
            <a:off x="8110311" y="2959555"/>
            <a:ext cx="3032125" cy="530225"/>
          </a:xfrm>
          <a:custGeom>
            <a:avLst/>
            <a:gdLst>
              <a:gd name="connsiteX0" fmla="*/ 904875 w 3032125"/>
              <a:gd name="connsiteY0" fmla="*/ 0 h 530225"/>
              <a:gd name="connsiteX1" fmla="*/ 3032125 w 3032125"/>
              <a:gd name="connsiteY1" fmla="*/ 0 h 530225"/>
              <a:gd name="connsiteX2" fmla="*/ 3032125 w 3032125"/>
              <a:gd name="connsiteY2" fmla="*/ 409575 h 530225"/>
              <a:gd name="connsiteX3" fmla="*/ 955675 w 3032125"/>
              <a:gd name="connsiteY3" fmla="*/ 409575 h 530225"/>
              <a:gd name="connsiteX4" fmla="*/ 955675 w 3032125"/>
              <a:gd name="connsiteY4" fmla="*/ 530225 h 530225"/>
              <a:gd name="connsiteX5" fmla="*/ 0 w 3032125"/>
              <a:gd name="connsiteY5" fmla="*/ 530225 h 530225"/>
              <a:gd name="connsiteX6" fmla="*/ 0 w 3032125"/>
              <a:gd name="connsiteY6" fmla="*/ 120650 h 530225"/>
              <a:gd name="connsiteX7" fmla="*/ 908050 w 3032125"/>
              <a:gd name="connsiteY7" fmla="*/ 120650 h 530225"/>
              <a:gd name="connsiteX8" fmla="*/ 904875 w 3032125"/>
              <a:gd name="connsiteY8" fmla="*/ 0 h 530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032125" h="530225">
                <a:moveTo>
                  <a:pt x="904875" y="0"/>
                </a:moveTo>
                <a:lnTo>
                  <a:pt x="3032125" y="0"/>
                </a:lnTo>
                <a:lnTo>
                  <a:pt x="3032125" y="409575"/>
                </a:lnTo>
                <a:lnTo>
                  <a:pt x="955675" y="409575"/>
                </a:lnTo>
                <a:lnTo>
                  <a:pt x="955675" y="530225"/>
                </a:lnTo>
                <a:lnTo>
                  <a:pt x="0" y="530225"/>
                </a:lnTo>
                <a:lnTo>
                  <a:pt x="0" y="120650"/>
                </a:lnTo>
                <a:lnTo>
                  <a:pt x="908050" y="120650"/>
                </a:lnTo>
                <a:cubicBezTo>
                  <a:pt x="906992" y="80433"/>
                  <a:pt x="905933" y="40217"/>
                  <a:pt x="904875" y="0"/>
                </a:cubicBezTo>
                <a:close/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Google Shape;198;p20">
            <a:extLst>
              <a:ext uri="{FF2B5EF4-FFF2-40B4-BE49-F238E27FC236}">
                <a16:creationId xmlns:a16="http://schemas.microsoft.com/office/drawing/2014/main" id="{52A182A5-249E-F24D-A951-8FD4FF6721B9}"/>
              </a:ext>
            </a:extLst>
          </p:cNvPr>
          <p:cNvSpPr txBox="1"/>
          <p:nvPr/>
        </p:nvSpPr>
        <p:spPr>
          <a:xfrm>
            <a:off x="8569357" y="3865162"/>
            <a:ext cx="319048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Value </a:t>
            </a:r>
            <a:b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(the information you get back!)</a:t>
            </a:r>
            <a:endParaRPr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067A2BA-ACEA-4229-13A3-5DB0169A9CCB}"/>
              </a:ext>
            </a:extLst>
          </p:cNvPr>
          <p:cNvCxnSpPr>
            <a:cxnSpLocks/>
          </p:cNvCxnSpPr>
          <p:nvPr/>
        </p:nvCxnSpPr>
        <p:spPr>
          <a:xfrm flipH="1" flipV="1">
            <a:off x="9676363" y="3423479"/>
            <a:ext cx="345740" cy="49067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00644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E37A156-DC3F-D0AC-280E-C8C4CAE91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15C0DD9-CB2E-6AD4-C0D0-2D91DD7CCFB7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BA55818-6B55-5AB0-7BEA-79D04B17AB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DBC4F06-522D-674A-BCBE-A299AC9DD6BB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a Python 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allows you 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Look up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Get back 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associated with it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733EEF5-AB96-3618-8499-68C2BDAC198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7" name="Picture 2" descr="Collins Concise English Dictionary, 1998, detail.">
            <a:extLst>
              <a:ext uri="{FF2B5EF4-FFF2-40B4-BE49-F238E27FC236}">
                <a16:creationId xmlns:a16="http://schemas.microsoft.com/office/drawing/2014/main" id="{FB73CECC-8BD5-073A-4C1B-0A36E7EDBE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2771C4AE-72C7-3FCC-2CE7-ED37BB5188B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08573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4F3B909-24D1-CD19-13C5-8B67D741A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3E43188-BD54-1F53-42F7-AD253B77C7FB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C062BA6-1D18-29A2-20FB-5D0040ECEEE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BDF6F37-E4E1-285F-04EE-0BD546093A2E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a Python 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allows you 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Look up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Get back 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associated with it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1CA90394-E46A-6D86-3EC6-1BBFC4A9200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6F5CE3C-2D25-743E-2CB8-9BBFD52D9F4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89337" y="3840523"/>
            <a:ext cx="4670765" cy="18126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2" descr="Collins Concise English Dictionary, 1998, detail.">
            <a:extLst>
              <a:ext uri="{FF2B5EF4-FFF2-40B4-BE49-F238E27FC236}">
                <a16:creationId xmlns:a16="http://schemas.microsoft.com/office/drawing/2014/main" id="{9433C35B-441D-D94C-FD43-C9A351BCEB0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9E7FF1A7-FC1E-59A2-6632-27C01D5BBA7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926BD63-1D16-39F1-CEA1-1833948659FB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627044" y="3857625"/>
            <a:ext cx="4620773" cy="176794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192943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6DFD4C9-0AB3-F15E-1133-2E5B36721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238A0EC-F4BF-193F-9479-31B5B70C8150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C6E9D92-3173-D62A-0F1F-B284AC3AC0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F904A4C-0D78-5C75-C7E6-A4231E856923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a Python 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allows you 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Look up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Get back 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associated with it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DE06283-92EB-FAFA-093F-550B6A30953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243F9D4-57F4-0A42-17E6-3982A608302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89337" y="3840523"/>
            <a:ext cx="4670765" cy="18126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2" descr="Collins Concise English Dictionary, 1998, detail.">
            <a:extLst>
              <a:ext uri="{FF2B5EF4-FFF2-40B4-BE49-F238E27FC236}">
                <a16:creationId xmlns:a16="http://schemas.microsoft.com/office/drawing/2014/main" id="{6C732C4B-064E-16B1-E126-B0DF73BE07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6298BBCA-B1BF-A764-AE77-820B0E99B5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2B29318-75C8-68FE-C555-0AD919B44434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627044" y="4978400"/>
            <a:ext cx="4620773" cy="64716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810001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9FCE442-9861-CD7F-614E-5D9865815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0305BFC-4480-882F-5222-4512656FEA38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AF9173D-B907-42B4-C87C-EA0629E7535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D68D9FC-7E6D-68E7-1A81-025CC2F74BDC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a Python 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allows you 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Look up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Get back 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associated with it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E2F87BD-45B1-760B-12F0-BD90CA27DD1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0A4AB71-74DF-85B1-25DD-DDB275CCF53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89337" y="3840523"/>
            <a:ext cx="4670765" cy="18126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2" descr="Collins Concise English Dictionary, 1998, detail.">
            <a:extLst>
              <a:ext uri="{FF2B5EF4-FFF2-40B4-BE49-F238E27FC236}">
                <a16:creationId xmlns:a16="http://schemas.microsoft.com/office/drawing/2014/main" id="{829C6351-57F3-4E94-D6D6-D2D489A2D94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6C88ED4F-CA1D-71AF-E3BE-EB40AEE68A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342503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D4D3E2D-96A6-6C1E-26B0-1EDC6A4B7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059F94D-5FE4-12BC-045A-23AA4573223C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5701D3E-1547-3173-17DA-ECB19FF3F61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9799DD0-C888-E980-7D56-D8FDDCE6E37A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a Python 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allows you 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Look up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Get back 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associated with it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4EC7400-FEEC-13C9-5AED-FF294320B74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FF04D8C-06D0-6D2A-7940-FB760AAD4F2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89337" y="3840523"/>
            <a:ext cx="4670765" cy="181269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0" name="Google Shape;136;p17">
            <a:extLst>
              <a:ext uri="{FF2B5EF4-FFF2-40B4-BE49-F238E27FC236}">
                <a16:creationId xmlns:a16="http://schemas.microsoft.com/office/drawing/2014/main" id="{E466A68C-F37F-66EF-C9E8-BED980D931ED}"/>
              </a:ext>
            </a:extLst>
          </p:cNvPr>
          <p:cNvSpPr/>
          <p:nvPr/>
        </p:nvSpPr>
        <p:spPr>
          <a:xfrm>
            <a:off x="6627738" y="4080512"/>
            <a:ext cx="612215" cy="177578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198;p20">
            <a:extLst>
              <a:ext uri="{FF2B5EF4-FFF2-40B4-BE49-F238E27FC236}">
                <a16:creationId xmlns:a16="http://schemas.microsoft.com/office/drawing/2014/main" id="{1FC3B324-A985-FFCD-6016-D2F58652A1D9}"/>
              </a:ext>
            </a:extLst>
          </p:cNvPr>
          <p:cNvSpPr txBox="1"/>
          <p:nvPr/>
        </p:nvSpPr>
        <p:spPr>
          <a:xfrm>
            <a:off x="4686248" y="5250889"/>
            <a:ext cx="1832832" cy="677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Name of the dictionary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635F518-EAB3-E89C-4680-CB823143E8F9}"/>
              </a:ext>
            </a:extLst>
          </p:cNvPr>
          <p:cNvCxnSpPr>
            <a:cxnSpLocks/>
          </p:cNvCxnSpPr>
          <p:nvPr/>
        </p:nvCxnSpPr>
        <p:spPr>
          <a:xfrm flipV="1">
            <a:off x="5933854" y="4412343"/>
            <a:ext cx="788507" cy="84932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2" descr="Collins Concise English Dictionary, 1998, detail.">
            <a:extLst>
              <a:ext uri="{FF2B5EF4-FFF2-40B4-BE49-F238E27FC236}">
                <a16:creationId xmlns:a16="http://schemas.microsoft.com/office/drawing/2014/main" id="{6A0E13F4-E1EB-73ED-417C-515B906206B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C7391E8F-1715-65B3-76F0-4C9761C848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69074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F572650-384D-5EC1-0D35-7DD1A8214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BF24150-05FB-630B-99D8-947EBD19CD69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9F6D4A0-B779-6582-9EB5-5EE0BC9598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4C54160-911E-FC22-9410-4E3CE5329A00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a Python 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allows you 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Look up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Get back 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associated with it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500B3A0-FA65-5478-24C0-9ABA89472DF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73BB18C-F518-DCC0-0B28-F3C555730C7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89337" y="3840523"/>
            <a:ext cx="4670765" cy="181269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0" name="Google Shape;136;p17">
            <a:extLst>
              <a:ext uri="{FF2B5EF4-FFF2-40B4-BE49-F238E27FC236}">
                <a16:creationId xmlns:a16="http://schemas.microsoft.com/office/drawing/2014/main" id="{2AC1344B-A59B-E8AA-5630-8D2B751889B7}"/>
              </a:ext>
            </a:extLst>
          </p:cNvPr>
          <p:cNvSpPr/>
          <p:nvPr/>
        </p:nvSpPr>
        <p:spPr>
          <a:xfrm>
            <a:off x="7208520" y="4046250"/>
            <a:ext cx="175259" cy="22857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198;p20">
            <a:extLst>
              <a:ext uri="{FF2B5EF4-FFF2-40B4-BE49-F238E27FC236}">
                <a16:creationId xmlns:a16="http://schemas.microsoft.com/office/drawing/2014/main" id="{7C88E5CD-3F04-92ED-1BA3-5090061337B4}"/>
              </a:ext>
            </a:extLst>
          </p:cNvPr>
          <p:cNvSpPr txBox="1"/>
          <p:nvPr/>
        </p:nvSpPr>
        <p:spPr>
          <a:xfrm>
            <a:off x="3544140" y="3416337"/>
            <a:ext cx="379773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F441A8B9-164C-4E0D-9906-269C4B639373}"/>
              </a:ext>
            </a:extLst>
          </p:cNvPr>
          <p:cNvCxnSpPr>
            <a:cxnSpLocks/>
          </p:cNvCxnSpPr>
          <p:nvPr/>
        </p:nvCxnSpPr>
        <p:spPr>
          <a:xfrm>
            <a:off x="6428809" y="3739831"/>
            <a:ext cx="710644" cy="30641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2" descr="Collins Concise English Dictionary, 1998, detail.">
            <a:extLst>
              <a:ext uri="{FF2B5EF4-FFF2-40B4-BE49-F238E27FC236}">
                <a16:creationId xmlns:a16="http://schemas.microsoft.com/office/drawing/2014/main" id="{16833076-4568-4442-98E7-370E64A2118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BF866290-C9BA-49C8-96FE-27DC5E4684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39027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2862970-5B2F-D6F1-3279-7107CD863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8CC717B-94BA-08AD-F204-53C5A1EFE8FD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B664F4D-B532-35A9-24F4-319703CD1F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4430BAD-8967-E0B5-D8D2-9DB22C8C978C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a Python 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allows you 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Look up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Get back 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associated with it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478FEFA-096E-2641-39E6-F566E291CB1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21EAD7E-EEF9-C029-6074-87FF1963DB6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89337" y="3840523"/>
            <a:ext cx="4670765" cy="181269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5" name="Google Shape;136;p17">
            <a:extLst>
              <a:ext uri="{FF2B5EF4-FFF2-40B4-BE49-F238E27FC236}">
                <a16:creationId xmlns:a16="http://schemas.microsoft.com/office/drawing/2014/main" id="{3C619A78-4B3F-54D5-AEA1-61953284B6AF}"/>
              </a:ext>
            </a:extLst>
          </p:cNvPr>
          <p:cNvSpPr/>
          <p:nvPr/>
        </p:nvSpPr>
        <p:spPr>
          <a:xfrm>
            <a:off x="7375287" y="4078136"/>
            <a:ext cx="129090" cy="167691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136;p17">
            <a:extLst>
              <a:ext uri="{FF2B5EF4-FFF2-40B4-BE49-F238E27FC236}">
                <a16:creationId xmlns:a16="http://schemas.microsoft.com/office/drawing/2014/main" id="{213D75DA-063B-4D2A-BE0C-D0F9AA366CD4}"/>
              </a:ext>
            </a:extLst>
          </p:cNvPr>
          <p:cNvSpPr/>
          <p:nvPr/>
        </p:nvSpPr>
        <p:spPr>
          <a:xfrm>
            <a:off x="6643767" y="4756316"/>
            <a:ext cx="129090" cy="167691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" name="Picture 2" descr="Collins Concise English Dictionary, 1998, detail.">
            <a:extLst>
              <a:ext uri="{FF2B5EF4-FFF2-40B4-BE49-F238E27FC236}">
                <a16:creationId xmlns:a16="http://schemas.microsoft.com/office/drawing/2014/main" id="{D6329085-6710-77C3-E280-395BBF8DB1D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FC029F35-BC90-0A7A-442D-75554E67B1E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392501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7BF7494-1D13-4293-FA13-FA3C31A68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179604C-A86B-F8C7-04CD-8B8E669EDDE8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77DB0E7-B94C-E5C8-C4A0-9635E1F3CFA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39DAF2B-8B79-F9AA-B833-793940437ADB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a Python 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allows you 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Look up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Get back 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associated with it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BD595D9-ECFD-4E80-90DB-4D25820DA9E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2A518BF-ABBA-C1FE-3A7E-F7E33FA9738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89337" y="3840523"/>
            <a:ext cx="4670765" cy="181269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5" name="Google Shape;136;p17">
            <a:extLst>
              <a:ext uri="{FF2B5EF4-FFF2-40B4-BE49-F238E27FC236}">
                <a16:creationId xmlns:a16="http://schemas.microsoft.com/office/drawing/2014/main" id="{2A1CFD39-FEC2-6632-AAE6-2BF3972FCF09}"/>
              </a:ext>
            </a:extLst>
          </p:cNvPr>
          <p:cNvSpPr/>
          <p:nvPr/>
        </p:nvSpPr>
        <p:spPr>
          <a:xfrm>
            <a:off x="7375287" y="4078136"/>
            <a:ext cx="129090" cy="167691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198;p20">
            <a:extLst>
              <a:ext uri="{FF2B5EF4-FFF2-40B4-BE49-F238E27FC236}">
                <a16:creationId xmlns:a16="http://schemas.microsoft.com/office/drawing/2014/main" id="{046867D7-A765-1A70-132E-72DF8D7520F1}"/>
              </a:ext>
            </a:extLst>
          </p:cNvPr>
          <p:cNvSpPr txBox="1"/>
          <p:nvPr/>
        </p:nvSpPr>
        <p:spPr>
          <a:xfrm>
            <a:off x="7528560" y="4784968"/>
            <a:ext cx="379773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Curly braces defining the dictionary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5835212-E6BC-4BE6-7BDA-856F3B437CC9}"/>
              </a:ext>
            </a:extLst>
          </p:cNvPr>
          <p:cNvCxnSpPr>
            <a:cxnSpLocks/>
          </p:cNvCxnSpPr>
          <p:nvPr/>
        </p:nvCxnSpPr>
        <p:spPr>
          <a:xfrm flipH="1" flipV="1">
            <a:off x="7521322" y="4255847"/>
            <a:ext cx="464820" cy="57685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Google Shape;136;p17">
            <a:extLst>
              <a:ext uri="{FF2B5EF4-FFF2-40B4-BE49-F238E27FC236}">
                <a16:creationId xmlns:a16="http://schemas.microsoft.com/office/drawing/2014/main" id="{7E32E7E5-AFB2-A0A0-8F1A-699D1CCBCD4B}"/>
              </a:ext>
            </a:extLst>
          </p:cNvPr>
          <p:cNvSpPr/>
          <p:nvPr/>
        </p:nvSpPr>
        <p:spPr>
          <a:xfrm>
            <a:off x="6643767" y="4756316"/>
            <a:ext cx="129090" cy="167691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C80C607-2EA7-1F3A-646A-F3BD85AB4773}"/>
              </a:ext>
            </a:extLst>
          </p:cNvPr>
          <p:cNvCxnSpPr>
            <a:cxnSpLocks/>
          </p:cNvCxnSpPr>
          <p:nvPr/>
        </p:nvCxnSpPr>
        <p:spPr>
          <a:xfrm flipH="1" flipV="1">
            <a:off x="6839045" y="4832705"/>
            <a:ext cx="1017175" cy="16769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2" descr="Collins Concise English Dictionary, 1998, detail.">
            <a:extLst>
              <a:ext uri="{FF2B5EF4-FFF2-40B4-BE49-F238E27FC236}">
                <a16:creationId xmlns:a16="http://schemas.microsoft.com/office/drawing/2014/main" id="{455B7A2B-08E1-1DF2-A902-10FB6B2D3CB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6A229940-E984-2153-9519-8A29A9CE622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219913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DB7F571-262F-CFCE-CF63-935C73BE2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594AD80-204E-E2EA-1BD0-75FD50466D1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61211B1-DCCB-647F-1B4D-1D45E64093C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C737EF8-EB2E-A12D-DEBD-CD780D7DBB87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a Python 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allows you 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Look up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Get back 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associated with it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D92B2C4-D636-0025-ED6A-3F78FA3574D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3BB8685-0055-FDB0-1623-CF3462EE98A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89337" y="3840523"/>
            <a:ext cx="4670765" cy="181269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Google Shape;136;p17">
            <a:extLst>
              <a:ext uri="{FF2B5EF4-FFF2-40B4-BE49-F238E27FC236}">
                <a16:creationId xmlns:a16="http://schemas.microsoft.com/office/drawing/2014/main" id="{EDB86818-2D7E-9E84-2A3A-A883935ADEFD}"/>
              </a:ext>
            </a:extLst>
          </p:cNvPr>
          <p:cNvSpPr/>
          <p:nvPr/>
        </p:nvSpPr>
        <p:spPr>
          <a:xfrm>
            <a:off x="6928338" y="4255477"/>
            <a:ext cx="582761" cy="239151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1766413-6F9D-DA53-8447-7BFF074CAA09}"/>
              </a:ext>
            </a:extLst>
          </p:cNvPr>
          <p:cNvCxnSpPr>
            <a:cxnSpLocks/>
          </p:cNvCxnSpPr>
          <p:nvPr/>
        </p:nvCxnSpPr>
        <p:spPr>
          <a:xfrm>
            <a:off x="5697084" y="4092165"/>
            <a:ext cx="1149104" cy="29143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Google Shape;198;p20">
            <a:extLst>
              <a:ext uri="{FF2B5EF4-FFF2-40B4-BE49-F238E27FC236}">
                <a16:creationId xmlns:a16="http://schemas.microsoft.com/office/drawing/2014/main" id="{770B662C-1CD6-CF51-16FE-8FBED60A5AA8}"/>
              </a:ext>
            </a:extLst>
          </p:cNvPr>
          <p:cNvSpPr txBox="1"/>
          <p:nvPr/>
        </p:nvSpPr>
        <p:spPr>
          <a:xfrm>
            <a:off x="4272405" y="3290501"/>
            <a:ext cx="1828083" cy="1015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key </a:t>
            </a:r>
            <a:b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(the name you look up!)</a:t>
            </a:r>
            <a:endParaRPr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" name="Picture 2" descr="Collins Concise English Dictionary, 1998, detail.">
            <a:extLst>
              <a:ext uri="{FF2B5EF4-FFF2-40B4-BE49-F238E27FC236}">
                <a16:creationId xmlns:a16="http://schemas.microsoft.com/office/drawing/2014/main" id="{CCEB1900-64C8-5AB1-4A50-3AC8601587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28816D7B-BC2A-F948-ECB2-A741219AF23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84611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F947B74-F3B3-E20F-57FB-2256192AC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4968C37-CA22-2155-94AF-4BF4B1B46B11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FCA60CC-5935-C8FB-FF1C-C10CEA2A2EC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2403B34-F5D8-6E91-4D72-E27B8952FDB6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a Python 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allows you 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Look up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Get back 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associated with it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B90C5D2-93DB-2B3E-545C-4155A853159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7F14D6D-9125-B37F-AF2E-DB9B6A41834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89337" y="3840523"/>
            <a:ext cx="4670765" cy="18126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2" descr="Collins Concise English Dictionary, 1998, detail.">
            <a:extLst>
              <a:ext uri="{FF2B5EF4-FFF2-40B4-BE49-F238E27FC236}">
                <a16:creationId xmlns:a16="http://schemas.microsoft.com/office/drawing/2014/main" id="{DC0A06BA-9113-850F-5EE3-7DC0BFF83A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6962BABF-6458-2931-5B59-7BCB7B0F36B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3CBFE3C-770D-87A2-B9CB-2F50FBE66635}"/>
              </a:ext>
            </a:extLst>
          </p:cNvPr>
          <p:cNvGrpSpPr/>
          <p:nvPr/>
        </p:nvGrpSpPr>
        <p:grpSpPr>
          <a:xfrm>
            <a:off x="7475031" y="4313348"/>
            <a:ext cx="3918667" cy="985711"/>
            <a:chOff x="7460963" y="4306314"/>
            <a:chExt cx="3918667" cy="985711"/>
          </a:xfrm>
        </p:grpSpPr>
        <p:sp>
          <p:nvSpPr>
            <p:cNvPr id="5" name="Google Shape;136;p17">
              <a:extLst>
                <a:ext uri="{FF2B5EF4-FFF2-40B4-BE49-F238E27FC236}">
                  <a16:creationId xmlns:a16="http://schemas.microsoft.com/office/drawing/2014/main" id="{107EEA48-10F2-7E15-1D40-EA5F09380B8E}"/>
                </a:ext>
              </a:extLst>
            </p:cNvPr>
            <p:cNvSpPr/>
            <p:nvPr/>
          </p:nvSpPr>
          <p:spPr>
            <a:xfrm>
              <a:off x="7460963" y="4306314"/>
              <a:ext cx="80933" cy="141846"/>
            </a:xfrm>
            <a:prstGeom prst="rect">
              <a:avLst/>
            </a:prstGeom>
            <a:noFill/>
            <a:ln w="381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198;p20">
              <a:extLst>
                <a:ext uri="{FF2B5EF4-FFF2-40B4-BE49-F238E27FC236}">
                  <a16:creationId xmlns:a16="http://schemas.microsoft.com/office/drawing/2014/main" id="{A371C220-F6EB-B030-F06F-A17CC988A83C}"/>
                </a:ext>
              </a:extLst>
            </p:cNvPr>
            <p:cNvSpPr txBox="1"/>
            <p:nvPr/>
          </p:nvSpPr>
          <p:spPr>
            <a:xfrm>
              <a:off x="7581900" y="4861168"/>
              <a:ext cx="3797730" cy="430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600" b="1" dirty="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colon – tells us this is a “key : value” pair</a:t>
              </a:r>
              <a:endParaRPr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0D8A2FC0-4241-C642-2779-03F4B98E87D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47679" y="4501891"/>
              <a:ext cx="228851" cy="44626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7770693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2F421F7-21AE-4C8B-33C2-7E411F44A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AAC31AB-1177-024C-204B-ADDCB9F75279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63A9F9D-E397-1673-A3D9-8BF78E7271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01BC75A-233E-02B4-6A3C-88EBB3025108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a Python 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allows you 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Look up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Get back 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associated with it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2BE181B-8FD1-AADD-F44C-A498AED9D20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63E1776-977D-478B-9B0F-F71459587C0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89337" y="3840523"/>
            <a:ext cx="4670765" cy="18126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2" descr="Collins Concise English Dictionary, 1998, detail.">
            <a:extLst>
              <a:ext uri="{FF2B5EF4-FFF2-40B4-BE49-F238E27FC236}">
                <a16:creationId xmlns:a16="http://schemas.microsoft.com/office/drawing/2014/main" id="{05A367D8-21A2-D0EC-6D52-0D4F68A0503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60DD87C5-DFEC-7EF1-72E4-AD1B3501A2A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7C9939A7-BFEB-E283-F17E-307331558CB2}"/>
              </a:ext>
            </a:extLst>
          </p:cNvPr>
          <p:cNvGrpSpPr/>
          <p:nvPr/>
        </p:nvGrpSpPr>
        <p:grpSpPr>
          <a:xfrm>
            <a:off x="7145723" y="4286252"/>
            <a:ext cx="4064387" cy="977530"/>
            <a:chOff x="7145723" y="4286252"/>
            <a:chExt cx="4064387" cy="977530"/>
          </a:xfrm>
        </p:grpSpPr>
        <p:sp>
          <p:nvSpPr>
            <p:cNvPr id="5" name="Google Shape;136;p17">
              <a:extLst>
                <a:ext uri="{FF2B5EF4-FFF2-40B4-BE49-F238E27FC236}">
                  <a16:creationId xmlns:a16="http://schemas.microsoft.com/office/drawing/2014/main" id="{7BB14C18-B5D4-2F01-6EDF-C87C32FA22B1}"/>
                </a:ext>
              </a:extLst>
            </p:cNvPr>
            <p:cNvSpPr/>
            <p:nvPr/>
          </p:nvSpPr>
          <p:spPr>
            <a:xfrm>
              <a:off x="7576232" y="4286252"/>
              <a:ext cx="2089245" cy="177578"/>
            </a:xfrm>
            <a:prstGeom prst="rect">
              <a:avLst/>
            </a:prstGeom>
            <a:noFill/>
            <a:ln w="381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198;p20">
              <a:extLst>
                <a:ext uri="{FF2B5EF4-FFF2-40B4-BE49-F238E27FC236}">
                  <a16:creationId xmlns:a16="http://schemas.microsoft.com/office/drawing/2014/main" id="{F6D2315E-EC1B-901B-C9A3-DD71EA6B299E}"/>
                </a:ext>
              </a:extLst>
            </p:cNvPr>
            <p:cNvSpPr txBox="1"/>
            <p:nvPr/>
          </p:nvSpPr>
          <p:spPr>
            <a:xfrm>
              <a:off x="7145723" y="4832925"/>
              <a:ext cx="4064387" cy="430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600" b="1" dirty="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Value  (the information you get back!)</a:t>
              </a:r>
              <a:endParaRPr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3DCBBA0-4C2D-92A6-BD9A-26D1E566412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444022" y="4509158"/>
              <a:ext cx="423360" cy="40040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6209929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165DDA1-54DA-9888-DE2C-EE8E36C2D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E2647F7-A78D-2DAF-F6AE-92F37214B9B0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6D3951D-ED2C-8E00-F6F7-4C4C85FEA3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9E6A2F2-4BEB-4DA7-B96C-CB7B3F4ED047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a Python 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allows you 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Look up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Get back 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associated with it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2516B6A-98B2-CDE8-4F42-702B167C544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73AEF7D-1274-641B-7D62-2B356865973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89337" y="3840523"/>
            <a:ext cx="4670765" cy="18126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2" descr="Collins Concise English Dictionary, 1998, detail.">
            <a:extLst>
              <a:ext uri="{FF2B5EF4-FFF2-40B4-BE49-F238E27FC236}">
                <a16:creationId xmlns:a16="http://schemas.microsoft.com/office/drawing/2014/main" id="{AEA4B3AD-2DAA-FF27-3C72-FD008FD7663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08A6D3A7-4E41-666F-75B9-1FBE926796A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98;p20">
            <a:extLst>
              <a:ext uri="{FF2B5EF4-FFF2-40B4-BE49-F238E27FC236}">
                <a16:creationId xmlns:a16="http://schemas.microsoft.com/office/drawing/2014/main" id="{7B83E801-7EE4-158E-F7D7-F83A0FD8F62B}"/>
              </a:ext>
            </a:extLst>
          </p:cNvPr>
          <p:cNvSpPr txBox="1"/>
          <p:nvPr/>
        </p:nvSpPr>
        <p:spPr>
          <a:xfrm>
            <a:off x="6697980" y="5876001"/>
            <a:ext cx="5193493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This will print: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36;p17">
            <a:extLst>
              <a:ext uri="{FF2B5EF4-FFF2-40B4-BE49-F238E27FC236}">
                <a16:creationId xmlns:a16="http://schemas.microsoft.com/office/drawing/2014/main" id="{2DF0F6E4-E93D-B137-4957-B0A745049AC2}"/>
              </a:ext>
            </a:extLst>
          </p:cNvPr>
          <p:cNvSpPr/>
          <p:nvPr/>
        </p:nvSpPr>
        <p:spPr>
          <a:xfrm>
            <a:off x="6611190" y="5393346"/>
            <a:ext cx="1832832" cy="234669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F471B7B-CED7-DCA7-6531-8422A6D51F7C}"/>
              </a:ext>
            </a:extLst>
          </p:cNvPr>
          <p:cNvCxnSpPr>
            <a:cxnSpLocks/>
          </p:cNvCxnSpPr>
          <p:nvPr/>
        </p:nvCxnSpPr>
        <p:spPr>
          <a:xfrm flipV="1">
            <a:off x="7414260" y="5693638"/>
            <a:ext cx="123826" cy="21948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588991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A2CB39A-391C-DB28-BA91-1B5C05C44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49E19C8-3758-6965-DEDE-6F03008C1FD3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D1E6570-BCE7-0162-58D6-736776E5B0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6C973AD-9C8F-F67C-802D-FBB4F768B23B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we dive into today’s work, there is one concept we’d like to revisit in more detail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is a data type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allows us to store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under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Think of a real-life dictionary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look up a word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read its definition (the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a Python </a:t>
            </a:r>
            <a:r>
              <a:rPr lang="en-GB" sz="16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dict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allows you 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Look up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Get back the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associated with it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FBA9B17-D678-2D6B-8AAF-320C82692BB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B276672-8D3D-608B-3418-8B824232102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89337" y="3840523"/>
            <a:ext cx="4670765" cy="18126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2" descr="Collins Concise English Dictionary, 1998, detail.">
            <a:extLst>
              <a:ext uri="{FF2B5EF4-FFF2-40B4-BE49-F238E27FC236}">
                <a16:creationId xmlns:a16="http://schemas.microsoft.com/office/drawing/2014/main" id="{2B274A86-ED65-7B91-A13F-CFD40DE15F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86142" y="2027229"/>
            <a:ext cx="3223968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63CA62F5-CC91-25F9-8720-6C25A17C688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767" y="2027229"/>
            <a:ext cx="1003912" cy="14590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98;p20">
            <a:extLst>
              <a:ext uri="{FF2B5EF4-FFF2-40B4-BE49-F238E27FC236}">
                <a16:creationId xmlns:a16="http://schemas.microsoft.com/office/drawing/2014/main" id="{C4312646-EE9D-E349-36DD-589E8A331184}"/>
              </a:ext>
            </a:extLst>
          </p:cNvPr>
          <p:cNvSpPr txBox="1"/>
          <p:nvPr/>
        </p:nvSpPr>
        <p:spPr>
          <a:xfrm>
            <a:off x="6697980" y="5876001"/>
            <a:ext cx="5193493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This will print:           a sweet red or green fruit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36;p17">
            <a:extLst>
              <a:ext uri="{FF2B5EF4-FFF2-40B4-BE49-F238E27FC236}">
                <a16:creationId xmlns:a16="http://schemas.microsoft.com/office/drawing/2014/main" id="{7CD37D25-0568-380A-577A-ED09D6793266}"/>
              </a:ext>
            </a:extLst>
          </p:cNvPr>
          <p:cNvSpPr/>
          <p:nvPr/>
        </p:nvSpPr>
        <p:spPr>
          <a:xfrm>
            <a:off x="6611190" y="5393346"/>
            <a:ext cx="1832832" cy="234669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3CC22E8-5F9A-7421-9AC9-AEECF0073E94}"/>
              </a:ext>
            </a:extLst>
          </p:cNvPr>
          <p:cNvCxnSpPr>
            <a:cxnSpLocks/>
          </p:cNvCxnSpPr>
          <p:nvPr/>
        </p:nvCxnSpPr>
        <p:spPr>
          <a:xfrm flipV="1">
            <a:off x="7414260" y="5693638"/>
            <a:ext cx="123826" cy="21948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733861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3F72DF8-7282-5DAA-D65E-F803B7705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F03E12C-836C-456C-DBF9-72ACE6183958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72AD56F-7F82-979E-2804-718D9999C99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453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13E610F-3CEE-7829-3F5A-68551C1376F7}"/>
              </a:ext>
            </a:extLst>
          </p:cNvPr>
          <p:cNvSpPr txBox="1"/>
          <p:nvPr/>
        </p:nvSpPr>
        <p:spPr>
          <a:xfrm>
            <a:off x="1010920" y="1429311"/>
            <a:ext cx="5059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New values can be added to the dictionary using the syntax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my_dict</a:t>
            </a:r>
            <a:r>
              <a:rPr lang="en-GB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[key] = value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59F371D-8A4C-95F6-EBEE-2254275FE58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89519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F520839-D5EF-A58A-6E6D-8AE638581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1E9C692-F590-42DC-C55A-6F5AF96862F3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925B8CB-A2B7-ABB9-FD08-1956BE96201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453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7A3BC2C-FB9A-9DBB-A120-A5007BC2D4E8}"/>
              </a:ext>
            </a:extLst>
          </p:cNvPr>
          <p:cNvSpPr txBox="1"/>
          <p:nvPr/>
        </p:nvSpPr>
        <p:spPr>
          <a:xfrm>
            <a:off x="1010920" y="1429311"/>
            <a:ext cx="5059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New values can be added to the dictionary using the syntax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my_dict</a:t>
            </a:r>
            <a:r>
              <a:rPr lang="en-GB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[key] = value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0A9D30C-93B8-8CE4-899F-DF7DC735B3E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BC6EFAE-5702-2E67-BC6C-C2709632D3F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11685" y="755270"/>
            <a:ext cx="4577185" cy="245291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B3B6277-D8E7-6037-3E16-77A4FC9F528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32648" y="2009186"/>
            <a:ext cx="4537367" cy="1166537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1185327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1C88DE1-7AF1-A92E-FF0A-939439712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38B028A-5812-55A8-8E1B-DC2054CED88B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645FF6A-41F2-0283-E14B-EB83CCB78A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453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405077A-236A-9BEF-9741-49220D13FF56}"/>
              </a:ext>
            </a:extLst>
          </p:cNvPr>
          <p:cNvSpPr txBox="1"/>
          <p:nvPr/>
        </p:nvSpPr>
        <p:spPr>
          <a:xfrm>
            <a:off x="1010920" y="1429311"/>
            <a:ext cx="5059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New values can be added to the dictionary using the syntax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my_dict</a:t>
            </a:r>
            <a:r>
              <a:rPr lang="en-GB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[key] = value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68E416F-D972-6DAA-BA67-FD8C6543383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8C152D7-675E-055E-AEAE-262360E6D4E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11685" y="755270"/>
            <a:ext cx="4577185" cy="245291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9EEB3D4-713B-615C-5C47-C2F9A9A2B99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32648" y="2636402"/>
            <a:ext cx="4537367" cy="53932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8566516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EAFADE7-DE7E-04B4-F3B4-81F0AEEFD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CDC0053-1195-B70A-9B51-2F6FDEC3110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E41F342-761F-4851-4201-00133E22314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453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FB8C16E-5957-DC31-A68E-FBB7F59DEBE4}"/>
              </a:ext>
            </a:extLst>
          </p:cNvPr>
          <p:cNvSpPr txBox="1"/>
          <p:nvPr/>
        </p:nvSpPr>
        <p:spPr>
          <a:xfrm>
            <a:off x="1010920" y="1429311"/>
            <a:ext cx="5059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New values can be added to the dictionary using the syntax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my_dict</a:t>
            </a:r>
            <a:r>
              <a:rPr lang="en-GB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[key] = value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333DEA0-643C-E406-F8A9-D37AE735AB9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7817221-E45D-AD2B-5F97-8DBA74F5A03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11685" y="755270"/>
            <a:ext cx="4577185" cy="245291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87247095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FA8EE64-A19C-EF31-5E45-230EAE7EB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7ADC8B8-6C5B-3A34-7668-A3BF5B5DBCE7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26F09ED-1911-F8D3-3BFC-73E4DE5317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453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1037760-71A0-BDA1-C661-D2EEB5504107}"/>
              </a:ext>
            </a:extLst>
          </p:cNvPr>
          <p:cNvSpPr txBox="1"/>
          <p:nvPr/>
        </p:nvSpPr>
        <p:spPr>
          <a:xfrm>
            <a:off x="1010920" y="1429311"/>
            <a:ext cx="5059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New values can be added to the dictionary using the syntax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my_dict</a:t>
            </a:r>
            <a:r>
              <a:rPr lang="en-GB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[key] = value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F814B3C-EB4E-1842-42BD-F28E08878DF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AF8752E-2ED9-7752-A7EE-4A6603B5B79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11685" y="755270"/>
            <a:ext cx="4577185" cy="245291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98;p20">
            <a:extLst>
              <a:ext uri="{FF2B5EF4-FFF2-40B4-BE49-F238E27FC236}">
                <a16:creationId xmlns:a16="http://schemas.microsoft.com/office/drawing/2014/main" id="{381FAED8-AC66-D2F2-E87A-DB0E35F0EC65}"/>
              </a:ext>
            </a:extLst>
          </p:cNvPr>
          <p:cNvSpPr txBox="1"/>
          <p:nvPr/>
        </p:nvSpPr>
        <p:spPr>
          <a:xfrm>
            <a:off x="7299679" y="3456503"/>
            <a:ext cx="4064387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Prints:</a:t>
            </a: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 piece of furniture for sitting</a:t>
            </a:r>
            <a:endParaRPr sz="1600" b="1" i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2433774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E64E8E6-9E1F-9524-93FE-5B6877080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FC395FC-58A0-2DB7-168E-1E508687F225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4C5402B-E314-26DD-53FE-B2B541B1DF6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453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92D125D-F0E2-F2BB-F7C7-EA1499657174}"/>
              </a:ext>
            </a:extLst>
          </p:cNvPr>
          <p:cNvSpPr txBox="1"/>
          <p:nvPr/>
        </p:nvSpPr>
        <p:spPr>
          <a:xfrm>
            <a:off x="1010920" y="1429311"/>
            <a:ext cx="5059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New values can be added to the dictionary using the syntax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my_dict</a:t>
            </a:r>
            <a:r>
              <a:rPr lang="en-GB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[key] = value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And keys and values can be any datatype you like 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They don’t have to be strings!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9EC64ED-776C-BE0D-3F7A-DF0A4D425AF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4724F44-3B19-DB6F-A015-C3F21B8BCDE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11685" y="755270"/>
            <a:ext cx="4577185" cy="245291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9487046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1869267-E844-49B8-F71D-97118D935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E54B988-661B-5A6C-B98C-6105180C51B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46A4C50-0571-7243-A9EC-17E418105A1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453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575AE0A-5B47-B270-1DEE-CA2FB7466861}"/>
              </a:ext>
            </a:extLst>
          </p:cNvPr>
          <p:cNvSpPr txBox="1"/>
          <p:nvPr/>
        </p:nvSpPr>
        <p:spPr>
          <a:xfrm>
            <a:off x="1010920" y="1429311"/>
            <a:ext cx="5059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New values can be added to the dictionary using the syntax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my_dict</a:t>
            </a:r>
            <a:r>
              <a:rPr lang="en-GB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[key] = value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And keys and values can be any datatype you like 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They don’t have to be strings!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A27921A-0C3B-E1E3-8F41-329847A5D3F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E7EF316-F811-F30C-6FE7-CE8E6B7DD03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11685" y="755270"/>
            <a:ext cx="4577185" cy="245291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3EDD919-1927-DE38-6383-0AEEA789162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77"/>
          <a:stretch>
            <a:fillRect/>
          </a:stretch>
        </p:blipFill>
        <p:spPr>
          <a:xfrm>
            <a:off x="7404100" y="3429000"/>
            <a:ext cx="3584769" cy="2689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C34E1DD-DA55-0694-DE28-E269F970B5C9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413528" y="4845377"/>
            <a:ext cx="3493286" cy="126678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7364452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8EF6DFA-F47B-D936-265D-8052F7C8A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9B982F5-4C6F-115A-6242-FCEB4623B696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FD2493F-6AD4-8132-6DC2-FC045F0AF6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453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02B8715-C47E-55F9-12DC-462A53583914}"/>
              </a:ext>
            </a:extLst>
          </p:cNvPr>
          <p:cNvSpPr txBox="1"/>
          <p:nvPr/>
        </p:nvSpPr>
        <p:spPr>
          <a:xfrm>
            <a:off x="1010920" y="1429311"/>
            <a:ext cx="5059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New values can be added to the dictionary using the syntax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my_dict</a:t>
            </a:r>
            <a:r>
              <a:rPr lang="en-GB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[key] = value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And keys and values can be any datatype you like 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They don’t have to be strings!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CEA9CC8-A583-FD76-F3EC-0234B6C4961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23CF91F-4298-AFC5-BCFC-D474A17579F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11685" y="755270"/>
            <a:ext cx="4577185" cy="245291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5176AF7-C018-035A-5100-640D92AB174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77"/>
          <a:stretch>
            <a:fillRect/>
          </a:stretch>
        </p:blipFill>
        <p:spPr>
          <a:xfrm>
            <a:off x="7404100" y="3429000"/>
            <a:ext cx="3584769" cy="2689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C460357-25D6-6505-7DF7-671743C941E4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413528" y="5475513"/>
            <a:ext cx="3493286" cy="63664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6379908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56C3800-E743-E7BC-116B-876F32290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1C38B3B-D193-78DD-0A63-7326E1F35A05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9C91694-13ED-6F3E-7C44-9E195191844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453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710EDEB-B6B0-B9DA-FF49-157C6C3A7CA5}"/>
              </a:ext>
            </a:extLst>
          </p:cNvPr>
          <p:cNvSpPr txBox="1"/>
          <p:nvPr/>
        </p:nvSpPr>
        <p:spPr>
          <a:xfrm>
            <a:off x="1010920" y="1429311"/>
            <a:ext cx="5059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New values can be added to the dictionary using the syntax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my_dict</a:t>
            </a:r>
            <a:r>
              <a:rPr lang="en-GB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[key] = value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And keys and values can be any datatype you like 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They don’t have to be strings!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F738825-03C9-DC80-E03A-AA23B4E98D5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8BD96A2-0BB9-18E2-94D0-227BF659182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11685" y="755270"/>
            <a:ext cx="4577185" cy="245291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3E8217C-3C27-2714-2474-B32E1E75A1D2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77"/>
          <a:stretch>
            <a:fillRect/>
          </a:stretch>
        </p:blipFill>
        <p:spPr>
          <a:xfrm>
            <a:off x="7404100" y="3429000"/>
            <a:ext cx="3584769" cy="2689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24F27A2-4486-097A-C03C-5CEFCE9AA1BA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413528" y="5475513"/>
            <a:ext cx="3493286" cy="636643"/>
          </a:xfrm>
          <a:prstGeom prst="rect">
            <a:avLst/>
          </a:prstGeom>
          <a:ln>
            <a:noFill/>
          </a:ln>
        </p:spPr>
      </p:pic>
      <p:sp>
        <p:nvSpPr>
          <p:cNvPr id="5" name="Google Shape;198;p20">
            <a:extLst>
              <a:ext uri="{FF2B5EF4-FFF2-40B4-BE49-F238E27FC236}">
                <a16:creationId xmlns:a16="http://schemas.microsoft.com/office/drawing/2014/main" id="{AB778CCE-DE99-3ADF-DBD5-D1B163AA8864}"/>
              </a:ext>
            </a:extLst>
          </p:cNvPr>
          <p:cNvSpPr txBox="1"/>
          <p:nvPr/>
        </p:nvSpPr>
        <p:spPr>
          <a:xfrm>
            <a:off x="3624487" y="5469529"/>
            <a:ext cx="4064387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Prints:   [“apple”, “banana”, “cherry”]</a:t>
            </a:r>
            <a:endParaRPr sz="1600" b="1" i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3399262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45D6BDF-653B-B27D-9D07-8B672F626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EBA9C37-0139-2558-D9B0-F4C26A0177AA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FF5BD4A-41A5-FDE2-B6D7-1748B11BFF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453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A1543DB-D326-617B-423E-A393CF5565DF}"/>
              </a:ext>
            </a:extLst>
          </p:cNvPr>
          <p:cNvSpPr txBox="1"/>
          <p:nvPr/>
        </p:nvSpPr>
        <p:spPr>
          <a:xfrm>
            <a:off x="1010920" y="1429311"/>
            <a:ext cx="5059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New values can be added to the dictionary using the syntax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my_dict</a:t>
            </a:r>
            <a:r>
              <a:rPr lang="en-GB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[key] = value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And keys and values can be any datatype you like 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They don’t have to be strings!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A4A88C2-9977-B564-9E79-F9AC5D018B2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0A7DDCD-961C-51E5-6ABD-0B666776C85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11685" y="755270"/>
            <a:ext cx="4577185" cy="245291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5651867-BA77-85B8-2920-36D04E3B5AE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77"/>
          <a:stretch>
            <a:fillRect/>
          </a:stretch>
        </p:blipFill>
        <p:spPr>
          <a:xfrm>
            <a:off x="7404100" y="3429000"/>
            <a:ext cx="3584769" cy="26891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5055464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95A9F58-8988-594F-CE76-9E988C63D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05EB1EC-A419-413F-C8D4-4B00B4596C0B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247EEF0-B1AB-C095-02E4-B1CE4417CE2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453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3F2BC4D-C20B-4253-6AC9-A0F8CCB34DD5}"/>
              </a:ext>
            </a:extLst>
          </p:cNvPr>
          <p:cNvSpPr txBox="1"/>
          <p:nvPr/>
        </p:nvSpPr>
        <p:spPr>
          <a:xfrm>
            <a:off x="1010920" y="1429311"/>
            <a:ext cx="5059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New values can be added to the dictionary using the syntax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my_dict</a:t>
            </a:r>
            <a:r>
              <a:rPr lang="en-GB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[key] = value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And keys and values can be any datatype you like 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They don’t have to be strings!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3C796AC-F485-9AEC-BDFD-2EE43B6C1F9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E2EBF89-E5AB-18F6-E4D9-1A4391363F6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11685" y="755270"/>
            <a:ext cx="4577185" cy="245291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0A8F336-D7D3-6022-7362-2D986A03C47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77"/>
          <a:stretch>
            <a:fillRect/>
          </a:stretch>
        </p:blipFill>
        <p:spPr>
          <a:xfrm>
            <a:off x="7404100" y="3429000"/>
            <a:ext cx="3584769" cy="26891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Google Shape;198;p20">
            <a:extLst>
              <a:ext uri="{FF2B5EF4-FFF2-40B4-BE49-F238E27FC236}">
                <a16:creationId xmlns:a16="http://schemas.microsoft.com/office/drawing/2014/main" id="{2B918F34-9A69-F4FB-C397-6431B77F7D7D}"/>
              </a:ext>
            </a:extLst>
          </p:cNvPr>
          <p:cNvSpPr txBox="1"/>
          <p:nvPr/>
        </p:nvSpPr>
        <p:spPr>
          <a:xfrm>
            <a:off x="5792652" y="5582650"/>
            <a:ext cx="1390573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Prints:   “pi”</a:t>
            </a:r>
            <a:endParaRPr sz="1600" b="1" i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1789128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A5D554C-C347-D8EB-0FF3-29976132E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DDC5919-8A00-22ED-02E9-A7466B1A88E4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2DD8D8A-ADAC-0272-257F-F9648DD27B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453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Aside: Dictionaries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A31BAA1-00D0-23C5-1E2D-DFC7A067059C}"/>
              </a:ext>
            </a:extLst>
          </p:cNvPr>
          <p:cNvSpPr txBox="1"/>
          <p:nvPr/>
        </p:nvSpPr>
        <p:spPr>
          <a:xfrm>
            <a:off x="1010920" y="1429311"/>
            <a:ext cx="5059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New values can be added to the dictionary using the syntax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my_dict</a:t>
            </a:r>
            <a:r>
              <a:rPr lang="en-GB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[key] = value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And keys and values can be any datatype you like 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They don’t have to be strings!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Dictionaries will be crucial to some of today’s challenges as well as throughout the rest of this course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If you are unsure about these please take the time to read over: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100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Week 1’s intermediate notebook</a:t>
            </a:r>
            <a:br>
              <a:rPr lang="en-GB" sz="1100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</a:br>
            <a:r>
              <a:rPr lang="en-GB" sz="1100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  <a:t>Section: Sets and Dictionaries</a:t>
            </a:r>
            <a:br>
              <a:rPr lang="en-GB" sz="1100" dirty="0">
                <a:solidFill>
                  <a:srgbClr val="3F3F3F"/>
                </a:solidFill>
                <a:latin typeface="Aptos Mono" panose="020B0009020202020204" pitchFamily="49" charset="0"/>
                <a:ea typeface="Calibri"/>
                <a:cs typeface="Calibri"/>
                <a:sym typeface="Calibri"/>
              </a:rPr>
            </a:br>
            <a:endParaRPr lang="en-GB" sz="1100" dirty="0">
              <a:solidFill>
                <a:srgbClr val="3F3F3F"/>
              </a:solidFill>
              <a:latin typeface="Aptos Mono" panose="020B0009020202020204" pitchFamily="49" charset="0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do this either in today’s class or over the week 6 break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926700E-D743-7E83-10DD-4E710634121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A9630D0-6A58-9B1D-4C93-26F58B411C5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11685" y="755270"/>
            <a:ext cx="4577185" cy="245291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7F13B8D-98B1-6998-5BEE-B66F9AF2A4C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77"/>
          <a:stretch>
            <a:fillRect/>
          </a:stretch>
        </p:blipFill>
        <p:spPr>
          <a:xfrm>
            <a:off x="7404100" y="3429000"/>
            <a:ext cx="3584769" cy="26891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68431259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B33AF8A-F375-1036-C9CA-24A947F21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C295AFB-2608-7598-991B-FB3C2B711D2C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D11A9EC-73B8-4D83-B7D7-7C94F396FF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F0CF607-1F21-BB44-EE33-6913AF76F75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753445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21A9B8B-1F74-6AF4-85E8-AF2CCECE0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DC3E1E8-A5E6-50AC-1804-833E8B0FE655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A8F1F16-291E-88FD-F558-9EF324AD76E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D0A8AD3-B5D4-28A1-00C4-25F449351742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we’re going to be looking at some challenge problems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8F0EB32-07CE-12D4-DCA9-B9B29361EF3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D172CC-FCA1-7D8E-73CD-E8497C2966E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20091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10440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3A52063-85A2-B06D-602B-DC17D184E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D32DF04-0016-AFC5-A9DF-92B07EAC051A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62A1A50-1B8D-8C44-5615-9422A60F3E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510AEED2-5D2C-A93A-4CC4-58800A8CFD12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we’re going to be looking at some challenge problems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problems may feel a little more open-ended than you are used to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can be a little daunting at first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do not worry…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347B6C3-5AA4-CC11-5AE7-1C2CC9E09DB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E443FB-ECD4-1A04-1B52-DEC59865937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2009187"/>
            <a:ext cx="4572147" cy="2670021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3A969A61-29FC-69A4-1987-09CD3414C67B}"/>
              </a:ext>
            </a:extLst>
          </p:cNvPr>
          <p:cNvGrpSpPr/>
          <p:nvPr/>
        </p:nvGrpSpPr>
        <p:grpSpPr>
          <a:xfrm>
            <a:off x="9497273" y="977762"/>
            <a:ext cx="1828083" cy="1270142"/>
            <a:chOff x="9497273" y="977762"/>
            <a:chExt cx="1828083" cy="1270142"/>
          </a:xfrm>
        </p:grpSpPr>
        <p:sp>
          <p:nvSpPr>
            <p:cNvPr id="9" name="Google Shape;198;p20">
              <a:extLst>
                <a:ext uri="{FF2B5EF4-FFF2-40B4-BE49-F238E27FC236}">
                  <a16:creationId xmlns:a16="http://schemas.microsoft.com/office/drawing/2014/main" id="{8FA1A344-F682-B199-D31E-E937E5983248}"/>
                </a:ext>
              </a:extLst>
            </p:cNvPr>
            <p:cNvSpPr txBox="1"/>
            <p:nvPr/>
          </p:nvSpPr>
          <p:spPr>
            <a:xfrm>
              <a:off x="9497273" y="977762"/>
              <a:ext cx="1828083" cy="7386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 b="1" dirty="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Horrendous Assignment</a:t>
              </a:r>
              <a:endParaRPr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8D88F27-6F55-2C9A-5D0B-07A7DE84B4C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87000" y="1689152"/>
              <a:ext cx="124314" cy="55875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3066698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058D300-9A10-B00D-79F3-5069B7497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281D426-2DA9-AA11-3EA3-F9FAC429F7B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27A39FF-32A9-3112-BA63-288CCD6B1C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BF1F156-176D-9E2C-1B2A-01969C9F2C5C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we’re going to be looking at some challenge problems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problems may feel a little more open-ended than you are used to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can be a little daunting at first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do not worry…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already have all the skills necessary to complete the tasks!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1BD7FEF-62B5-2178-B233-5D6700CFC4E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AC7CBF-0687-C5CC-64D1-062A17F6846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2009187"/>
            <a:ext cx="4572147" cy="2670021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F4B54CCD-4D44-A59A-63F3-CD8071253F44}"/>
              </a:ext>
            </a:extLst>
          </p:cNvPr>
          <p:cNvGrpSpPr/>
          <p:nvPr/>
        </p:nvGrpSpPr>
        <p:grpSpPr>
          <a:xfrm>
            <a:off x="6983112" y="4451833"/>
            <a:ext cx="2389488" cy="1373006"/>
            <a:chOff x="6983112" y="4451833"/>
            <a:chExt cx="2389488" cy="1373006"/>
          </a:xfrm>
        </p:grpSpPr>
        <p:sp>
          <p:nvSpPr>
            <p:cNvPr id="7" name="Google Shape;198;p20">
              <a:extLst>
                <a:ext uri="{FF2B5EF4-FFF2-40B4-BE49-F238E27FC236}">
                  <a16:creationId xmlns:a16="http://schemas.microsoft.com/office/drawing/2014/main" id="{984F0EE8-E09E-82DF-7CC1-E2D6696D383D}"/>
                </a:ext>
              </a:extLst>
            </p:cNvPr>
            <p:cNvSpPr txBox="1"/>
            <p:nvPr/>
          </p:nvSpPr>
          <p:spPr>
            <a:xfrm>
              <a:off x="6983112" y="5086206"/>
              <a:ext cx="2389488" cy="7386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 b="1" dirty="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Well-prepared SCIF10002 student</a:t>
              </a:r>
              <a:endParaRPr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4F1F412-08AF-66E4-796A-59D33FC034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6967" y="4451833"/>
              <a:ext cx="190889" cy="66794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403EA74C-B97A-4ED5-33C0-3D26D0EFE830}"/>
              </a:ext>
            </a:extLst>
          </p:cNvPr>
          <p:cNvGrpSpPr/>
          <p:nvPr/>
        </p:nvGrpSpPr>
        <p:grpSpPr>
          <a:xfrm>
            <a:off x="9497273" y="977762"/>
            <a:ext cx="1828083" cy="1270142"/>
            <a:chOff x="9497273" y="977762"/>
            <a:chExt cx="1828083" cy="1270142"/>
          </a:xfrm>
        </p:grpSpPr>
        <p:sp>
          <p:nvSpPr>
            <p:cNvPr id="9" name="Google Shape;198;p20">
              <a:extLst>
                <a:ext uri="{FF2B5EF4-FFF2-40B4-BE49-F238E27FC236}">
                  <a16:creationId xmlns:a16="http://schemas.microsoft.com/office/drawing/2014/main" id="{6607E2E8-AA8B-A9F2-50D4-EB24EA1CF317}"/>
                </a:ext>
              </a:extLst>
            </p:cNvPr>
            <p:cNvSpPr txBox="1"/>
            <p:nvPr/>
          </p:nvSpPr>
          <p:spPr>
            <a:xfrm>
              <a:off x="9497273" y="977762"/>
              <a:ext cx="1828083" cy="7386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 b="1" dirty="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Horrendous Assignment</a:t>
              </a:r>
              <a:endParaRPr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F2EF752-86A9-A8C6-1CDD-E0EB93F38C5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87000" y="1689152"/>
              <a:ext cx="124314" cy="55875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0708851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BE6755E-9B1D-0C13-2C3D-9161D2F00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482F39A-DF02-9DBF-93F6-984CE7FFCEAD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A262505-8F56-8371-DFF4-DB9AF74D9D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80D5BB2-10D8-BE35-5B87-2772D8069FE8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we’re going to be looking at some challenge problems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problems may feel a little more open-ended than you are used to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can be a little daunting at first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do not worry…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already have all the skills necessary to complete the tasks!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faced with a difficult coding problem, here’s some general tips to help you get started out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5AE2F43-94FC-C03E-7BA9-4C396E664A2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2D9A4C-C834-D243-544F-AB5BF82D729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20091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00901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28FFA16-3922-5223-6732-CE1C846B7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7DE64E3-47BF-688A-3C31-02B995AD8BAB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1B7BD37-9683-B563-AAD0-E61935E1617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266AB98-35B6-6B24-17C3-411F64E9CA83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we’re going to be looking at some challenge problems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problems may feel a little more open-ended than you are used to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can be a little daunting at first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do not worry…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already have all the skills necessary to complete the tasks!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faced with a difficult coding problem, here’s some general tips to help you get started out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A3377F6-8D53-0990-05B0-AC242B1BC96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6206B1-F1E0-FB6B-6D6F-2CE500C3ED7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2009187"/>
            <a:ext cx="4572147" cy="2670021"/>
          </a:xfrm>
          <a:prstGeom prst="rect">
            <a:avLst/>
          </a:prstGeom>
        </p:spPr>
      </p:pic>
      <p:sp>
        <p:nvSpPr>
          <p:cNvPr id="16" name="Star: 5 Points 15">
            <a:extLst>
              <a:ext uri="{FF2B5EF4-FFF2-40B4-BE49-F238E27FC236}">
                <a16:creationId xmlns:a16="http://schemas.microsoft.com/office/drawing/2014/main" id="{C996F7DC-DC60-5596-3E8F-A34F00EB9135}"/>
              </a:ext>
            </a:extLst>
          </p:cNvPr>
          <p:cNvSpPr/>
          <p:nvPr/>
        </p:nvSpPr>
        <p:spPr>
          <a:xfrm rot="2868207">
            <a:off x="8120604" y="2069599"/>
            <a:ext cx="2852460" cy="2250842"/>
          </a:xfrm>
          <a:prstGeom prst="star5">
            <a:avLst>
              <a:gd name="adj" fmla="val 29621"/>
              <a:gd name="hf" fmla="val 105146"/>
              <a:gd name="vf" fmla="val 110557"/>
            </a:avLst>
          </a:prstGeom>
          <a:solidFill>
            <a:srgbClr val="FFC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7" name="Star: 5 Points 16">
            <a:extLst>
              <a:ext uri="{FF2B5EF4-FFF2-40B4-BE49-F238E27FC236}">
                <a16:creationId xmlns:a16="http://schemas.microsoft.com/office/drawing/2014/main" id="{1596FE22-B8CC-841E-90CC-7A26049F9D1F}"/>
              </a:ext>
            </a:extLst>
          </p:cNvPr>
          <p:cNvSpPr/>
          <p:nvPr/>
        </p:nvSpPr>
        <p:spPr>
          <a:xfrm rot="2868207">
            <a:off x="8485146" y="2424102"/>
            <a:ext cx="2037338" cy="1660908"/>
          </a:xfrm>
          <a:prstGeom prst="star5">
            <a:avLst>
              <a:gd name="adj" fmla="val 28180"/>
              <a:gd name="hf" fmla="val 105146"/>
              <a:gd name="vf" fmla="val 110557"/>
            </a:avLst>
          </a:prstGeom>
          <a:solidFill>
            <a:srgbClr val="FFFF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Star: 5 Points 17">
            <a:extLst>
              <a:ext uri="{FF2B5EF4-FFF2-40B4-BE49-F238E27FC236}">
                <a16:creationId xmlns:a16="http://schemas.microsoft.com/office/drawing/2014/main" id="{41FC76BD-C4D7-9847-3C00-F6C91B3F39C1}"/>
              </a:ext>
            </a:extLst>
          </p:cNvPr>
          <p:cNvSpPr/>
          <p:nvPr/>
        </p:nvSpPr>
        <p:spPr>
          <a:xfrm rot="2868207">
            <a:off x="8819028" y="2720561"/>
            <a:ext cx="1369477" cy="1055831"/>
          </a:xfrm>
          <a:prstGeom prst="star5">
            <a:avLst>
              <a:gd name="adj" fmla="val 21945"/>
              <a:gd name="hf" fmla="val 105146"/>
              <a:gd name="vf" fmla="val 110557"/>
            </a:avLst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343819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70E1314-C486-8595-4BA9-688A02DE9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C047D7F-3614-E063-5C03-A9D275F48BE0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46CB674-F040-2A5E-DE51-11EB253336C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5D8CE43-3A88-A2B5-8348-D19FEE123EF1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we’re going to be looking at some challenge problems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problems may feel a little more open-ended than you are used to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can be a little daunting at first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do not worry…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already have all the skills necessary to complete the tasks!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faced with a difficult coding problem, here’s some general tips to help you get started out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57040A2-12A2-0A13-F579-95DC19C3EB7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1FB15E2-A2A0-EB37-FBA1-E46CEC05B57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19429" y="1983787"/>
            <a:ext cx="2906341" cy="2567569"/>
          </a:xfrm>
          <a:prstGeom prst="rect">
            <a:avLst/>
          </a:prstGeom>
        </p:spPr>
      </p:pic>
      <p:sp>
        <p:nvSpPr>
          <p:cNvPr id="2" name="Star: 5 Points 1">
            <a:extLst>
              <a:ext uri="{FF2B5EF4-FFF2-40B4-BE49-F238E27FC236}">
                <a16:creationId xmlns:a16="http://schemas.microsoft.com/office/drawing/2014/main" id="{766F0772-0EC3-57A5-9E91-69EC83F34680}"/>
              </a:ext>
            </a:extLst>
          </p:cNvPr>
          <p:cNvSpPr/>
          <p:nvPr/>
        </p:nvSpPr>
        <p:spPr>
          <a:xfrm rot="2868207">
            <a:off x="8120604" y="2069599"/>
            <a:ext cx="2852460" cy="2250842"/>
          </a:xfrm>
          <a:prstGeom prst="star5">
            <a:avLst>
              <a:gd name="adj" fmla="val 29621"/>
              <a:gd name="hf" fmla="val 105146"/>
              <a:gd name="vf" fmla="val 110557"/>
            </a:avLst>
          </a:prstGeom>
          <a:solidFill>
            <a:srgbClr val="FFC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" name="Star: 5 Points 5">
            <a:extLst>
              <a:ext uri="{FF2B5EF4-FFF2-40B4-BE49-F238E27FC236}">
                <a16:creationId xmlns:a16="http://schemas.microsoft.com/office/drawing/2014/main" id="{2EB69B46-FAFE-9879-86B6-2B35E62192B4}"/>
              </a:ext>
            </a:extLst>
          </p:cNvPr>
          <p:cNvSpPr/>
          <p:nvPr/>
        </p:nvSpPr>
        <p:spPr>
          <a:xfrm rot="2868207">
            <a:off x="8485146" y="2424102"/>
            <a:ext cx="2037338" cy="1660908"/>
          </a:xfrm>
          <a:prstGeom prst="star5">
            <a:avLst>
              <a:gd name="adj" fmla="val 28180"/>
              <a:gd name="hf" fmla="val 105146"/>
              <a:gd name="vf" fmla="val 110557"/>
            </a:avLst>
          </a:prstGeom>
          <a:solidFill>
            <a:srgbClr val="FFFF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Star: 5 Points 7">
            <a:extLst>
              <a:ext uri="{FF2B5EF4-FFF2-40B4-BE49-F238E27FC236}">
                <a16:creationId xmlns:a16="http://schemas.microsoft.com/office/drawing/2014/main" id="{3EFB7B70-C948-B452-F8F0-CE54B594696F}"/>
              </a:ext>
            </a:extLst>
          </p:cNvPr>
          <p:cNvSpPr/>
          <p:nvPr/>
        </p:nvSpPr>
        <p:spPr>
          <a:xfrm rot="2868207">
            <a:off x="8819028" y="2720561"/>
            <a:ext cx="1369477" cy="1055831"/>
          </a:xfrm>
          <a:prstGeom prst="star5">
            <a:avLst>
              <a:gd name="adj" fmla="val 21945"/>
              <a:gd name="hf" fmla="val 105146"/>
              <a:gd name="vf" fmla="val 110557"/>
            </a:avLst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318291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D93A06C-DB5C-864B-023B-2A94AD1FB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3F2FFDB-A369-7CC3-7FA8-4D64A37FE749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9B50737-AB7D-BD7A-C461-8962470030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91E7DEA-F294-1508-552C-9FCDCF2125D4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we’re going to be looking at some challenge problems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problems may feel a little more open-ended than you are used to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can be a little daunting at first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do not worry…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already have all the skills necessary to complete the tasks!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faced with a difficult coding problem, here’s some general tips to help you get started out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175C120-39D2-31E0-6645-44AA25EFD37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0538509-8D73-7EF3-40F3-73CF4914DD6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19429" y="1983787"/>
            <a:ext cx="2906341" cy="2567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81229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1A78FA2-7186-0B8F-887B-170185320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3DEE5BD-A27B-F360-B135-42F7E4987E74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724CE31-80F3-F6D4-9E3C-935C55214FE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6072E5C-A5AF-ADD0-F196-A156A27BD683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2">
                  <a:lumMod val="20000"/>
                  <a:lumOff val="80000"/>
                </a:schemeClr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Clarify inputs and outputs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b="1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2">
                  <a:lumMod val="20000"/>
                  <a:lumOff val="80000"/>
                </a:schemeClr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Look for structure and repetition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5A810C5-C87E-56F0-FF00-4E3252E9622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20C0AE-24D7-684A-2F41-989153B1839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801484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AB3E051-27BE-D54A-023A-06F15F680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04B03BD-A2AE-4529-4E29-05976403FD7D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E7957CF-E169-DDED-8346-49BEF96FB4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96CDDFF-AD2D-07FB-FC93-73C77333F3F8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chemeClr val="accent2">
                  <a:lumMod val="40000"/>
                  <a:lumOff val="60000"/>
                </a:schemeClr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>
                    <a:lumMod val="40000"/>
                    <a:lumOff val="6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2">
                  <a:lumMod val="40000"/>
                  <a:lumOff val="60000"/>
                </a:schemeClr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>
                    <a:lumMod val="40000"/>
                    <a:lumOff val="6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Clarify inputs and outputs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b="1" i="1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b="1" i="1" dirty="0">
                <a:solidFill>
                  <a:schemeClr val="accent2">
                    <a:lumMod val="40000"/>
                    <a:lumOff val="6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2">
                  <a:lumMod val="40000"/>
                  <a:lumOff val="60000"/>
                </a:schemeClr>
              </a:buClr>
              <a:buSzPts val="2000"/>
              <a:buFont typeface="Calibri" panose="020F0502020204030204" pitchFamily="34" charset="0"/>
              <a:buChar char="●"/>
            </a:pPr>
            <a:r>
              <a:rPr lang="en-GB" sz="1800" b="1" i="1" dirty="0">
                <a:solidFill>
                  <a:schemeClr val="accent2">
                    <a:lumMod val="40000"/>
                    <a:lumOff val="6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Look for structure and repetition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4712CED-8F3F-5C59-4D07-130DBCF01CA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5A08E9-2675-345D-4EED-1D03DD1D0FD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09281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5720342-7E27-3179-551B-02BBEDF99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A352942-F1CF-DAA2-BDBD-DEC455ADB230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CD93BF2-95AA-7CC9-056C-2E552BD42AC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C23ABDD-952D-EAB7-D669-0D3AA9E4B63C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you start coding, grab a pen and paper and try to solve the problem by hand!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2">
                  <a:lumMod val="40000"/>
                  <a:lumOff val="60000"/>
                </a:schemeClr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>
                    <a:lumMod val="40000"/>
                    <a:lumOff val="6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Clarify inputs and outputs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b="1" i="1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b="1" i="1" dirty="0">
                <a:solidFill>
                  <a:schemeClr val="accent2">
                    <a:lumMod val="40000"/>
                    <a:lumOff val="6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2">
                  <a:lumMod val="40000"/>
                  <a:lumOff val="60000"/>
                </a:schemeClr>
              </a:buClr>
              <a:buSzPts val="2000"/>
              <a:buFont typeface="Calibri" panose="020F0502020204030204" pitchFamily="34" charset="0"/>
              <a:buChar char="●"/>
            </a:pPr>
            <a:r>
              <a:rPr lang="en-GB" sz="1800" b="1" i="1" dirty="0">
                <a:solidFill>
                  <a:schemeClr val="accent2">
                    <a:lumMod val="40000"/>
                    <a:lumOff val="6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Look for structure and repetition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9B69CD3-1609-1760-37C7-CA6ECA6BBC1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CF9B5A-505C-E120-F14A-3FFCBE29902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971682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C1E14B1-5579-B7BC-3412-9ABAAAE51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2A4057F-4B66-3FF9-B80F-6BEEF42DD640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BE6CAA9-CACC-F676-2F13-A2496E9F452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1A167CB-96D4-A94E-97E2-F7B81CAF91C0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you start coding, grab a pen and paper and try to solve the problem by hand!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2">
                  <a:lumMod val="40000"/>
                  <a:lumOff val="60000"/>
                </a:schemeClr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>
                    <a:lumMod val="40000"/>
                    <a:lumOff val="6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Clarify inputs and outputs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b="1" i="1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b="1" i="1" dirty="0">
                <a:solidFill>
                  <a:schemeClr val="accent2">
                    <a:lumMod val="40000"/>
                    <a:lumOff val="6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2">
                  <a:lumMod val="40000"/>
                  <a:lumOff val="60000"/>
                </a:schemeClr>
              </a:buClr>
              <a:buSzPts val="2000"/>
              <a:buFont typeface="Calibri" panose="020F0502020204030204" pitchFamily="34" charset="0"/>
              <a:buChar char="●"/>
            </a:pPr>
            <a:r>
              <a:rPr lang="en-GB" sz="1800" b="1" i="1" dirty="0">
                <a:solidFill>
                  <a:schemeClr val="accent2">
                    <a:lumMod val="40000"/>
                    <a:lumOff val="6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Look for structure and repetition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446C255-4F16-72B1-3A4A-083A39BB77C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2F20BF-CF38-F082-5D82-2724534927C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  <p:sp>
        <p:nvSpPr>
          <p:cNvPr id="6" name="Google Shape;198;p20">
            <a:extLst>
              <a:ext uri="{FF2B5EF4-FFF2-40B4-BE49-F238E27FC236}">
                <a16:creationId xmlns:a16="http://schemas.microsoft.com/office/drawing/2014/main" id="{1489F506-75C5-1D39-4E3E-F679B5846F88}"/>
              </a:ext>
            </a:extLst>
          </p:cNvPr>
          <p:cNvSpPr txBox="1"/>
          <p:nvPr/>
        </p:nvSpPr>
        <p:spPr>
          <a:xfrm>
            <a:off x="7330256" y="4757728"/>
            <a:ext cx="2974524" cy="8309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Think about how </a:t>
            </a:r>
            <a:r>
              <a:rPr lang="en-GB" sz="2400" b="1" i="1" u="sng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you</a:t>
            </a: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would do the computation first!</a:t>
            </a:r>
            <a:endParaRPr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6020021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783B763-2838-F98D-763E-4F02292D9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78E634D-65FE-C0DD-988D-50989817B08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99846F7-0B3C-BA54-2644-864DD8B5DAD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2804FF6-4FF6-FD5A-F7F5-06C85482256A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you start coding, grab a pen and paper and try to solve the problem by hand!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Clarify inputs and outputs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getting started think about what you have and what you need – these are probably your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outputs</a:t>
            </a:r>
            <a:br>
              <a:rPr lang="en-GB" sz="1600" b="1" i="1" dirty="0">
                <a:solidFill>
                  <a:schemeClr val="accent2">
                    <a:lumMod val="40000"/>
                    <a:lumOff val="6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2">
                  <a:lumMod val="40000"/>
                  <a:lumOff val="60000"/>
                </a:schemeClr>
              </a:buClr>
              <a:buSzPts val="2000"/>
              <a:buFont typeface="Calibri" panose="020F0502020204030204" pitchFamily="34" charset="0"/>
              <a:buChar char="●"/>
            </a:pPr>
            <a:r>
              <a:rPr lang="en-GB" sz="1800" b="1" i="1" dirty="0">
                <a:solidFill>
                  <a:schemeClr val="accent2">
                    <a:lumMod val="40000"/>
                    <a:lumOff val="6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Look for structure and repetition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36E011D-6FF6-9E85-4CF8-2C4DE3A522A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54A4EC-B995-934D-9AB5-F6243BCE066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62940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ECF9FB5-A9ED-40C0-A69F-D473956D6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E7A14A6-E9B7-280D-77F8-B7708D160F8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D1FFD33-BA9A-7030-936C-F484AAEA390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378CFB7-3E31-3C5E-1FFC-A0EE7FDC0424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you start coding, grab a pen and paper and try to solve the problem by hand!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Clarify inputs and outputs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getting started think about what you have and what you need – these are probably your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outputs</a:t>
            </a:r>
            <a:br>
              <a:rPr lang="en-GB" sz="1600" b="1" i="1" dirty="0">
                <a:solidFill>
                  <a:schemeClr val="accent2">
                    <a:lumMod val="40000"/>
                    <a:lumOff val="6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2">
                  <a:lumMod val="40000"/>
                  <a:lumOff val="60000"/>
                </a:schemeClr>
              </a:buClr>
              <a:buSzPts val="2000"/>
              <a:buFont typeface="Calibri" panose="020F0502020204030204" pitchFamily="34" charset="0"/>
              <a:buChar char="●"/>
            </a:pPr>
            <a:r>
              <a:rPr lang="en-GB" sz="1800" b="1" i="1" dirty="0">
                <a:solidFill>
                  <a:schemeClr val="accent2">
                    <a:lumMod val="40000"/>
                    <a:lumOff val="6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Look for structure and repetition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1DE981A6-BF52-DBD4-1EE3-FA61E9D3953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1A60EF-0933-5E37-4FFB-CAC140DAB06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  <p:sp>
        <p:nvSpPr>
          <p:cNvPr id="6" name="Google Shape;198;p20">
            <a:extLst>
              <a:ext uri="{FF2B5EF4-FFF2-40B4-BE49-F238E27FC236}">
                <a16:creationId xmlns:a16="http://schemas.microsoft.com/office/drawing/2014/main" id="{6F626DD8-A023-1325-1143-E1562D392831}"/>
              </a:ext>
            </a:extLst>
          </p:cNvPr>
          <p:cNvSpPr txBox="1"/>
          <p:nvPr/>
        </p:nvSpPr>
        <p:spPr>
          <a:xfrm>
            <a:off x="6400800" y="4382594"/>
            <a:ext cx="5359791" cy="1292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Ask yourself: 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en-GB"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lvl="0" indent="-285750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Font typeface="Arial" panose="020B0604020202020204" pitchFamily="34" charset="0"/>
              <a:buChar char="•"/>
            </a:pP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What information do I have before I start coding?</a:t>
            </a:r>
          </a:p>
          <a:p>
            <a:pPr lvl="0" rtl="0">
              <a:spcBef>
                <a:spcPts val="0"/>
              </a:spcBef>
              <a:spcAft>
                <a:spcPts val="0"/>
              </a:spcAft>
            </a:pPr>
            <a:endParaRPr lang="en-GB"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478497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615D046-ECAF-2FAD-94BD-8245E9F7C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44840DA-EF27-9F3F-519B-F1809BB60EA9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66E484B-C2FE-51EE-E3AB-183B974F5B1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5B2A350-C5FA-4485-E6FF-9AEE7E0A16AE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you start coding, grab a pen and paper and try to solve the problem by hand!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Clarify inputs and outputs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getting started think about what you have and what you need – these are probably your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outputs</a:t>
            </a:r>
            <a:br>
              <a:rPr lang="en-GB" sz="1600" b="1" i="1" dirty="0">
                <a:solidFill>
                  <a:schemeClr val="accent2">
                    <a:lumMod val="40000"/>
                    <a:lumOff val="6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2">
                  <a:lumMod val="40000"/>
                  <a:lumOff val="60000"/>
                </a:schemeClr>
              </a:buClr>
              <a:buSzPts val="2000"/>
              <a:buFont typeface="Calibri" panose="020F0502020204030204" pitchFamily="34" charset="0"/>
              <a:buChar char="●"/>
            </a:pPr>
            <a:r>
              <a:rPr lang="en-GB" sz="1800" b="1" i="1" dirty="0">
                <a:solidFill>
                  <a:schemeClr val="accent2">
                    <a:lumMod val="40000"/>
                    <a:lumOff val="6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Look for structure and repetition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C419660C-9863-01CE-6973-48987A87C05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543A1E-285F-E002-39E2-EC867F94C41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  <p:sp>
        <p:nvSpPr>
          <p:cNvPr id="6" name="Google Shape;198;p20">
            <a:extLst>
              <a:ext uri="{FF2B5EF4-FFF2-40B4-BE49-F238E27FC236}">
                <a16:creationId xmlns:a16="http://schemas.microsoft.com/office/drawing/2014/main" id="{850F6A32-F3E4-D26B-9352-6FCEF8C90729}"/>
              </a:ext>
            </a:extLst>
          </p:cNvPr>
          <p:cNvSpPr txBox="1"/>
          <p:nvPr/>
        </p:nvSpPr>
        <p:spPr>
          <a:xfrm>
            <a:off x="6400800" y="4382594"/>
            <a:ext cx="5359791" cy="1569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Ask yourself: 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en-GB"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lvl="0" indent="-285750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Font typeface="Arial" panose="020B0604020202020204" pitchFamily="34" charset="0"/>
              <a:buChar char="•"/>
            </a:pP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What information do I have before I start coding?</a:t>
            </a:r>
          </a:p>
          <a:p>
            <a:pPr marL="285750" lvl="0" indent="-285750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GB"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lvl="0" indent="-285750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Font typeface="Arial" panose="020B0604020202020204" pitchFamily="34" charset="0"/>
              <a:buChar char="•"/>
            </a:pP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What do I want my code to produce?</a:t>
            </a:r>
            <a:endParaRPr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3602870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EA72D89-3E0C-0ADB-1E20-882B53BF5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1AA1FA6-1914-6D98-6F03-E038D1EFAD1D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7CED54A-8608-A2FD-C90F-ABBE196CBE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B7982B6-BB06-B4D0-3CBC-5890D3FF9653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you start coding, grab a pen and paper and try to solve the problem by hand!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Clarify inputs and outputs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getting started think about what you have and what you need – these are probably your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outputs</a:t>
            </a:r>
            <a:b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Look for structure and repetition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you convert your thoughts to code, ask yourself which parts of the code are repetitive or self-contained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4FD0DAC-65E3-7603-7431-6065CFDFADB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3041C5-015B-7D04-0977-192BC71DF10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11943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8CD9BF3-6F5F-88A1-834B-FC0696E0E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72C26C1-099B-6CDE-7A23-BF34F0FF277A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B3D1AB4-B954-4D7F-FAFF-1A011E834D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005983B-75D7-AB2E-4196-2FAB4D66D2DC}"/>
              </a:ext>
            </a:extLst>
          </p:cNvPr>
          <p:cNvSpPr txBox="1"/>
          <p:nvPr/>
        </p:nvSpPr>
        <p:spPr>
          <a:xfrm>
            <a:off x="1036320" y="16071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Before you start coding, grab a pen and paper and try to solve the problem by hand!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Clarify inputs and outputs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getting started think about what you have and what you need – these are probably your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outputs</a:t>
            </a:r>
            <a:b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Look for structure and repetition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you convert your thoughts to code, ask yourself which parts of the code are repetitive or self-contained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93D506F-DFED-C0E7-A562-486FF2F828C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03BF91-C559-3879-B480-3DACF724AB7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  <p:sp>
        <p:nvSpPr>
          <p:cNvPr id="8" name="Google Shape;198;p20">
            <a:extLst>
              <a:ext uri="{FF2B5EF4-FFF2-40B4-BE49-F238E27FC236}">
                <a16:creationId xmlns:a16="http://schemas.microsoft.com/office/drawing/2014/main" id="{5AD71810-56C6-196F-FD58-C1BA7B219976}"/>
              </a:ext>
            </a:extLst>
          </p:cNvPr>
          <p:cNvSpPr txBox="1"/>
          <p:nvPr/>
        </p:nvSpPr>
        <p:spPr>
          <a:xfrm>
            <a:off x="6737860" y="4665395"/>
            <a:ext cx="4817399" cy="1015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Repetitive computation – think loops!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Self contained-computation – think functions!</a:t>
            </a:r>
            <a:endParaRPr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6956676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2C80637-8067-83EC-A437-70C4AB1E2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E5C9878-5100-0E1D-E4DC-BC82881B4CC3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382AC37-A170-BCF9-DF35-78CCCE34C6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70D5493-9FC3-A748-EA03-E97CF057493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FBE827-2C0B-D032-7A0A-BC64402550C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  <p:sp>
        <p:nvSpPr>
          <p:cNvPr id="6" name="Google Shape;150;p19">
            <a:extLst>
              <a:ext uri="{FF2B5EF4-FFF2-40B4-BE49-F238E27FC236}">
                <a16:creationId xmlns:a16="http://schemas.microsoft.com/office/drawing/2014/main" id="{12AA5D41-2214-8634-D2B9-0AD9F7F64028}"/>
              </a:ext>
            </a:extLst>
          </p:cNvPr>
          <p:cNvSpPr txBox="1"/>
          <p:nvPr/>
        </p:nvSpPr>
        <p:spPr>
          <a:xfrm>
            <a:off x="1036320" y="16579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2">
                  <a:lumMod val="40000"/>
                  <a:lumOff val="60000"/>
                </a:schemeClr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>
                    <a:lumMod val="40000"/>
                    <a:lumOff val="6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Divide and Conquer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2">
                  <a:lumMod val="40000"/>
                  <a:lumOff val="60000"/>
                </a:schemeClr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>
                    <a:lumMod val="40000"/>
                    <a:lumOff val="6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Talk things through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2">
                  <a:lumMod val="40000"/>
                  <a:lumOff val="60000"/>
                </a:schemeClr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>
                    <a:lumMod val="40000"/>
                    <a:lumOff val="6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Use Resources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2">
                  <a:lumMod val="40000"/>
                  <a:lumOff val="60000"/>
                </a:schemeClr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>
                    <a:lumMod val="40000"/>
                    <a:lumOff val="6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Trust your own process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7161990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6DB57A3-9D6B-0C09-841B-A1E94B6EF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EA2B2C9-3D53-E01B-990E-5C368C1A5F66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C52BD84-20FB-076D-0549-BC0AFFB5ECC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DD42AF5-2F0F-DA01-F80E-03C00F60DFF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CE00EE-30D6-E114-DF8D-59087B2C8B4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  <p:sp>
        <p:nvSpPr>
          <p:cNvPr id="6" name="Google Shape;150;p19">
            <a:extLst>
              <a:ext uri="{FF2B5EF4-FFF2-40B4-BE49-F238E27FC236}">
                <a16:creationId xmlns:a16="http://schemas.microsoft.com/office/drawing/2014/main" id="{0A3F9FD3-3074-F25F-A032-90C98AB421F0}"/>
              </a:ext>
            </a:extLst>
          </p:cNvPr>
          <p:cNvSpPr txBox="1"/>
          <p:nvPr/>
        </p:nvSpPr>
        <p:spPr>
          <a:xfrm>
            <a:off x="1036320" y="16579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Divide and Conquer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Try to break the task down into smaller chunks where possible!</a:t>
            </a: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2">
                  <a:lumMod val="40000"/>
                  <a:lumOff val="60000"/>
                </a:schemeClr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>
                    <a:lumMod val="40000"/>
                    <a:lumOff val="6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Talk things through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2">
                  <a:lumMod val="40000"/>
                  <a:lumOff val="60000"/>
                </a:schemeClr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>
                    <a:lumMod val="40000"/>
                    <a:lumOff val="6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Use Resources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2">
                  <a:lumMod val="40000"/>
                  <a:lumOff val="60000"/>
                </a:schemeClr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>
                    <a:lumMod val="40000"/>
                    <a:lumOff val="6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Trust your own process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3730984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53707EE-AB6E-55E1-6DA0-D15812372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E6F86FF-C8AF-4F32-C384-109461523709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96525E3-76C7-C0DF-397B-8A5B06902BC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1D9090B-27D5-0E7C-98CB-D4557F416B1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F5432E-8BA3-00F1-1C04-92A28A66E6E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  <p:sp>
        <p:nvSpPr>
          <p:cNvPr id="6" name="Google Shape;150;p19">
            <a:extLst>
              <a:ext uri="{FF2B5EF4-FFF2-40B4-BE49-F238E27FC236}">
                <a16:creationId xmlns:a16="http://schemas.microsoft.com/office/drawing/2014/main" id="{974220BD-717E-1FEC-EAD6-AF4D98CB70A5}"/>
              </a:ext>
            </a:extLst>
          </p:cNvPr>
          <p:cNvSpPr txBox="1"/>
          <p:nvPr/>
        </p:nvSpPr>
        <p:spPr>
          <a:xfrm>
            <a:off x="1036320" y="16579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Divide and Conquer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Try to break the task down into smaller chunks where possible!</a:t>
            </a: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2">
                  <a:lumMod val="40000"/>
                  <a:lumOff val="60000"/>
                </a:schemeClr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>
                    <a:lumMod val="40000"/>
                    <a:lumOff val="6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Talk things through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2">
                  <a:lumMod val="40000"/>
                  <a:lumOff val="60000"/>
                </a:schemeClr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>
                    <a:lumMod val="40000"/>
                    <a:lumOff val="6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Use Resources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2">
                  <a:lumMod val="40000"/>
                  <a:lumOff val="60000"/>
                </a:schemeClr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>
                    <a:lumMod val="40000"/>
                    <a:lumOff val="6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Trust your own process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198;p20">
            <a:extLst>
              <a:ext uri="{FF2B5EF4-FFF2-40B4-BE49-F238E27FC236}">
                <a16:creationId xmlns:a16="http://schemas.microsoft.com/office/drawing/2014/main" id="{0E1F6E8B-C94B-8500-2672-F64DD98262DE}"/>
              </a:ext>
            </a:extLst>
          </p:cNvPr>
          <p:cNvSpPr txBox="1"/>
          <p:nvPr/>
        </p:nvSpPr>
        <p:spPr>
          <a:xfrm>
            <a:off x="8030327" y="4736881"/>
            <a:ext cx="2974524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How can we make the task simpler/more manageable?</a:t>
            </a:r>
            <a:endParaRPr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6000753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DFF1FA8-5D27-6F9D-4045-13F1EAFE0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A8F2BF7-3788-10E6-4E77-AFC2AD4F0FBC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8C787EC-77AD-1C38-A03B-B8579E50E9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EBE60B8-7F53-8B0A-912A-E2297139EE5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68C4CF-BD77-98A7-F99B-E425D2DD5FE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  <p:sp>
        <p:nvSpPr>
          <p:cNvPr id="6" name="Google Shape;150;p19">
            <a:extLst>
              <a:ext uri="{FF2B5EF4-FFF2-40B4-BE49-F238E27FC236}">
                <a16:creationId xmlns:a16="http://schemas.microsoft.com/office/drawing/2014/main" id="{BABACA45-4663-F97F-0EB2-7965C0776B1D}"/>
              </a:ext>
            </a:extLst>
          </p:cNvPr>
          <p:cNvSpPr txBox="1"/>
          <p:nvPr/>
        </p:nvSpPr>
        <p:spPr>
          <a:xfrm>
            <a:off x="1036320" y="16579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Divide and Conquer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Try to break the task down into smaller chunks where possible!</a:t>
            </a: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Talk things through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If you are struggling to get started, talk through the problem with a friend or peer</a:t>
            </a: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2">
                  <a:lumMod val="40000"/>
                  <a:lumOff val="60000"/>
                </a:schemeClr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>
                    <a:lumMod val="40000"/>
                    <a:lumOff val="6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Use Resources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2">
                  <a:lumMod val="40000"/>
                  <a:lumOff val="60000"/>
                </a:schemeClr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>
                    <a:lumMod val="40000"/>
                    <a:lumOff val="6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Trust your own process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7773583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AEDD8F3-2693-10E4-2785-AB01E3E1B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8665CB3-0A2A-6638-515C-619640EADA31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4003C3A-E279-FBB4-A9E3-4646307526C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E412429-0494-AFEE-E341-E2C4E08476F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AC5C74-91ED-A174-AA0B-6840E30135B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  <p:sp>
        <p:nvSpPr>
          <p:cNvPr id="6" name="Google Shape;150;p19">
            <a:extLst>
              <a:ext uri="{FF2B5EF4-FFF2-40B4-BE49-F238E27FC236}">
                <a16:creationId xmlns:a16="http://schemas.microsoft.com/office/drawing/2014/main" id="{374E9CC3-E383-2CAE-7EDA-A51401426DB8}"/>
              </a:ext>
            </a:extLst>
          </p:cNvPr>
          <p:cNvSpPr txBox="1"/>
          <p:nvPr/>
        </p:nvSpPr>
        <p:spPr>
          <a:xfrm>
            <a:off x="1036320" y="16579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Divide and Conquer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Try to break the task down into smaller chunks where possible!</a:t>
            </a: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Talk things through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If you are struggling to get started, talk through the problem with a friend or peer</a:t>
            </a: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2">
                  <a:lumMod val="40000"/>
                  <a:lumOff val="60000"/>
                </a:schemeClr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>
                    <a:lumMod val="40000"/>
                    <a:lumOff val="6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Use Resources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2">
                  <a:lumMod val="40000"/>
                  <a:lumOff val="60000"/>
                </a:schemeClr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>
                    <a:lumMod val="40000"/>
                    <a:lumOff val="6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Trust your own process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198;p20">
            <a:extLst>
              <a:ext uri="{FF2B5EF4-FFF2-40B4-BE49-F238E27FC236}">
                <a16:creationId xmlns:a16="http://schemas.microsoft.com/office/drawing/2014/main" id="{FA58B5CD-1ABB-1BCE-C19F-77498529C24C}"/>
              </a:ext>
            </a:extLst>
          </p:cNvPr>
          <p:cNvSpPr txBox="1"/>
          <p:nvPr/>
        </p:nvSpPr>
        <p:spPr>
          <a:xfrm>
            <a:off x="8004231" y="4735089"/>
            <a:ext cx="2974524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Talking things through can help organise your thoughts!</a:t>
            </a:r>
            <a:endParaRPr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3890120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E126DB8-DC11-E100-8252-DB1384B080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2204FAA-F848-E2CE-2950-C73BC1A3567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A095780-67C2-D767-5913-E94404EBF4E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66C27FF-73E3-DA4B-40A7-84899D37796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5B9EB9-A03D-1047-A275-7E90169D1CF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  <p:sp>
        <p:nvSpPr>
          <p:cNvPr id="6" name="Google Shape;150;p19">
            <a:extLst>
              <a:ext uri="{FF2B5EF4-FFF2-40B4-BE49-F238E27FC236}">
                <a16:creationId xmlns:a16="http://schemas.microsoft.com/office/drawing/2014/main" id="{B23F2FC6-ECB3-11CA-16FC-F575BEB3122F}"/>
              </a:ext>
            </a:extLst>
          </p:cNvPr>
          <p:cNvSpPr txBox="1"/>
          <p:nvPr/>
        </p:nvSpPr>
        <p:spPr>
          <a:xfrm>
            <a:off x="1036320" y="16579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Divide and Conquer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Try to break the task down into smaller chunks where possible!</a:t>
            </a: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Talk things through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If you are struggling to get started, talk through the problem with a friend or peer</a:t>
            </a: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Use Resources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Googling and looking up documentation are key coding skills</a:t>
            </a: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2">
                  <a:lumMod val="40000"/>
                  <a:lumOff val="60000"/>
                </a:schemeClr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>
                    <a:lumMod val="40000"/>
                    <a:lumOff val="6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Trust your own process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798514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7FA315C-C197-8493-679B-236921250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B0BB9A1-B42C-F7BE-0540-99390F210D31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B329EBF-9F51-D1A6-BCA7-BFAC102EA8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CBB6ACB5-D59B-0DC1-EBF0-D68BCDF17BD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A325D7-57A6-EA8B-0068-2933BD31D80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  <p:sp>
        <p:nvSpPr>
          <p:cNvPr id="6" name="Google Shape;150;p19">
            <a:extLst>
              <a:ext uri="{FF2B5EF4-FFF2-40B4-BE49-F238E27FC236}">
                <a16:creationId xmlns:a16="http://schemas.microsoft.com/office/drawing/2014/main" id="{0C01CC6E-7B86-1469-46E9-E1AB78F7DD88}"/>
              </a:ext>
            </a:extLst>
          </p:cNvPr>
          <p:cNvSpPr txBox="1"/>
          <p:nvPr/>
        </p:nvSpPr>
        <p:spPr>
          <a:xfrm>
            <a:off x="1036320" y="16579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Divide and Conquer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Try to break the task down into smaller chunks where possible!</a:t>
            </a: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Talk things through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If you are struggling to get started, talk through the problem with a friend or peer</a:t>
            </a: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Use Resources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Googling and looking up documentation are key coding skills</a:t>
            </a: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chemeClr val="accent2">
                  <a:lumMod val="40000"/>
                  <a:lumOff val="60000"/>
                </a:schemeClr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>
                    <a:lumMod val="40000"/>
                    <a:lumOff val="6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Trust your own process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accent2">
                  <a:lumMod val="40000"/>
                  <a:lumOff val="6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198;p20">
            <a:extLst>
              <a:ext uri="{FF2B5EF4-FFF2-40B4-BE49-F238E27FC236}">
                <a16:creationId xmlns:a16="http://schemas.microsoft.com/office/drawing/2014/main" id="{7E872468-6922-BA0B-B924-97E9B0439685}"/>
              </a:ext>
            </a:extLst>
          </p:cNvPr>
          <p:cNvSpPr txBox="1"/>
          <p:nvPr/>
        </p:nvSpPr>
        <p:spPr>
          <a:xfrm>
            <a:off x="8217515" y="4824325"/>
            <a:ext cx="2974524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Don’t be afraid to google!</a:t>
            </a:r>
            <a:endParaRPr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1505546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9834FC2-9C84-7939-88F6-6A688266C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D33427E-370E-1419-8171-61653A5B6E90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94D0D32-E2BC-950F-0ABA-E788F901B52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AD8076C-2981-8047-7FEB-85EB75027256}"/>
              </a:ext>
            </a:extLst>
          </p:cNvPr>
          <p:cNvSpPr txBox="1"/>
          <p:nvPr/>
        </p:nvSpPr>
        <p:spPr>
          <a:xfrm>
            <a:off x="1036320" y="16579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Divide and Conquer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Try to break the task down into smaller chunks where possible!</a:t>
            </a: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Talk things through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If you are struggling to get started, talk through the problem with a friend or peer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Use Resources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Googling and looking up documentation are key coding skills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Trust your own process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Try to avoid using AI to make structural decisions about your code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9F67521-1498-61CD-E0BC-38A0F4AD756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DC82A75-F7AA-D9B8-5024-9DB3B26EFFF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813718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60D3218-A5A0-AF62-905A-A4941E403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89D7FA9-B814-E88D-61F1-6E7DABB03DDC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00B3E70-1A67-B040-D5B6-657F17023FC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5DBF6096-CD20-9272-C831-C33BCB7CD529}"/>
              </a:ext>
            </a:extLst>
          </p:cNvPr>
          <p:cNvSpPr txBox="1"/>
          <p:nvPr/>
        </p:nvSpPr>
        <p:spPr>
          <a:xfrm>
            <a:off x="1036320" y="1657911"/>
            <a:ext cx="55930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Divide and Conquer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Try to break the task down into smaller chunks where possible!</a:t>
            </a: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Talk things through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If you are struggling to get started, talk through the problem with a friend or peer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Use Resources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Googling and looking up documentation are key coding skills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Trust your own process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Try to avoid using AI to make structural decisions about your code</a:t>
            </a: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7003CAC-2A80-7113-CEF2-33C4F0C630D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172C775-A418-966E-D435-E46FEEC0D12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  <p:sp>
        <p:nvSpPr>
          <p:cNvPr id="6" name="Google Shape;198;p20">
            <a:extLst>
              <a:ext uri="{FF2B5EF4-FFF2-40B4-BE49-F238E27FC236}">
                <a16:creationId xmlns:a16="http://schemas.microsoft.com/office/drawing/2014/main" id="{5CFA1B71-2BC8-26C3-945D-C74F71DBB847}"/>
              </a:ext>
            </a:extLst>
          </p:cNvPr>
          <p:cNvSpPr txBox="1"/>
          <p:nvPr/>
        </p:nvSpPr>
        <p:spPr>
          <a:xfrm>
            <a:off x="6983112" y="4848814"/>
            <a:ext cx="483108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It’s easier to understand and debug code if it comes from your own reasoning!</a:t>
            </a:r>
            <a:endParaRPr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5267530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35EFA19-E303-149E-0545-916CF1FAC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9C3E6C4-2B9F-3297-3BBB-E3B24860F128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C9FEFC0-D9C5-5AA2-9F78-9D5053E5AE0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4651EDD-CC65-56D0-87C1-C6263075FC68}"/>
              </a:ext>
            </a:extLst>
          </p:cNvPr>
          <p:cNvSpPr txBox="1"/>
          <p:nvPr/>
        </p:nvSpPr>
        <p:spPr>
          <a:xfrm>
            <a:off x="1036320" y="1909414"/>
            <a:ext cx="4932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Above all, remember…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can be hard!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can feel like you are running into the same problems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over and over again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sometimes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is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normal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part of the process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If you keep trying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you will get there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4F57FDF-1B6D-1C3E-2FE5-2D030C9A22C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C00016-7BED-EE28-F9CC-50017330C4A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407244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44947D9-D4A4-CFA5-8823-3D551D499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5908219-DCD6-601F-4985-8BE8430D65E4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A5D02DD-C4D0-DB0A-7980-CF74794D077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554C43B-DE00-C927-4B02-3722786E9FD3}"/>
              </a:ext>
            </a:extLst>
          </p:cNvPr>
          <p:cNvSpPr txBox="1"/>
          <p:nvPr/>
        </p:nvSpPr>
        <p:spPr>
          <a:xfrm>
            <a:off x="1036320" y="1909414"/>
            <a:ext cx="4932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Above all, remember…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can be hard!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can feel like you are running into the same problems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over and over again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sometimes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is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normal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part of the process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If you keep trying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you will get there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87C1CC8-798A-F28E-1770-D6E2D8AF055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E2103B-6A9D-A1CD-7CD7-41F1EF8D8DA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112" y="1615487"/>
            <a:ext cx="4572147" cy="2670021"/>
          </a:xfrm>
          <a:prstGeom prst="rect">
            <a:avLst/>
          </a:prstGeom>
        </p:spPr>
      </p:pic>
      <p:sp>
        <p:nvSpPr>
          <p:cNvPr id="2" name="Star: 5 Points 1">
            <a:extLst>
              <a:ext uri="{FF2B5EF4-FFF2-40B4-BE49-F238E27FC236}">
                <a16:creationId xmlns:a16="http://schemas.microsoft.com/office/drawing/2014/main" id="{CA643D2A-639E-EC11-AFF6-445FD0BFC8A2}"/>
              </a:ext>
            </a:extLst>
          </p:cNvPr>
          <p:cNvSpPr/>
          <p:nvPr/>
        </p:nvSpPr>
        <p:spPr>
          <a:xfrm rot="2868207">
            <a:off x="8120604" y="1730233"/>
            <a:ext cx="2852460" cy="2250842"/>
          </a:xfrm>
          <a:prstGeom prst="star5">
            <a:avLst>
              <a:gd name="adj" fmla="val 29621"/>
              <a:gd name="hf" fmla="val 105146"/>
              <a:gd name="vf" fmla="val 110557"/>
            </a:avLst>
          </a:prstGeom>
          <a:solidFill>
            <a:srgbClr val="FFC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" name="Star: 5 Points 5">
            <a:extLst>
              <a:ext uri="{FF2B5EF4-FFF2-40B4-BE49-F238E27FC236}">
                <a16:creationId xmlns:a16="http://schemas.microsoft.com/office/drawing/2014/main" id="{0E236524-A91F-89FD-B449-D988CA83C7CA}"/>
              </a:ext>
            </a:extLst>
          </p:cNvPr>
          <p:cNvSpPr/>
          <p:nvPr/>
        </p:nvSpPr>
        <p:spPr>
          <a:xfrm rot="2868207">
            <a:off x="8485146" y="2084736"/>
            <a:ext cx="2037338" cy="1660908"/>
          </a:xfrm>
          <a:prstGeom prst="star5">
            <a:avLst>
              <a:gd name="adj" fmla="val 28180"/>
              <a:gd name="hf" fmla="val 105146"/>
              <a:gd name="vf" fmla="val 110557"/>
            </a:avLst>
          </a:prstGeom>
          <a:solidFill>
            <a:srgbClr val="FFFF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Star: 5 Points 6">
            <a:extLst>
              <a:ext uri="{FF2B5EF4-FFF2-40B4-BE49-F238E27FC236}">
                <a16:creationId xmlns:a16="http://schemas.microsoft.com/office/drawing/2014/main" id="{B7989DFA-711B-FAA0-9BB6-88936225BDAF}"/>
              </a:ext>
            </a:extLst>
          </p:cNvPr>
          <p:cNvSpPr/>
          <p:nvPr/>
        </p:nvSpPr>
        <p:spPr>
          <a:xfrm rot="2868207">
            <a:off x="8819028" y="2381195"/>
            <a:ext cx="1369477" cy="1055831"/>
          </a:xfrm>
          <a:prstGeom prst="star5">
            <a:avLst>
              <a:gd name="adj" fmla="val 21945"/>
              <a:gd name="hf" fmla="val 105146"/>
              <a:gd name="vf" fmla="val 110557"/>
            </a:avLst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31402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0A38EEA-7B01-CC76-C3AE-FCE0C7762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1AF0B43-3A32-06C2-6B3E-3B735FBD48D6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8080A8D-B034-7488-CC4A-A20E6017CC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957C3A0-1895-43C3-0C26-5C1D464F326F}"/>
              </a:ext>
            </a:extLst>
          </p:cNvPr>
          <p:cNvSpPr txBox="1"/>
          <p:nvPr/>
        </p:nvSpPr>
        <p:spPr>
          <a:xfrm>
            <a:off x="1036320" y="1909414"/>
            <a:ext cx="4932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Above all, remember…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can be hard!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can feel like you are running into the same problems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over and over again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sometimes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is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normal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part of the process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If you keep trying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you will get there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13E630FC-E685-5639-2E35-6CA0D8AA363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F7427C5-1E87-631F-356D-8764F3E7A7C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19429" y="1983787"/>
            <a:ext cx="2906341" cy="2567569"/>
          </a:xfrm>
          <a:prstGeom prst="rect">
            <a:avLst/>
          </a:prstGeom>
        </p:spPr>
      </p:pic>
      <p:sp>
        <p:nvSpPr>
          <p:cNvPr id="2" name="Star: 5 Points 1">
            <a:extLst>
              <a:ext uri="{FF2B5EF4-FFF2-40B4-BE49-F238E27FC236}">
                <a16:creationId xmlns:a16="http://schemas.microsoft.com/office/drawing/2014/main" id="{E9C858AB-3179-C023-FA8D-276803663E18}"/>
              </a:ext>
            </a:extLst>
          </p:cNvPr>
          <p:cNvSpPr/>
          <p:nvPr/>
        </p:nvSpPr>
        <p:spPr>
          <a:xfrm rot="2868207">
            <a:off x="8120604" y="1730233"/>
            <a:ext cx="2852460" cy="2250842"/>
          </a:xfrm>
          <a:prstGeom prst="star5">
            <a:avLst>
              <a:gd name="adj" fmla="val 29621"/>
              <a:gd name="hf" fmla="val 105146"/>
              <a:gd name="vf" fmla="val 110557"/>
            </a:avLst>
          </a:prstGeom>
          <a:solidFill>
            <a:srgbClr val="FFC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Star: 5 Points 6">
            <a:extLst>
              <a:ext uri="{FF2B5EF4-FFF2-40B4-BE49-F238E27FC236}">
                <a16:creationId xmlns:a16="http://schemas.microsoft.com/office/drawing/2014/main" id="{EAA56820-0533-AF26-FC2B-11E642BF1F3D}"/>
              </a:ext>
            </a:extLst>
          </p:cNvPr>
          <p:cNvSpPr/>
          <p:nvPr/>
        </p:nvSpPr>
        <p:spPr>
          <a:xfrm rot="2868207">
            <a:off x="8485146" y="2084736"/>
            <a:ext cx="2037338" cy="1660908"/>
          </a:xfrm>
          <a:prstGeom prst="star5">
            <a:avLst>
              <a:gd name="adj" fmla="val 28180"/>
              <a:gd name="hf" fmla="val 105146"/>
              <a:gd name="vf" fmla="val 110557"/>
            </a:avLst>
          </a:prstGeom>
          <a:solidFill>
            <a:srgbClr val="FFFF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Star: 5 Points 7">
            <a:extLst>
              <a:ext uri="{FF2B5EF4-FFF2-40B4-BE49-F238E27FC236}">
                <a16:creationId xmlns:a16="http://schemas.microsoft.com/office/drawing/2014/main" id="{84980631-95D9-3001-3242-9C2AF559A15C}"/>
              </a:ext>
            </a:extLst>
          </p:cNvPr>
          <p:cNvSpPr/>
          <p:nvPr/>
        </p:nvSpPr>
        <p:spPr>
          <a:xfrm rot="2868207">
            <a:off x="8819028" y="2381195"/>
            <a:ext cx="1369477" cy="1055831"/>
          </a:xfrm>
          <a:prstGeom prst="star5">
            <a:avLst>
              <a:gd name="adj" fmla="val 21945"/>
              <a:gd name="hf" fmla="val 105146"/>
              <a:gd name="vf" fmla="val 110557"/>
            </a:avLst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283542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BC44E88-D4D1-5619-B448-73754D693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5A37554-7413-9696-7323-84BADA7F3903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3B637C4-D02D-B658-3D9E-573583D5998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Tackling Difficult Problems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90A493B-952D-F778-87B4-CBF4237E2EEC}"/>
              </a:ext>
            </a:extLst>
          </p:cNvPr>
          <p:cNvSpPr txBox="1"/>
          <p:nvPr/>
        </p:nvSpPr>
        <p:spPr>
          <a:xfrm>
            <a:off x="1036320" y="1909414"/>
            <a:ext cx="49326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Above all, remember…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can be hard!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It can feel like you are running into the same problems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over and over again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sometimes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is a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normal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part of the process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If you keep trying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you will get there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DFCF223-C5E7-6E99-590B-4786019784E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2BEDD44-7591-F9DB-C27A-3316944B2FE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19429" y="1983787"/>
            <a:ext cx="2906341" cy="2567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84222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A2B2BBE-D0D6-467C-FAFC-EBB816CCE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2B23D70-08AC-06AD-74B9-5BACE9648DE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 Worked Example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585677AD-0678-2845-4FCA-DE2342E45853}"/>
              </a:ext>
            </a:extLst>
          </p:cNvPr>
          <p:cNvSpPr txBox="1"/>
          <p:nvPr/>
        </p:nvSpPr>
        <p:spPr>
          <a:xfrm>
            <a:off x="1036320" y="1823011"/>
            <a:ext cx="79933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go through an example together to see these principles in action: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1464C6AC-D220-0BB8-B5DA-0F8FBB3EEA7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850AE0-16FD-4317-DAA3-FC86C9504DD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261291" y="2555973"/>
            <a:ext cx="9241609" cy="37839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00CA73E-4471-22FF-81B7-0D9B9E95791E}"/>
              </a:ext>
            </a:extLst>
          </p:cNvPr>
          <p:cNvSpPr/>
          <p:nvPr/>
        </p:nvSpPr>
        <p:spPr>
          <a:xfrm>
            <a:off x="2102177" y="2574827"/>
            <a:ext cx="8295588" cy="309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834204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5AEB451-9EAE-2474-52C1-3DED84EAB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EFD8785-C92E-953A-7775-610F97B871C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 Worked Example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DEB235F-364E-1F38-31F5-662F0EAA17E7}"/>
              </a:ext>
            </a:extLst>
          </p:cNvPr>
          <p:cNvSpPr txBox="1"/>
          <p:nvPr/>
        </p:nvSpPr>
        <p:spPr>
          <a:xfrm>
            <a:off x="1036320" y="1823011"/>
            <a:ext cx="79933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go through an example together to see these principles in action: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605142B-8380-D710-8F3D-8BE683CB027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A93537-4A75-2A18-28A8-7CB140331E7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261291" y="2555973"/>
            <a:ext cx="9241609" cy="37839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E3D827E6-F553-00B6-C145-20BD44F85BF9}"/>
              </a:ext>
            </a:extLst>
          </p:cNvPr>
          <p:cNvSpPr/>
          <p:nvPr/>
        </p:nvSpPr>
        <p:spPr>
          <a:xfrm>
            <a:off x="3864989" y="2574827"/>
            <a:ext cx="6532775" cy="309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10314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F5F17F5-D04A-1537-618D-ED0CDFA2D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8AEAF0E-0B1B-11BE-B521-67B3C5FD4C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 Worked Example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FE5D640-A371-F0B0-F862-9F7D3ED416BC}"/>
              </a:ext>
            </a:extLst>
          </p:cNvPr>
          <p:cNvSpPr txBox="1"/>
          <p:nvPr/>
        </p:nvSpPr>
        <p:spPr>
          <a:xfrm>
            <a:off x="1036320" y="1823011"/>
            <a:ext cx="79933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go through an example together to see these principles in action: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1F2CDC3A-EFE6-51BD-BBA5-25AAD9591D9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5590E3-DAFC-2BA5-FDC1-624DC747B8B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261291" y="2555973"/>
            <a:ext cx="9241609" cy="37839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DB86734-9548-1673-EC8B-8EA07D38BBFC}"/>
              </a:ext>
            </a:extLst>
          </p:cNvPr>
          <p:cNvSpPr/>
          <p:nvPr/>
        </p:nvSpPr>
        <p:spPr>
          <a:xfrm>
            <a:off x="5995447" y="2574827"/>
            <a:ext cx="4402317" cy="309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473393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D7102BE-E9C6-8F7F-46D0-D35A17268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DBDAEB2-C307-18C4-D988-132E19ACA3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 Worked Example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6D3EF43-0FFD-2F9F-D804-5E860DE4FE5E}"/>
              </a:ext>
            </a:extLst>
          </p:cNvPr>
          <p:cNvSpPr txBox="1"/>
          <p:nvPr/>
        </p:nvSpPr>
        <p:spPr>
          <a:xfrm>
            <a:off x="1036320" y="1823011"/>
            <a:ext cx="79933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go through an example together to see these principles in action: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27DDF0C-FEF1-DDA1-04CC-3FB73D63744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B1ABE5-0DB7-E6BC-0F2C-C3C5F0148A3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261291" y="2555973"/>
            <a:ext cx="9241609" cy="37839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88964968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3CDCEAD-B22F-F3D7-8C7B-3C8C90A80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2DA0CCB-C316-C186-7256-9F94B03A3F3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 Worked Example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A8AC68D-2565-DCDF-F8EF-68847A69D2A8}"/>
              </a:ext>
            </a:extLst>
          </p:cNvPr>
          <p:cNvSpPr txBox="1"/>
          <p:nvPr/>
        </p:nvSpPr>
        <p:spPr>
          <a:xfrm>
            <a:off x="1036320" y="1823011"/>
            <a:ext cx="79933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go through an example together to see these principles in action: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Principles:</a:t>
            </a:r>
            <a:br>
              <a:rPr lang="en-GB" sz="16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1673304-2FD9-F378-1256-3B927760F17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7DF74D7-6AE5-19B1-B680-95FF11B9F83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261291" y="2555973"/>
            <a:ext cx="9241609" cy="37839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6972776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ACC1804-6ED7-56DC-764B-8214A1DCF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D4F590F-F646-6F60-7D17-6DE9810091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 Worked Example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F69F128-11FA-6535-88EA-E63DCAE26766}"/>
              </a:ext>
            </a:extLst>
          </p:cNvPr>
          <p:cNvSpPr txBox="1"/>
          <p:nvPr/>
        </p:nvSpPr>
        <p:spPr>
          <a:xfrm>
            <a:off x="1036320" y="1823011"/>
            <a:ext cx="79933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go through an example together to see these principles in action: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Principles:</a:t>
            </a:r>
            <a:br>
              <a:rPr lang="en-GB" sz="16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F8564A8-8102-A735-5D91-BE920E492E7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4968E98-BB12-A275-91F5-5874EF047F8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261291" y="2555973"/>
            <a:ext cx="9241609" cy="37839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8893998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A48A3A9-DAF4-D68C-D9D0-29945512A9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A286619-EE96-9FCF-249F-06F64F0E07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 Worked Example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D4ACE8D-E497-AD42-8004-16375D1293E7}"/>
              </a:ext>
            </a:extLst>
          </p:cNvPr>
          <p:cNvSpPr txBox="1"/>
          <p:nvPr/>
        </p:nvSpPr>
        <p:spPr>
          <a:xfrm>
            <a:off x="1036320" y="1823011"/>
            <a:ext cx="79933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go through an example together to see these principles in action: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Principles:</a:t>
            </a:r>
            <a:br>
              <a:rPr lang="en-GB" sz="16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Clarify inputs and outputs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E11BB05-AE29-6034-3CD2-CBC3A41A881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A509FB7-23C3-9E58-D2DF-0D77D0D8462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261291" y="2555973"/>
            <a:ext cx="9241609" cy="37839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0277910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6E02CA7-6F0F-5814-61CA-E59A92070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FC3E8B1-2571-6915-529F-668672E99B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 Worked Example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E244C08-3153-0868-F581-E97C9A5810AE}"/>
              </a:ext>
            </a:extLst>
          </p:cNvPr>
          <p:cNvSpPr txBox="1"/>
          <p:nvPr/>
        </p:nvSpPr>
        <p:spPr>
          <a:xfrm>
            <a:off x="1036320" y="1823011"/>
            <a:ext cx="79933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go through an example together to see these principles in action: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Principles:</a:t>
            </a:r>
            <a:br>
              <a:rPr lang="en-GB" sz="16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Clarify inputs and outputs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Look for structure and repetition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1DF2BD7-FEAC-41F7-1AC1-4899EDB6900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2D04FC6-9B63-3F7A-DFBB-B8D24A84A2C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261291" y="2555973"/>
            <a:ext cx="9241609" cy="37839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9778796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9253832-A8C8-F57F-9F7D-6D2931DC6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866D660-4C02-10BC-1397-4DE0B60439D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 Worked Example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2317579-E408-1799-FB12-0AB9D65C86ED}"/>
              </a:ext>
            </a:extLst>
          </p:cNvPr>
          <p:cNvSpPr txBox="1"/>
          <p:nvPr/>
        </p:nvSpPr>
        <p:spPr>
          <a:xfrm>
            <a:off x="1036320" y="1823011"/>
            <a:ext cx="79933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go through an example together to see these principles in action: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Principles:</a:t>
            </a:r>
            <a:br>
              <a:rPr lang="en-GB" sz="16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Clarify inputs and outputs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Look for structure and repetition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Divide and conquer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176ACBB-8F59-33A3-91D9-39AB68D3CEE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A350454-6273-2DAE-7C30-21BD5440575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261291" y="2555973"/>
            <a:ext cx="9241609" cy="37839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51513003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7FB2F7E-9AC3-9863-3645-5696845FB4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0520EEE-11D8-6D0B-1A97-44640E2E765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 Worked Example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7308CAC-6570-FFBD-7393-F6E564903F25}"/>
              </a:ext>
            </a:extLst>
          </p:cNvPr>
          <p:cNvSpPr txBox="1"/>
          <p:nvPr/>
        </p:nvSpPr>
        <p:spPr>
          <a:xfrm>
            <a:off x="1036320" y="1823011"/>
            <a:ext cx="79933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go through an example together to see these principles in action: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Principles:</a:t>
            </a:r>
            <a:br>
              <a:rPr lang="en-GB" sz="16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Clarify inputs and outputs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Look for structure and repetition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Divide and conquer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Talk things through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48FF575-C7ED-D2AE-B657-ECEEEEC2929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2D5F153-29BB-34A6-055E-D13F881F335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261291" y="2555973"/>
            <a:ext cx="9241609" cy="37839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8240220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9532738-17EA-972F-C9A1-0B9348C21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67CAC4E-BAA3-B270-D033-CF6C12B84B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 Worked Example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DF19645-61DA-C150-9B77-3D56DA7FF514}"/>
              </a:ext>
            </a:extLst>
          </p:cNvPr>
          <p:cNvSpPr txBox="1"/>
          <p:nvPr/>
        </p:nvSpPr>
        <p:spPr>
          <a:xfrm>
            <a:off x="1036320" y="1823011"/>
            <a:ext cx="79933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go through an example together to see these principles in action: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Principles:</a:t>
            </a:r>
            <a:br>
              <a:rPr lang="en-GB" sz="16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Clarify inputs and outputs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Look for structure and repetition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Divide and conquer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Talk things through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Trust your own process</a:t>
            </a: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37FBD90-7329-60F7-0B83-3B07B7F9A71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79D497B-5737-EFEA-7973-0861ACB784D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261291" y="2555973"/>
            <a:ext cx="9241609" cy="37839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7880141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4F4E2EA-20F9-4693-FEBF-E83B7B7A2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B2BC8EB-F0C5-95E0-62CA-96A7B2BA0BC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 Worked Example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A84974C-B79F-2375-EF19-8B73F05D28A0}"/>
              </a:ext>
            </a:extLst>
          </p:cNvPr>
          <p:cNvSpPr txBox="1"/>
          <p:nvPr/>
        </p:nvSpPr>
        <p:spPr>
          <a:xfrm>
            <a:off x="1036320" y="1823011"/>
            <a:ext cx="79933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go through an example together to see these principles in action: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Principles:</a:t>
            </a:r>
            <a:br>
              <a:rPr lang="en-GB" sz="16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Clarify inputs and outputs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Look for structure and repetition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Divide and conquer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Talk things through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Trust your own process</a:t>
            </a: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2B2A325-CB5C-6192-EAB0-FB27F9F4ED2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9/11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6" name="Google Shape;198;p20">
            <a:extLst>
              <a:ext uri="{FF2B5EF4-FFF2-40B4-BE49-F238E27FC236}">
                <a16:creationId xmlns:a16="http://schemas.microsoft.com/office/drawing/2014/main" id="{4E1B6901-6336-D936-1D40-ECD77388D4D1}"/>
              </a:ext>
            </a:extLst>
          </p:cNvPr>
          <p:cNvSpPr txBox="1"/>
          <p:nvPr/>
        </p:nvSpPr>
        <p:spPr>
          <a:xfrm>
            <a:off x="6251370" y="4379825"/>
            <a:ext cx="4831080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Let’s start out on paper!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39D2106-C669-3822-2B26-E798192071EE}"/>
              </a:ext>
            </a:extLst>
          </p:cNvPr>
          <p:cNvCxnSpPr>
            <a:cxnSpLocks/>
          </p:cNvCxnSpPr>
          <p:nvPr/>
        </p:nvCxnSpPr>
        <p:spPr>
          <a:xfrm flipH="1" flipV="1">
            <a:off x="3949700" y="3862951"/>
            <a:ext cx="3225800" cy="67094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E124A3B8-2F55-7005-7480-69ACC894866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261291" y="2555973"/>
            <a:ext cx="9241609" cy="37839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08123836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A336F12-8B4D-80F9-FAC2-5D2CF7F0D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86B0330-49A4-206E-F144-C36779C1B9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 Worked Example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A1F1D36-5379-227A-2F23-91709E9D4FF2}"/>
              </a:ext>
            </a:extLst>
          </p:cNvPr>
          <p:cNvSpPr txBox="1"/>
          <p:nvPr/>
        </p:nvSpPr>
        <p:spPr>
          <a:xfrm>
            <a:off x="1036320" y="1823011"/>
            <a:ext cx="79933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go through an example together to see these principles in action: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Principles:</a:t>
            </a:r>
            <a:br>
              <a:rPr lang="en-GB" sz="16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Plan before you code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Clarify inputs and outputs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Look for structure and repetition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Divide and conquer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Talk things through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Trust your own process</a:t>
            </a: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D4001D9-841B-A7DE-6F1F-CDF1D93A683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76989F5-165B-94B3-59A1-A7FFBC92268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261291" y="2555973"/>
            <a:ext cx="9241609" cy="37839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72272250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9A18956-92D9-04A5-F809-20A8181D8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F31AF5A-2AFC-F1CC-346B-035158679208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49A5F6B-08E0-8807-2F1B-1E8D8F53644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8AD8189-D8EC-693D-6B01-87679E72A975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`week_05_home.ipynb`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C400EAE-F039-D6F6-D167-90C46C6C8D8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53432F-D460-ED76-1062-891E6797F5B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141720" y="1308105"/>
            <a:ext cx="5778631" cy="424179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0805157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432AF60-16DC-134C-CD7C-C1E60D66F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11E0592-52D8-38ED-450C-E1CDDD30F1C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611365-4973-2F7B-9D43-4E0925063C0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141720" y="1308105"/>
            <a:ext cx="5778631" cy="424179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B3767F8-EEAF-F18B-8D2D-D65C8B78D1C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A47CF47-45BE-8E0D-B382-345A4696565A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`week_05_home.ipynb`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challenge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week is a little different…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choose the challenge according to your course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E40BDDA-8D03-58E7-D350-5D09FA0E9A2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652081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62CF01D-A997-FD90-0A10-6722BCD6D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5529712-154C-ECAE-F714-29FAF5B7161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8B469DF-C0C0-833D-1661-5F94B12C26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3165630-4EA1-D9FC-BA9B-88B212784BDB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`week_05_home.ipynb`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challenge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week is a little different…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choose the challenge according to your course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2FD0CA3-59E5-6045-9B1E-59A80656D1D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10/11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248627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27EF053-22FF-864A-BAF2-0F0CFC992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5019E88-DB9B-A8C1-4D80-7A9EB49E8FC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0840BC7-FD30-D24D-AA1E-38643D3FBE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EEF91C5-FF6A-5931-159D-EFDCCD13A52D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`week_05_home.ipynb`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challenge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week is a little different…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choose the challenge according to your course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 Challenge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817D8B6-2548-C8C4-7FC8-0586D7AD254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4" name="Picture 13" descr="A table of elements with different colored squares">
            <a:extLst>
              <a:ext uri="{FF2B5EF4-FFF2-40B4-BE49-F238E27FC236}">
                <a16:creationId xmlns:a16="http://schemas.microsoft.com/office/drawing/2014/main" id="{01490355-78EC-1B9A-1F14-BB6BCBEF13D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41793" y="1630763"/>
            <a:ext cx="5408872" cy="310764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2265781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DD3A9BB-4FB7-9842-C545-31E926FEB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037BB07-DF99-A19A-74AD-CF59C0D1682A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FB6A65B-9B31-C11D-B648-23B6DCD2B0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A36059B-EF6E-D39F-1EE1-32AFE2107720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`week_05_home.ipynb`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challenge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week is a little different…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choose the challenge according to your course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 Challenge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Science Challenge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004B864-C532-4BA5-0EB4-77AFD6F77F5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76AD343-B996-92EB-5C71-12EAC602B2C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63788" y="1272619"/>
            <a:ext cx="3423380" cy="455537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61943500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2EF0560-C143-6EB7-E835-BD0227B97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548B884-AA74-1B18-9B44-B882BECDCAC9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A3618B9-B478-1657-0949-BE2421AE4B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8453DFC0-D768-2E67-514A-1CABA0FE4675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`week_05_home.ipynb`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challenge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week is a little different…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choose the challenge according to your course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 Challenge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Science Challenge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Physics Challenge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8E507FE-BBE4-9914-7BD2-A2B8C1B41E1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2" name="Picture 11" descr="A diagram of a fence">
            <a:extLst>
              <a:ext uri="{FF2B5EF4-FFF2-40B4-BE49-F238E27FC236}">
                <a16:creationId xmlns:a16="http://schemas.microsoft.com/office/drawing/2014/main" id="{FB42055C-AAED-2CC8-AA6C-C80607B6826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85972" y="1262343"/>
            <a:ext cx="4161148" cy="416114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3015429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D3FF767-89AA-17D8-9CA8-6DBCC4FF3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6BC92A2-CDB6-FCAB-1DFE-132BACAF75E5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468AC3A-63D4-3865-F066-59ECC103CC5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E91DAEA-B182-034B-F894-E6B75E126393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`week_05_home.ipynb`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challenge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week is a little different…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choose the challenge according to your course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 Challenge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Science Challenge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Physics Challenge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2ACAD3A-188F-EB2E-80CD-96BC0B4F15C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8CACFC1-3729-CC39-9E56-FF3A535009B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141720" y="1308105"/>
            <a:ext cx="5778631" cy="424179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26678490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77A79A9-093A-035E-C7C0-919165BCE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F3CF249-A8C4-277F-4455-D3B945B79516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51A2EEA-D650-19BE-9CB1-6DC905149EB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B24A73B-07AD-1BAA-A1AB-CF02594AE006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`week_05_home.ipynb`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challenge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week is a little different…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choose the challenge according to your course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 Challenge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Science Challenge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Physics Challenge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B12FB67-CA44-2A09-85A8-AA5D3B66FFF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10/11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5E64906-FD79-61C9-F867-809B447B6B0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141720" y="1308105"/>
            <a:ext cx="5778631" cy="424179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Google Shape;198;p20">
            <a:extLst>
              <a:ext uri="{FF2B5EF4-FFF2-40B4-BE49-F238E27FC236}">
                <a16:creationId xmlns:a16="http://schemas.microsoft.com/office/drawing/2014/main" id="{F011D5B8-BCB9-CCD7-E938-F615E8EFF900}"/>
              </a:ext>
            </a:extLst>
          </p:cNvPr>
          <p:cNvSpPr txBox="1"/>
          <p:nvPr/>
        </p:nvSpPr>
        <p:spPr>
          <a:xfrm>
            <a:off x="5789561" y="5771069"/>
            <a:ext cx="6402439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If you finish your course’s challenge, try one of the others!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92744579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Next Time</a:t>
            </a:r>
            <a:endParaRPr/>
          </a:p>
        </p:txBody>
      </p:sp>
      <p:sp>
        <p:nvSpPr>
          <p:cNvPr id="3213" name="Google Shape;3213;p184"/>
          <p:cNvSpPr txBox="1"/>
          <p:nvPr/>
        </p:nvSpPr>
        <p:spPr>
          <a:xfrm>
            <a:off x="1211100" y="1766641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●"/>
            </a:pPr>
            <a: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Lecture 5: Consolidation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Recap: The Course So Far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Tackling Difficult Problems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A Worked Example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6: Introduction to NumPy</a:t>
            </a:r>
            <a:br>
              <a:rPr lang="en-GB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Recap: The Course So Far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What is NumPy?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NumPy Arrays</a:t>
            </a:r>
            <a:br>
              <a:rPr lang="en-GB" sz="12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Arrays vs Lists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86F060B-22CF-5D76-9B92-2F8E9A616F7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11/11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19296</TotalTime>
  <Words>5475</Words>
  <Application>Microsoft Office PowerPoint</Application>
  <PresentationFormat>Widescreen</PresentationFormat>
  <Paragraphs>953</Paragraphs>
  <Slides>104</Slides>
  <Notes>104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104</vt:i4>
      </vt:variant>
    </vt:vector>
  </HeadingPairs>
  <TitlesOfParts>
    <vt:vector size="108" baseType="lpstr">
      <vt:lpstr>Arial</vt:lpstr>
      <vt:lpstr>Calibri</vt:lpstr>
      <vt:lpstr>Aptos Mono</vt:lpstr>
      <vt:lpstr>Retrospect</vt:lpstr>
      <vt:lpstr>Lecture 5:   Consolidation</vt:lpstr>
      <vt:lpstr>Today’s Lecture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Tom Maullin-Sapey</dc:creator>
  <cp:lastModifiedBy>James Martin</cp:lastModifiedBy>
  <cp:revision>36</cp:revision>
  <dcterms:modified xsi:type="dcterms:W3CDTF">2026-10-06T09:03:08Z</dcterms:modified>
</cp:coreProperties>
</file>