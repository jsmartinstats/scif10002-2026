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0"/>
  </p:notesMasterIdLst>
  <p:sldIdLst>
    <p:sldId id="256" r:id="rId2"/>
    <p:sldId id="1146" r:id="rId3"/>
    <p:sldId id="1431" r:id="rId4"/>
    <p:sldId id="1375" r:id="rId5"/>
    <p:sldId id="1372" r:id="rId6"/>
    <p:sldId id="1378" r:id="rId7"/>
    <p:sldId id="1382" r:id="rId8"/>
    <p:sldId id="1384" r:id="rId9"/>
    <p:sldId id="1385" r:id="rId10"/>
    <p:sldId id="1369" r:id="rId11"/>
    <p:sldId id="1391" r:id="rId12"/>
    <p:sldId id="1392" r:id="rId13"/>
    <p:sldId id="1396" r:id="rId14"/>
    <p:sldId id="1386" r:id="rId15"/>
    <p:sldId id="1398" r:id="rId16"/>
    <p:sldId id="1401" r:id="rId17"/>
    <p:sldId id="1400" r:id="rId18"/>
    <p:sldId id="1402" r:id="rId19"/>
    <p:sldId id="1403" r:id="rId20"/>
    <p:sldId id="1399" r:id="rId21"/>
    <p:sldId id="1405" r:id="rId22"/>
    <p:sldId id="1406" r:id="rId23"/>
    <p:sldId id="1404" r:id="rId24"/>
    <p:sldId id="1408" r:id="rId25"/>
    <p:sldId id="1407" r:id="rId26"/>
    <p:sldId id="1409" r:id="rId27"/>
    <p:sldId id="1411" r:id="rId28"/>
    <p:sldId id="1395" r:id="rId29"/>
    <p:sldId id="1413" r:id="rId30"/>
    <p:sldId id="1412" r:id="rId31"/>
    <p:sldId id="1418" r:id="rId32"/>
    <p:sldId id="1420" r:id="rId33"/>
    <p:sldId id="1421" r:id="rId34"/>
    <p:sldId id="1422" r:id="rId35"/>
    <p:sldId id="1423" r:id="rId36"/>
    <p:sldId id="1417" r:id="rId37"/>
    <p:sldId id="1426" r:id="rId38"/>
    <p:sldId id="1429" r:id="rId39"/>
    <p:sldId id="1416" r:id="rId40"/>
    <p:sldId id="1428" r:id="rId41"/>
    <p:sldId id="1153" r:id="rId42"/>
    <p:sldId id="1162" r:id="rId43"/>
    <p:sldId id="1432" r:id="rId44"/>
    <p:sldId id="1165" r:id="rId45"/>
    <p:sldId id="1167" r:id="rId46"/>
    <p:sldId id="1157" r:id="rId47"/>
    <p:sldId id="1433" r:id="rId48"/>
    <p:sldId id="1453" r:id="rId49"/>
    <p:sldId id="1448" r:id="rId50"/>
    <p:sldId id="1452" r:id="rId51"/>
    <p:sldId id="1451" r:id="rId52"/>
    <p:sldId id="1450" r:id="rId53"/>
    <p:sldId id="1449" r:id="rId54"/>
    <p:sldId id="1444" r:id="rId55"/>
    <p:sldId id="1447" r:id="rId56"/>
    <p:sldId id="1446" r:id="rId57"/>
    <p:sldId id="1445" r:id="rId58"/>
    <p:sldId id="1065" r:id="rId59"/>
    <p:sldId id="1191" r:id="rId60"/>
    <p:sldId id="1198" r:id="rId61"/>
    <p:sldId id="1192" r:id="rId62"/>
    <p:sldId id="1201" r:id="rId63"/>
    <p:sldId id="1204" r:id="rId64"/>
    <p:sldId id="1202" r:id="rId65"/>
    <p:sldId id="1193" r:id="rId66"/>
    <p:sldId id="1209" r:id="rId67"/>
    <p:sldId id="1221" r:id="rId68"/>
    <p:sldId id="1217" r:id="rId69"/>
    <p:sldId id="1212" r:id="rId70"/>
    <p:sldId id="1216" r:id="rId71"/>
    <p:sldId id="1211" r:id="rId72"/>
    <p:sldId id="1491" r:id="rId73"/>
    <p:sldId id="1213" r:id="rId74"/>
    <p:sldId id="1222" r:id="rId75"/>
    <p:sldId id="1223" r:id="rId76"/>
    <p:sldId id="1220" r:id="rId77"/>
    <p:sldId id="1224" r:id="rId78"/>
    <p:sldId id="1225" r:id="rId79"/>
    <p:sldId id="1215" r:id="rId80"/>
    <p:sldId id="1228" r:id="rId81"/>
    <p:sldId id="1214" r:id="rId82"/>
    <p:sldId id="1230" r:id="rId83"/>
    <p:sldId id="1233" r:id="rId84"/>
    <p:sldId id="1231" r:id="rId85"/>
    <p:sldId id="1232" r:id="rId86"/>
    <p:sldId id="1234" r:id="rId87"/>
    <p:sldId id="1235" r:id="rId88"/>
    <p:sldId id="1242" r:id="rId89"/>
    <p:sldId id="1245" r:id="rId90"/>
    <p:sldId id="1246" r:id="rId91"/>
    <p:sldId id="1492" r:id="rId92"/>
    <p:sldId id="1248" r:id="rId93"/>
    <p:sldId id="1250" r:id="rId94"/>
    <p:sldId id="1468" r:id="rId95"/>
    <p:sldId id="1493" r:id="rId96"/>
    <p:sldId id="1469" r:id="rId97"/>
    <p:sldId id="1471" r:id="rId98"/>
    <p:sldId id="1472" r:id="rId99"/>
    <p:sldId id="1470" r:id="rId100"/>
    <p:sldId id="1473" r:id="rId101"/>
    <p:sldId id="1474" r:id="rId102"/>
    <p:sldId id="1475" r:id="rId103"/>
    <p:sldId id="1476" r:id="rId104"/>
    <p:sldId id="1477" r:id="rId105"/>
    <p:sldId id="1478" r:id="rId106"/>
    <p:sldId id="1479" r:id="rId107"/>
    <p:sldId id="1480" r:id="rId108"/>
    <p:sldId id="1487" r:id="rId109"/>
    <p:sldId id="1482" r:id="rId110"/>
    <p:sldId id="1483" r:id="rId111"/>
    <p:sldId id="1488" r:id="rId112"/>
    <p:sldId id="1484" r:id="rId113"/>
    <p:sldId id="1489" r:id="rId114"/>
    <p:sldId id="1485" r:id="rId115"/>
    <p:sldId id="1490" r:id="rId116"/>
    <p:sldId id="1336" r:id="rId117"/>
    <p:sldId id="1346" r:id="rId118"/>
    <p:sldId id="1345" r:id="rId119"/>
    <p:sldId id="1347" r:id="rId120"/>
    <p:sldId id="1349" r:id="rId121"/>
    <p:sldId id="1362" r:id="rId122"/>
    <p:sldId id="1360" r:id="rId123"/>
    <p:sldId id="1352" r:id="rId124"/>
    <p:sldId id="1361" r:id="rId125"/>
    <p:sldId id="1365" r:id="rId126"/>
    <p:sldId id="1358" r:id="rId127"/>
    <p:sldId id="1430" r:id="rId128"/>
    <p:sldId id="427" r:id="rId1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000000"/>
    <a:srgbClr val="3D85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87C203-8446-4A94-88EE-973E2DD8D31F}" v="83" dt="2026-09-28T15:45:24.090"/>
    <p1510:client id="{9B1866E2-5FBB-4E14-B0A9-0137B7F498E8}" v="24" dt="2026-09-29T10:11:39.6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49" autoAdjust="0"/>
    <p:restoredTop sz="94660"/>
  </p:normalViewPr>
  <p:slideViewPr>
    <p:cSldViewPr snapToGrid="0">
      <p:cViewPr varScale="1">
        <p:scale>
          <a:sx n="99" d="100"/>
          <a:sy n="99" d="100"/>
        </p:scale>
        <p:origin x="72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notesMaster" Target="notesMasters/notesMaster1.xml"/><Relationship Id="rId135" Type="http://schemas.microsoft.com/office/2016/11/relationships/changesInfo" Target="changesInfos/changesInfo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presProps" Target="presProps.xml"/><Relationship Id="rId136" Type="http://schemas.microsoft.com/office/2015/10/relationships/revisionInfo" Target="revisionInfo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Martin" userId="5c604502-4ee2-4081-9f0b-59e4decb0522" providerId="ADAL" clId="{CD9F9381-1667-4751-A642-EBC8FFBDE105}"/>
    <pc:docChg chg="undo redo custSel addSld delSld modSld sldOrd">
      <pc:chgData name="James Martin" userId="5c604502-4ee2-4081-9f0b-59e4decb0522" providerId="ADAL" clId="{CD9F9381-1667-4751-A642-EBC8FFBDE105}" dt="2026-09-28T15:47:43.553" v="1120" actId="47"/>
      <pc:docMkLst>
        <pc:docMk/>
      </pc:docMkLst>
      <pc:sldChg chg="modSp mod">
        <pc:chgData name="James Martin" userId="5c604502-4ee2-4081-9f0b-59e4decb0522" providerId="ADAL" clId="{CD9F9381-1667-4751-A642-EBC8FFBDE105}" dt="2026-09-28T14:59:45.212" v="813" actId="114"/>
        <pc:sldMkLst>
          <pc:docMk/>
          <pc:sldMk cId="0" sldId="256"/>
        </pc:sldMkLst>
        <pc:spChg chg="mod">
          <ac:chgData name="James Martin" userId="5c604502-4ee2-4081-9f0b-59e4decb0522" providerId="ADAL" clId="{CD9F9381-1667-4751-A642-EBC8FFBDE105}" dt="2026-09-28T14:59:45.212" v="813" actId="114"/>
          <ac:spMkLst>
            <pc:docMk/>
            <pc:sldMk cId="0" sldId="256"/>
            <ac:spMk id="101" creationId="{00000000-0000-0000-0000-000000000000}"/>
          </ac:spMkLst>
        </pc:spChg>
        <pc:spChg chg="mod">
          <ac:chgData name="James Martin" userId="5c604502-4ee2-4081-9f0b-59e4decb0522" providerId="ADAL" clId="{CD9F9381-1667-4751-A642-EBC8FFBDE105}" dt="2026-09-28T14:59:45.212" v="813" actId="114"/>
          <ac:spMkLst>
            <pc:docMk/>
            <pc:sldMk cId="0" sldId="256"/>
            <ac:spMk id="102" creationId="{00000000-0000-0000-0000-000000000000}"/>
          </ac:spMkLst>
        </pc:spChg>
        <pc:spChg chg="mod">
          <ac:chgData name="James Martin" userId="5c604502-4ee2-4081-9f0b-59e4decb0522" providerId="ADAL" clId="{CD9F9381-1667-4751-A642-EBC8FFBDE105}" dt="2026-09-28T14:59:45.212" v="813" actId="114"/>
          <ac:spMkLst>
            <pc:docMk/>
            <pc:sldMk cId="0" sldId="256"/>
            <ac:spMk id="103" creationId="{00000000-0000-0000-0000-000000000000}"/>
          </ac:spMkLst>
        </pc:spChg>
      </pc:sldChg>
      <pc:sldChg chg="del">
        <pc:chgData name="James Martin" userId="5c604502-4ee2-4081-9f0b-59e4decb0522" providerId="ADAL" clId="{CD9F9381-1667-4751-A642-EBC8FFBDE105}" dt="2026-09-28T11:49:43.862" v="28" actId="47"/>
        <pc:sldMkLst>
          <pc:docMk/>
          <pc:sldMk cId="1821713587" sldId="770"/>
        </pc:sldMkLst>
      </pc:sldChg>
      <pc:sldChg chg="del">
        <pc:chgData name="James Martin" userId="5c604502-4ee2-4081-9f0b-59e4decb0522" providerId="ADAL" clId="{CD9F9381-1667-4751-A642-EBC8FFBDE105}" dt="2026-09-28T11:48:54.318" v="25" actId="47"/>
        <pc:sldMkLst>
          <pc:docMk/>
          <pc:sldMk cId="1783645734" sldId="966"/>
        </pc:sldMkLst>
      </pc:sldChg>
      <pc:sldChg chg="del">
        <pc:chgData name="James Martin" userId="5c604502-4ee2-4081-9f0b-59e4decb0522" providerId="ADAL" clId="{CD9F9381-1667-4751-A642-EBC8FFBDE105}" dt="2026-09-28T11:49:43.862" v="28" actId="47"/>
        <pc:sldMkLst>
          <pc:docMk/>
          <pc:sldMk cId="621309031" sldId="996"/>
        </pc:sldMkLst>
      </pc:sldChg>
      <pc:sldChg chg="del">
        <pc:chgData name="James Martin" userId="5c604502-4ee2-4081-9f0b-59e4decb0522" providerId="ADAL" clId="{CD9F9381-1667-4751-A642-EBC8FFBDE105}" dt="2026-09-28T11:49:43.862" v="28" actId="47"/>
        <pc:sldMkLst>
          <pc:docMk/>
          <pc:sldMk cId="1409388750" sldId="997"/>
        </pc:sldMkLst>
      </pc:sldChg>
      <pc:sldChg chg="del">
        <pc:chgData name="James Martin" userId="5c604502-4ee2-4081-9f0b-59e4decb0522" providerId="ADAL" clId="{CD9F9381-1667-4751-A642-EBC8FFBDE105}" dt="2026-09-28T11:49:43.862" v="28" actId="47"/>
        <pc:sldMkLst>
          <pc:docMk/>
          <pc:sldMk cId="1929433385" sldId="998"/>
        </pc:sldMkLst>
      </pc:sldChg>
      <pc:sldChg chg="del">
        <pc:chgData name="James Martin" userId="5c604502-4ee2-4081-9f0b-59e4decb0522" providerId="ADAL" clId="{CD9F9381-1667-4751-A642-EBC8FFBDE105}" dt="2026-09-28T11:49:43.862" v="28" actId="47"/>
        <pc:sldMkLst>
          <pc:docMk/>
          <pc:sldMk cId="2645130874" sldId="999"/>
        </pc:sldMkLst>
      </pc:sldChg>
      <pc:sldChg chg="del">
        <pc:chgData name="James Martin" userId="5c604502-4ee2-4081-9f0b-59e4decb0522" providerId="ADAL" clId="{CD9F9381-1667-4751-A642-EBC8FFBDE105}" dt="2026-09-28T11:49:43.862" v="28" actId="47"/>
        <pc:sldMkLst>
          <pc:docMk/>
          <pc:sldMk cId="3349943120" sldId="1000"/>
        </pc:sldMkLst>
      </pc:sldChg>
      <pc:sldChg chg="del">
        <pc:chgData name="James Martin" userId="5c604502-4ee2-4081-9f0b-59e4decb0522" providerId="ADAL" clId="{CD9F9381-1667-4751-A642-EBC8FFBDE105}" dt="2026-09-28T11:49:43.862" v="28" actId="47"/>
        <pc:sldMkLst>
          <pc:docMk/>
          <pc:sldMk cId="4270131959" sldId="1001"/>
        </pc:sldMkLst>
      </pc:sldChg>
      <pc:sldChg chg="del">
        <pc:chgData name="James Martin" userId="5c604502-4ee2-4081-9f0b-59e4decb0522" providerId="ADAL" clId="{CD9F9381-1667-4751-A642-EBC8FFBDE105}" dt="2026-09-28T11:49:43.862" v="28" actId="47"/>
        <pc:sldMkLst>
          <pc:docMk/>
          <pc:sldMk cId="3544928351" sldId="1003"/>
        </pc:sldMkLst>
      </pc:sldChg>
      <pc:sldChg chg="del">
        <pc:chgData name="James Martin" userId="5c604502-4ee2-4081-9f0b-59e4decb0522" providerId="ADAL" clId="{CD9F9381-1667-4751-A642-EBC8FFBDE105}" dt="2026-09-28T11:49:43.862" v="28" actId="47"/>
        <pc:sldMkLst>
          <pc:docMk/>
          <pc:sldMk cId="3001363070" sldId="1004"/>
        </pc:sldMkLst>
      </pc:sldChg>
      <pc:sldChg chg="del">
        <pc:chgData name="James Martin" userId="5c604502-4ee2-4081-9f0b-59e4decb0522" providerId="ADAL" clId="{CD9F9381-1667-4751-A642-EBC8FFBDE105}" dt="2026-09-28T11:49:43.862" v="28" actId="47"/>
        <pc:sldMkLst>
          <pc:docMk/>
          <pc:sldMk cId="6018033" sldId="1005"/>
        </pc:sldMkLst>
      </pc:sldChg>
      <pc:sldChg chg="del">
        <pc:chgData name="James Martin" userId="5c604502-4ee2-4081-9f0b-59e4decb0522" providerId="ADAL" clId="{CD9F9381-1667-4751-A642-EBC8FFBDE105}" dt="2026-09-28T11:49:43.862" v="28" actId="47"/>
        <pc:sldMkLst>
          <pc:docMk/>
          <pc:sldMk cId="4258153756" sldId="1006"/>
        </pc:sldMkLst>
      </pc:sldChg>
      <pc:sldChg chg="del">
        <pc:chgData name="James Martin" userId="5c604502-4ee2-4081-9f0b-59e4decb0522" providerId="ADAL" clId="{CD9F9381-1667-4751-A642-EBC8FFBDE105}" dt="2026-09-28T11:49:43.862" v="28" actId="47"/>
        <pc:sldMkLst>
          <pc:docMk/>
          <pc:sldMk cId="1260427181" sldId="1007"/>
        </pc:sldMkLst>
      </pc:sldChg>
      <pc:sldChg chg="del">
        <pc:chgData name="James Martin" userId="5c604502-4ee2-4081-9f0b-59e4decb0522" providerId="ADAL" clId="{CD9F9381-1667-4751-A642-EBC8FFBDE105}" dt="2026-09-28T11:49:43.862" v="28" actId="47"/>
        <pc:sldMkLst>
          <pc:docMk/>
          <pc:sldMk cId="1710592264" sldId="1008"/>
        </pc:sldMkLst>
      </pc:sldChg>
      <pc:sldChg chg="del">
        <pc:chgData name="James Martin" userId="5c604502-4ee2-4081-9f0b-59e4decb0522" providerId="ADAL" clId="{CD9F9381-1667-4751-A642-EBC8FFBDE105}" dt="2026-09-28T12:19:51.799" v="66" actId="47"/>
        <pc:sldMkLst>
          <pc:docMk/>
          <pc:sldMk cId="4070054755" sldId="1021"/>
        </pc:sldMkLst>
      </pc:sldChg>
      <pc:sldChg chg="del">
        <pc:chgData name="James Martin" userId="5c604502-4ee2-4081-9f0b-59e4decb0522" providerId="ADAL" clId="{CD9F9381-1667-4751-A642-EBC8FFBDE105}" dt="2026-09-28T15:10:17.073" v="930" actId="47"/>
        <pc:sldMkLst>
          <pc:docMk/>
          <pc:sldMk cId="3015466705" sldId="1135"/>
        </pc:sldMkLst>
      </pc:sldChg>
      <pc:sldChg chg="del">
        <pc:chgData name="James Martin" userId="5c604502-4ee2-4081-9f0b-59e4decb0522" providerId="ADAL" clId="{CD9F9381-1667-4751-A642-EBC8FFBDE105}" dt="2026-09-28T13:17:47.049" v="225" actId="47"/>
        <pc:sldMkLst>
          <pc:docMk/>
          <pc:sldMk cId="101509245" sldId="1136"/>
        </pc:sldMkLst>
      </pc:sldChg>
      <pc:sldChg chg="del">
        <pc:chgData name="James Martin" userId="5c604502-4ee2-4081-9f0b-59e4decb0522" providerId="ADAL" clId="{CD9F9381-1667-4751-A642-EBC8FFBDE105}" dt="2026-09-28T14:21:39.269" v="359" actId="47"/>
        <pc:sldMkLst>
          <pc:docMk/>
          <pc:sldMk cId="3309220937" sldId="1138"/>
        </pc:sldMkLst>
      </pc:sldChg>
      <pc:sldChg chg="del">
        <pc:chgData name="James Martin" userId="5c604502-4ee2-4081-9f0b-59e4decb0522" providerId="ADAL" clId="{CD9F9381-1667-4751-A642-EBC8FFBDE105}" dt="2026-09-28T15:09:35.497" v="927" actId="47"/>
        <pc:sldMkLst>
          <pc:docMk/>
          <pc:sldMk cId="1193105812" sldId="1139"/>
        </pc:sldMkLst>
      </pc:sldChg>
      <pc:sldChg chg="del">
        <pc:chgData name="James Martin" userId="5c604502-4ee2-4081-9f0b-59e4decb0522" providerId="ADAL" clId="{CD9F9381-1667-4751-A642-EBC8FFBDE105}" dt="2026-09-28T11:48:54.318" v="25" actId="47"/>
        <pc:sldMkLst>
          <pc:docMk/>
          <pc:sldMk cId="3575611148" sldId="1140"/>
        </pc:sldMkLst>
      </pc:sldChg>
      <pc:sldChg chg="del">
        <pc:chgData name="James Martin" userId="5c604502-4ee2-4081-9f0b-59e4decb0522" providerId="ADAL" clId="{CD9F9381-1667-4751-A642-EBC8FFBDE105}" dt="2026-09-28T11:48:54.318" v="25" actId="47"/>
        <pc:sldMkLst>
          <pc:docMk/>
          <pc:sldMk cId="3636096625" sldId="1141"/>
        </pc:sldMkLst>
      </pc:sldChg>
      <pc:sldChg chg="del">
        <pc:chgData name="James Martin" userId="5c604502-4ee2-4081-9f0b-59e4decb0522" providerId="ADAL" clId="{CD9F9381-1667-4751-A642-EBC8FFBDE105}" dt="2026-09-28T11:48:54.318" v="25" actId="47"/>
        <pc:sldMkLst>
          <pc:docMk/>
          <pc:sldMk cId="3501554759" sldId="1142"/>
        </pc:sldMkLst>
      </pc:sldChg>
      <pc:sldChg chg="del">
        <pc:chgData name="James Martin" userId="5c604502-4ee2-4081-9f0b-59e4decb0522" providerId="ADAL" clId="{CD9F9381-1667-4751-A642-EBC8FFBDE105}" dt="2026-09-28T11:48:54.318" v="25" actId="47"/>
        <pc:sldMkLst>
          <pc:docMk/>
          <pc:sldMk cId="1713080779" sldId="1143"/>
        </pc:sldMkLst>
      </pc:sldChg>
      <pc:sldChg chg="del">
        <pc:chgData name="James Martin" userId="5c604502-4ee2-4081-9f0b-59e4decb0522" providerId="ADAL" clId="{CD9F9381-1667-4751-A642-EBC8FFBDE105}" dt="2026-09-28T11:48:54.318" v="25" actId="47"/>
        <pc:sldMkLst>
          <pc:docMk/>
          <pc:sldMk cId="4263000050" sldId="1144"/>
        </pc:sldMkLst>
      </pc:sldChg>
      <pc:sldChg chg="del">
        <pc:chgData name="James Martin" userId="5c604502-4ee2-4081-9f0b-59e4decb0522" providerId="ADAL" clId="{CD9F9381-1667-4751-A642-EBC8FFBDE105}" dt="2026-09-28T11:48:54.318" v="25" actId="47"/>
        <pc:sldMkLst>
          <pc:docMk/>
          <pc:sldMk cId="2343577856" sldId="1145"/>
        </pc:sldMkLst>
      </pc:sldChg>
      <pc:sldChg chg="del">
        <pc:chgData name="James Martin" userId="5c604502-4ee2-4081-9f0b-59e4decb0522" providerId="ADAL" clId="{CD9F9381-1667-4751-A642-EBC8FFBDE105}" dt="2026-09-28T12:20:02.896" v="67" actId="47"/>
        <pc:sldMkLst>
          <pc:docMk/>
          <pc:sldMk cId="4170919035" sldId="1147"/>
        </pc:sldMkLst>
      </pc:sldChg>
      <pc:sldChg chg="del">
        <pc:chgData name="James Martin" userId="5c604502-4ee2-4081-9f0b-59e4decb0522" providerId="ADAL" clId="{CD9F9381-1667-4751-A642-EBC8FFBDE105}" dt="2026-09-28T12:20:05.751" v="68" actId="47"/>
        <pc:sldMkLst>
          <pc:docMk/>
          <pc:sldMk cId="1704949069" sldId="1154"/>
        </pc:sldMkLst>
      </pc:sldChg>
      <pc:sldChg chg="del">
        <pc:chgData name="James Martin" userId="5c604502-4ee2-4081-9f0b-59e4decb0522" providerId="ADAL" clId="{CD9F9381-1667-4751-A642-EBC8FFBDE105}" dt="2026-09-28T12:22:44.696" v="80" actId="47"/>
        <pc:sldMkLst>
          <pc:docMk/>
          <pc:sldMk cId="3160304094" sldId="1155"/>
        </pc:sldMkLst>
      </pc:sldChg>
      <pc:sldChg chg="del">
        <pc:chgData name="James Martin" userId="5c604502-4ee2-4081-9f0b-59e4decb0522" providerId="ADAL" clId="{CD9F9381-1667-4751-A642-EBC8FFBDE105}" dt="2026-09-28T12:22:21.815" v="79" actId="47"/>
        <pc:sldMkLst>
          <pc:docMk/>
          <pc:sldMk cId="1820742696" sldId="1156"/>
        </pc:sldMkLst>
      </pc:sldChg>
      <pc:sldChg chg="del">
        <pc:chgData name="James Martin" userId="5c604502-4ee2-4081-9f0b-59e4decb0522" providerId="ADAL" clId="{CD9F9381-1667-4751-A642-EBC8FFBDE105}" dt="2026-09-28T12:20:02.896" v="67" actId="47"/>
        <pc:sldMkLst>
          <pc:docMk/>
          <pc:sldMk cId="2045419213" sldId="1160"/>
        </pc:sldMkLst>
      </pc:sldChg>
      <pc:sldChg chg="del">
        <pc:chgData name="James Martin" userId="5c604502-4ee2-4081-9f0b-59e4decb0522" providerId="ADAL" clId="{CD9F9381-1667-4751-A642-EBC8FFBDE105}" dt="2026-09-28T12:20:02.896" v="67" actId="47"/>
        <pc:sldMkLst>
          <pc:docMk/>
          <pc:sldMk cId="2181791327" sldId="1161"/>
        </pc:sldMkLst>
      </pc:sldChg>
      <pc:sldChg chg="del">
        <pc:chgData name="James Martin" userId="5c604502-4ee2-4081-9f0b-59e4decb0522" providerId="ADAL" clId="{CD9F9381-1667-4751-A642-EBC8FFBDE105}" dt="2026-09-28T12:21:32.558" v="75" actId="47"/>
        <pc:sldMkLst>
          <pc:docMk/>
          <pc:sldMk cId="2053895186" sldId="1163"/>
        </pc:sldMkLst>
      </pc:sldChg>
      <pc:sldChg chg="del">
        <pc:chgData name="James Martin" userId="5c604502-4ee2-4081-9f0b-59e4decb0522" providerId="ADAL" clId="{CD9F9381-1667-4751-A642-EBC8FFBDE105}" dt="2026-09-28T12:21:39.331" v="76" actId="47"/>
        <pc:sldMkLst>
          <pc:docMk/>
          <pc:sldMk cId="3150020219" sldId="1164"/>
        </pc:sldMkLst>
      </pc:sldChg>
      <pc:sldChg chg="modSp mod">
        <pc:chgData name="James Martin" userId="5c604502-4ee2-4081-9f0b-59e4decb0522" providerId="ADAL" clId="{CD9F9381-1667-4751-A642-EBC8FFBDE105}" dt="2026-09-28T12:22:10.068" v="78" actId="5793"/>
        <pc:sldMkLst>
          <pc:docMk/>
          <pc:sldMk cId="1177091720" sldId="1165"/>
        </pc:sldMkLst>
        <pc:spChg chg="mod">
          <ac:chgData name="James Martin" userId="5c604502-4ee2-4081-9f0b-59e4decb0522" providerId="ADAL" clId="{CD9F9381-1667-4751-A642-EBC8FFBDE105}" dt="2026-09-28T12:22:10.068" v="78" actId="5793"/>
          <ac:spMkLst>
            <pc:docMk/>
            <pc:sldMk cId="1177091720" sldId="1165"/>
            <ac:spMk id="247" creationId="{FE5C2E46-B12C-491A-7163-201406699319}"/>
          </ac:spMkLst>
        </pc:spChg>
      </pc:sldChg>
      <pc:sldChg chg="del">
        <pc:chgData name="James Martin" userId="5c604502-4ee2-4081-9f0b-59e4decb0522" providerId="ADAL" clId="{CD9F9381-1667-4751-A642-EBC8FFBDE105}" dt="2026-09-28T12:22:21.815" v="79" actId="47"/>
        <pc:sldMkLst>
          <pc:docMk/>
          <pc:sldMk cId="1300026413" sldId="1166"/>
        </pc:sldMkLst>
      </pc:sldChg>
      <pc:sldChg chg="del">
        <pc:chgData name="James Martin" userId="5c604502-4ee2-4081-9f0b-59e4decb0522" providerId="ADAL" clId="{CD9F9381-1667-4751-A642-EBC8FFBDE105}" dt="2026-09-28T13:17:24.301" v="222" actId="47"/>
        <pc:sldMkLst>
          <pc:docMk/>
          <pc:sldMk cId="1515753354" sldId="1168"/>
        </pc:sldMkLst>
      </pc:sldChg>
      <pc:sldChg chg="del">
        <pc:chgData name="James Martin" userId="5c604502-4ee2-4081-9f0b-59e4decb0522" providerId="ADAL" clId="{CD9F9381-1667-4751-A642-EBC8FFBDE105}" dt="2026-09-28T13:17:24.301" v="222" actId="47"/>
        <pc:sldMkLst>
          <pc:docMk/>
          <pc:sldMk cId="853370853" sldId="1169"/>
        </pc:sldMkLst>
      </pc:sldChg>
      <pc:sldChg chg="del">
        <pc:chgData name="James Martin" userId="5c604502-4ee2-4081-9f0b-59e4decb0522" providerId="ADAL" clId="{CD9F9381-1667-4751-A642-EBC8FFBDE105}" dt="2026-09-28T13:17:24.301" v="222" actId="47"/>
        <pc:sldMkLst>
          <pc:docMk/>
          <pc:sldMk cId="538545474" sldId="1170"/>
        </pc:sldMkLst>
      </pc:sldChg>
      <pc:sldChg chg="del">
        <pc:chgData name="James Martin" userId="5c604502-4ee2-4081-9f0b-59e4decb0522" providerId="ADAL" clId="{CD9F9381-1667-4751-A642-EBC8FFBDE105}" dt="2026-09-28T13:17:24.301" v="222" actId="47"/>
        <pc:sldMkLst>
          <pc:docMk/>
          <pc:sldMk cId="38147092" sldId="1171"/>
        </pc:sldMkLst>
      </pc:sldChg>
      <pc:sldChg chg="del">
        <pc:chgData name="James Martin" userId="5c604502-4ee2-4081-9f0b-59e4decb0522" providerId="ADAL" clId="{CD9F9381-1667-4751-A642-EBC8FFBDE105}" dt="2026-09-28T13:17:24.301" v="222" actId="47"/>
        <pc:sldMkLst>
          <pc:docMk/>
          <pc:sldMk cId="1133392850" sldId="1172"/>
        </pc:sldMkLst>
      </pc:sldChg>
      <pc:sldChg chg="del">
        <pc:chgData name="James Martin" userId="5c604502-4ee2-4081-9f0b-59e4decb0522" providerId="ADAL" clId="{CD9F9381-1667-4751-A642-EBC8FFBDE105}" dt="2026-09-28T13:17:24.301" v="222" actId="47"/>
        <pc:sldMkLst>
          <pc:docMk/>
          <pc:sldMk cId="3752263109" sldId="1173"/>
        </pc:sldMkLst>
      </pc:sldChg>
      <pc:sldChg chg="del">
        <pc:chgData name="James Martin" userId="5c604502-4ee2-4081-9f0b-59e4decb0522" providerId="ADAL" clId="{CD9F9381-1667-4751-A642-EBC8FFBDE105}" dt="2026-09-28T13:17:24.301" v="222" actId="47"/>
        <pc:sldMkLst>
          <pc:docMk/>
          <pc:sldMk cId="2898504859" sldId="1174"/>
        </pc:sldMkLst>
      </pc:sldChg>
      <pc:sldChg chg="del">
        <pc:chgData name="James Martin" userId="5c604502-4ee2-4081-9f0b-59e4decb0522" providerId="ADAL" clId="{CD9F9381-1667-4751-A642-EBC8FFBDE105}" dt="2026-09-28T13:17:24.301" v="222" actId="47"/>
        <pc:sldMkLst>
          <pc:docMk/>
          <pc:sldMk cId="3861661929" sldId="1175"/>
        </pc:sldMkLst>
      </pc:sldChg>
      <pc:sldChg chg="del">
        <pc:chgData name="James Martin" userId="5c604502-4ee2-4081-9f0b-59e4decb0522" providerId="ADAL" clId="{CD9F9381-1667-4751-A642-EBC8FFBDE105}" dt="2026-09-28T13:17:24.301" v="222" actId="47"/>
        <pc:sldMkLst>
          <pc:docMk/>
          <pc:sldMk cId="111131130" sldId="1176"/>
        </pc:sldMkLst>
      </pc:sldChg>
      <pc:sldChg chg="del">
        <pc:chgData name="James Martin" userId="5c604502-4ee2-4081-9f0b-59e4decb0522" providerId="ADAL" clId="{CD9F9381-1667-4751-A642-EBC8FFBDE105}" dt="2026-09-28T13:17:24.301" v="222" actId="47"/>
        <pc:sldMkLst>
          <pc:docMk/>
          <pc:sldMk cId="323067125" sldId="1177"/>
        </pc:sldMkLst>
      </pc:sldChg>
      <pc:sldChg chg="del">
        <pc:chgData name="James Martin" userId="5c604502-4ee2-4081-9f0b-59e4decb0522" providerId="ADAL" clId="{CD9F9381-1667-4751-A642-EBC8FFBDE105}" dt="2026-09-28T13:17:24.301" v="222" actId="47"/>
        <pc:sldMkLst>
          <pc:docMk/>
          <pc:sldMk cId="376486983" sldId="1178"/>
        </pc:sldMkLst>
      </pc:sldChg>
      <pc:sldChg chg="del">
        <pc:chgData name="James Martin" userId="5c604502-4ee2-4081-9f0b-59e4decb0522" providerId="ADAL" clId="{CD9F9381-1667-4751-A642-EBC8FFBDE105}" dt="2026-09-28T13:17:24.301" v="222" actId="47"/>
        <pc:sldMkLst>
          <pc:docMk/>
          <pc:sldMk cId="1034758160" sldId="1179"/>
        </pc:sldMkLst>
      </pc:sldChg>
      <pc:sldChg chg="del">
        <pc:chgData name="James Martin" userId="5c604502-4ee2-4081-9f0b-59e4decb0522" providerId="ADAL" clId="{CD9F9381-1667-4751-A642-EBC8FFBDE105}" dt="2026-09-28T13:17:24.301" v="222" actId="47"/>
        <pc:sldMkLst>
          <pc:docMk/>
          <pc:sldMk cId="3525221763" sldId="1180"/>
        </pc:sldMkLst>
      </pc:sldChg>
      <pc:sldChg chg="del">
        <pc:chgData name="James Martin" userId="5c604502-4ee2-4081-9f0b-59e4decb0522" providerId="ADAL" clId="{CD9F9381-1667-4751-A642-EBC8FFBDE105}" dt="2026-09-28T13:17:24.301" v="222" actId="47"/>
        <pc:sldMkLst>
          <pc:docMk/>
          <pc:sldMk cId="2667430715" sldId="1181"/>
        </pc:sldMkLst>
      </pc:sldChg>
      <pc:sldChg chg="del">
        <pc:chgData name="James Martin" userId="5c604502-4ee2-4081-9f0b-59e4decb0522" providerId="ADAL" clId="{CD9F9381-1667-4751-A642-EBC8FFBDE105}" dt="2026-09-28T13:17:24.301" v="222" actId="47"/>
        <pc:sldMkLst>
          <pc:docMk/>
          <pc:sldMk cId="2530157964" sldId="1182"/>
        </pc:sldMkLst>
      </pc:sldChg>
      <pc:sldChg chg="del">
        <pc:chgData name="James Martin" userId="5c604502-4ee2-4081-9f0b-59e4decb0522" providerId="ADAL" clId="{CD9F9381-1667-4751-A642-EBC8FFBDE105}" dt="2026-09-28T13:17:24.301" v="222" actId="47"/>
        <pc:sldMkLst>
          <pc:docMk/>
          <pc:sldMk cId="1773988290" sldId="1183"/>
        </pc:sldMkLst>
      </pc:sldChg>
      <pc:sldChg chg="del">
        <pc:chgData name="James Martin" userId="5c604502-4ee2-4081-9f0b-59e4decb0522" providerId="ADAL" clId="{CD9F9381-1667-4751-A642-EBC8FFBDE105}" dt="2026-09-28T13:17:24.301" v="222" actId="47"/>
        <pc:sldMkLst>
          <pc:docMk/>
          <pc:sldMk cId="2759737377" sldId="1184"/>
        </pc:sldMkLst>
      </pc:sldChg>
      <pc:sldChg chg="del">
        <pc:chgData name="James Martin" userId="5c604502-4ee2-4081-9f0b-59e4decb0522" providerId="ADAL" clId="{CD9F9381-1667-4751-A642-EBC8FFBDE105}" dt="2026-09-28T13:17:24.301" v="222" actId="47"/>
        <pc:sldMkLst>
          <pc:docMk/>
          <pc:sldMk cId="1651504793" sldId="1185"/>
        </pc:sldMkLst>
      </pc:sldChg>
      <pc:sldChg chg="del">
        <pc:chgData name="James Martin" userId="5c604502-4ee2-4081-9f0b-59e4decb0522" providerId="ADAL" clId="{CD9F9381-1667-4751-A642-EBC8FFBDE105}" dt="2026-09-28T13:17:24.301" v="222" actId="47"/>
        <pc:sldMkLst>
          <pc:docMk/>
          <pc:sldMk cId="1410457536" sldId="1186"/>
        </pc:sldMkLst>
      </pc:sldChg>
      <pc:sldChg chg="del">
        <pc:chgData name="James Martin" userId="5c604502-4ee2-4081-9f0b-59e4decb0522" providerId="ADAL" clId="{CD9F9381-1667-4751-A642-EBC8FFBDE105}" dt="2026-09-28T13:17:24.301" v="222" actId="47"/>
        <pc:sldMkLst>
          <pc:docMk/>
          <pc:sldMk cId="2451010899" sldId="1187"/>
        </pc:sldMkLst>
      </pc:sldChg>
      <pc:sldChg chg="del">
        <pc:chgData name="James Martin" userId="5c604502-4ee2-4081-9f0b-59e4decb0522" providerId="ADAL" clId="{CD9F9381-1667-4751-A642-EBC8FFBDE105}" dt="2026-09-28T13:17:24.301" v="222" actId="47"/>
        <pc:sldMkLst>
          <pc:docMk/>
          <pc:sldMk cId="3905184317" sldId="1188"/>
        </pc:sldMkLst>
      </pc:sldChg>
      <pc:sldChg chg="del">
        <pc:chgData name="James Martin" userId="5c604502-4ee2-4081-9f0b-59e4decb0522" providerId="ADAL" clId="{CD9F9381-1667-4751-A642-EBC8FFBDE105}" dt="2026-09-28T13:17:24.301" v="222" actId="47"/>
        <pc:sldMkLst>
          <pc:docMk/>
          <pc:sldMk cId="2246078484" sldId="1189"/>
        </pc:sldMkLst>
      </pc:sldChg>
      <pc:sldChg chg="del">
        <pc:chgData name="James Martin" userId="5c604502-4ee2-4081-9f0b-59e4decb0522" providerId="ADAL" clId="{CD9F9381-1667-4751-A642-EBC8FFBDE105}" dt="2026-09-28T13:17:24.301" v="222" actId="47"/>
        <pc:sldMkLst>
          <pc:docMk/>
          <pc:sldMk cId="174983098" sldId="1190"/>
        </pc:sldMkLst>
      </pc:sldChg>
      <pc:sldChg chg="del">
        <pc:chgData name="James Martin" userId="5c604502-4ee2-4081-9f0b-59e4decb0522" providerId="ADAL" clId="{CD9F9381-1667-4751-A642-EBC8FFBDE105}" dt="2026-09-28T14:20:37.061" v="353" actId="47"/>
        <pc:sldMkLst>
          <pc:docMk/>
          <pc:sldMk cId="1264832470" sldId="1199"/>
        </pc:sldMkLst>
      </pc:sldChg>
      <pc:sldChg chg="del">
        <pc:chgData name="James Martin" userId="5c604502-4ee2-4081-9f0b-59e4decb0522" providerId="ADAL" clId="{CD9F9381-1667-4751-A642-EBC8FFBDE105}" dt="2026-09-28T13:18:52.656" v="228" actId="47"/>
        <pc:sldMkLst>
          <pc:docMk/>
          <pc:sldMk cId="4150051031" sldId="1200"/>
        </pc:sldMkLst>
      </pc:sldChg>
      <pc:sldChg chg="del">
        <pc:chgData name="James Martin" userId="5c604502-4ee2-4081-9f0b-59e4decb0522" providerId="ADAL" clId="{CD9F9381-1667-4751-A642-EBC8FFBDE105}" dt="2026-09-28T14:20:44.671" v="354" actId="47"/>
        <pc:sldMkLst>
          <pc:docMk/>
          <pc:sldMk cId="3755634449" sldId="1203"/>
        </pc:sldMkLst>
      </pc:sldChg>
      <pc:sldChg chg="del">
        <pc:chgData name="James Martin" userId="5c604502-4ee2-4081-9f0b-59e4decb0522" providerId="ADAL" clId="{CD9F9381-1667-4751-A642-EBC8FFBDE105}" dt="2026-09-28T14:20:53.515" v="355" actId="47"/>
        <pc:sldMkLst>
          <pc:docMk/>
          <pc:sldMk cId="780656798" sldId="1205"/>
        </pc:sldMkLst>
      </pc:sldChg>
      <pc:sldChg chg="del">
        <pc:chgData name="James Martin" userId="5c604502-4ee2-4081-9f0b-59e4decb0522" providerId="ADAL" clId="{CD9F9381-1667-4751-A642-EBC8FFBDE105}" dt="2026-09-28T14:21:02.599" v="356" actId="47"/>
        <pc:sldMkLst>
          <pc:docMk/>
          <pc:sldMk cId="2922242301" sldId="1206"/>
        </pc:sldMkLst>
      </pc:sldChg>
      <pc:sldChg chg="del">
        <pc:chgData name="James Martin" userId="5c604502-4ee2-4081-9f0b-59e4decb0522" providerId="ADAL" clId="{CD9F9381-1667-4751-A642-EBC8FFBDE105}" dt="2026-09-28T14:21:11.895" v="358" actId="47"/>
        <pc:sldMkLst>
          <pc:docMk/>
          <pc:sldMk cId="1434309986" sldId="1207"/>
        </pc:sldMkLst>
      </pc:sldChg>
      <pc:sldChg chg="del">
        <pc:chgData name="James Martin" userId="5c604502-4ee2-4081-9f0b-59e4decb0522" providerId="ADAL" clId="{CD9F9381-1667-4751-A642-EBC8FFBDE105}" dt="2026-09-28T14:21:06.876" v="357" actId="47"/>
        <pc:sldMkLst>
          <pc:docMk/>
          <pc:sldMk cId="209579814" sldId="1210"/>
        </pc:sldMkLst>
      </pc:sldChg>
      <pc:sldChg chg="modSp mod">
        <pc:chgData name="James Martin" userId="5c604502-4ee2-4081-9f0b-59e4decb0522" providerId="ADAL" clId="{CD9F9381-1667-4751-A642-EBC8FFBDE105}" dt="2026-09-28T14:22:47.453" v="366" actId="2710"/>
        <pc:sldMkLst>
          <pc:docMk/>
          <pc:sldMk cId="2164775888" sldId="1211"/>
        </pc:sldMkLst>
        <pc:spChg chg="mod">
          <ac:chgData name="James Martin" userId="5c604502-4ee2-4081-9f0b-59e4decb0522" providerId="ADAL" clId="{CD9F9381-1667-4751-A642-EBC8FFBDE105}" dt="2026-09-28T14:22:47.453" v="366" actId="2710"/>
          <ac:spMkLst>
            <pc:docMk/>
            <pc:sldMk cId="2164775888" sldId="1211"/>
            <ac:spMk id="43" creationId="{D8BC1C41-837E-AAF2-972E-B3F44A356184}"/>
          </ac:spMkLst>
        </pc:spChg>
      </pc:sldChg>
      <pc:sldChg chg="modSp mod">
        <pc:chgData name="James Martin" userId="5c604502-4ee2-4081-9f0b-59e4decb0522" providerId="ADAL" clId="{CD9F9381-1667-4751-A642-EBC8FFBDE105}" dt="2026-09-28T14:02:51.826" v="352" actId="20577"/>
        <pc:sldMkLst>
          <pc:docMk/>
          <pc:sldMk cId="2863889522" sldId="1223"/>
        </pc:sldMkLst>
        <pc:spChg chg="mod">
          <ac:chgData name="James Martin" userId="5c604502-4ee2-4081-9f0b-59e4decb0522" providerId="ADAL" clId="{CD9F9381-1667-4751-A642-EBC8FFBDE105}" dt="2026-09-28T14:02:51.826" v="352" actId="20577"/>
          <ac:spMkLst>
            <pc:docMk/>
            <pc:sldMk cId="2863889522" sldId="1223"/>
            <ac:spMk id="10" creationId="{87689709-703A-65D8-AC04-719F9E95A791}"/>
          </ac:spMkLst>
        </pc:spChg>
      </pc:sldChg>
      <pc:sldChg chg="del">
        <pc:chgData name="James Martin" userId="5c604502-4ee2-4081-9f0b-59e4decb0522" providerId="ADAL" clId="{CD9F9381-1667-4751-A642-EBC8FFBDE105}" dt="2026-09-28T14:22:18.946" v="360" actId="47"/>
        <pc:sldMkLst>
          <pc:docMk/>
          <pc:sldMk cId="2314010490" sldId="1227"/>
        </pc:sldMkLst>
      </pc:sldChg>
      <pc:sldChg chg="del">
        <pc:chgData name="James Martin" userId="5c604502-4ee2-4081-9f0b-59e4decb0522" providerId="ADAL" clId="{CD9F9381-1667-4751-A642-EBC8FFBDE105}" dt="2026-09-28T14:23:33.219" v="367" actId="47"/>
        <pc:sldMkLst>
          <pc:docMk/>
          <pc:sldMk cId="1110221151" sldId="1237"/>
        </pc:sldMkLst>
      </pc:sldChg>
      <pc:sldChg chg="del">
        <pc:chgData name="James Martin" userId="5c604502-4ee2-4081-9f0b-59e4decb0522" providerId="ADAL" clId="{CD9F9381-1667-4751-A642-EBC8FFBDE105}" dt="2026-09-28T14:23:54.817" v="368" actId="47"/>
        <pc:sldMkLst>
          <pc:docMk/>
          <pc:sldMk cId="4016921120" sldId="1239"/>
        </pc:sldMkLst>
      </pc:sldChg>
      <pc:sldChg chg="del">
        <pc:chgData name="James Martin" userId="5c604502-4ee2-4081-9f0b-59e4decb0522" providerId="ADAL" clId="{CD9F9381-1667-4751-A642-EBC8FFBDE105}" dt="2026-09-28T14:24:15.267" v="369" actId="47"/>
        <pc:sldMkLst>
          <pc:docMk/>
          <pc:sldMk cId="1650925283" sldId="1243"/>
        </pc:sldMkLst>
      </pc:sldChg>
      <pc:sldChg chg="del">
        <pc:chgData name="James Martin" userId="5c604502-4ee2-4081-9f0b-59e4decb0522" providerId="ADAL" clId="{CD9F9381-1667-4751-A642-EBC8FFBDE105}" dt="2026-09-28T15:26:55.032" v="943" actId="47"/>
        <pc:sldMkLst>
          <pc:docMk/>
          <pc:sldMk cId="4204688296" sldId="1251"/>
        </pc:sldMkLst>
      </pc:sldChg>
      <pc:sldChg chg="del">
        <pc:chgData name="James Martin" userId="5c604502-4ee2-4081-9f0b-59e4decb0522" providerId="ADAL" clId="{CD9F9381-1667-4751-A642-EBC8FFBDE105}" dt="2026-09-28T14:43:52.406" v="642" actId="47"/>
        <pc:sldMkLst>
          <pc:docMk/>
          <pc:sldMk cId="1877082996" sldId="1252"/>
        </pc:sldMkLst>
      </pc:sldChg>
      <pc:sldChg chg="del">
        <pc:chgData name="James Martin" userId="5c604502-4ee2-4081-9f0b-59e4decb0522" providerId="ADAL" clId="{CD9F9381-1667-4751-A642-EBC8FFBDE105}" dt="2026-09-28T14:26:17.404" v="372" actId="47"/>
        <pc:sldMkLst>
          <pc:docMk/>
          <pc:sldMk cId="1420959206" sldId="1254"/>
        </pc:sldMkLst>
      </pc:sldChg>
      <pc:sldChg chg="del">
        <pc:chgData name="James Martin" userId="5c604502-4ee2-4081-9f0b-59e4decb0522" providerId="ADAL" clId="{CD9F9381-1667-4751-A642-EBC8FFBDE105}" dt="2026-09-28T14:43:52.406" v="642" actId="47"/>
        <pc:sldMkLst>
          <pc:docMk/>
          <pc:sldMk cId="3165413744" sldId="1255"/>
        </pc:sldMkLst>
      </pc:sldChg>
      <pc:sldChg chg="del">
        <pc:chgData name="James Martin" userId="5c604502-4ee2-4081-9f0b-59e4decb0522" providerId="ADAL" clId="{CD9F9381-1667-4751-A642-EBC8FFBDE105}" dt="2026-09-28T15:27:18.681" v="944" actId="47"/>
        <pc:sldMkLst>
          <pc:docMk/>
          <pc:sldMk cId="1803916681" sldId="1256"/>
        </pc:sldMkLst>
      </pc:sldChg>
      <pc:sldChg chg="modSp del mod">
        <pc:chgData name="James Martin" userId="5c604502-4ee2-4081-9f0b-59e4decb0522" providerId="ADAL" clId="{CD9F9381-1667-4751-A642-EBC8FFBDE105}" dt="2026-09-28T15:28:19.296" v="952" actId="47"/>
        <pc:sldMkLst>
          <pc:docMk/>
          <pc:sldMk cId="2997551099" sldId="1258"/>
        </pc:sldMkLst>
        <pc:spChg chg="mod">
          <ac:chgData name="James Martin" userId="5c604502-4ee2-4081-9f0b-59e4decb0522" providerId="ADAL" clId="{CD9F9381-1667-4751-A642-EBC8FFBDE105}" dt="2026-09-28T14:44:37.549" v="645" actId="20577"/>
          <ac:spMkLst>
            <pc:docMk/>
            <pc:sldMk cId="2997551099" sldId="1258"/>
            <ac:spMk id="24" creationId="{246CA82A-B74A-4DF7-5000-827E950F53EA}"/>
          </ac:spMkLst>
        </pc:spChg>
      </pc:sldChg>
      <pc:sldChg chg="del">
        <pc:chgData name="James Martin" userId="5c604502-4ee2-4081-9f0b-59e4decb0522" providerId="ADAL" clId="{CD9F9381-1667-4751-A642-EBC8FFBDE105}" dt="2026-09-28T14:36:34.009" v="563" actId="47"/>
        <pc:sldMkLst>
          <pc:docMk/>
          <pc:sldMk cId="2093651730" sldId="1259"/>
        </pc:sldMkLst>
      </pc:sldChg>
      <pc:sldChg chg="del">
        <pc:chgData name="James Martin" userId="5c604502-4ee2-4081-9f0b-59e4decb0522" providerId="ADAL" clId="{CD9F9381-1667-4751-A642-EBC8FFBDE105}" dt="2026-09-28T14:36:34.009" v="563" actId="47"/>
        <pc:sldMkLst>
          <pc:docMk/>
          <pc:sldMk cId="2262174504" sldId="1260"/>
        </pc:sldMkLst>
      </pc:sldChg>
      <pc:sldChg chg="del">
        <pc:chgData name="James Martin" userId="5c604502-4ee2-4081-9f0b-59e4decb0522" providerId="ADAL" clId="{CD9F9381-1667-4751-A642-EBC8FFBDE105}" dt="2026-09-28T14:36:34.009" v="563" actId="47"/>
        <pc:sldMkLst>
          <pc:docMk/>
          <pc:sldMk cId="3394078378" sldId="1261"/>
        </pc:sldMkLst>
      </pc:sldChg>
      <pc:sldChg chg="del">
        <pc:chgData name="James Martin" userId="5c604502-4ee2-4081-9f0b-59e4decb0522" providerId="ADAL" clId="{CD9F9381-1667-4751-A642-EBC8FFBDE105}" dt="2026-09-28T14:36:34.009" v="563" actId="47"/>
        <pc:sldMkLst>
          <pc:docMk/>
          <pc:sldMk cId="750709812" sldId="1262"/>
        </pc:sldMkLst>
      </pc:sldChg>
      <pc:sldChg chg="del">
        <pc:chgData name="James Martin" userId="5c604502-4ee2-4081-9f0b-59e4decb0522" providerId="ADAL" clId="{CD9F9381-1667-4751-A642-EBC8FFBDE105}" dt="2026-09-28T14:36:34.009" v="563" actId="47"/>
        <pc:sldMkLst>
          <pc:docMk/>
          <pc:sldMk cId="3326172931" sldId="1263"/>
        </pc:sldMkLst>
      </pc:sldChg>
      <pc:sldChg chg="del">
        <pc:chgData name="James Martin" userId="5c604502-4ee2-4081-9f0b-59e4decb0522" providerId="ADAL" clId="{CD9F9381-1667-4751-A642-EBC8FFBDE105}" dt="2026-09-28T14:36:34.009" v="563" actId="47"/>
        <pc:sldMkLst>
          <pc:docMk/>
          <pc:sldMk cId="1518246428" sldId="1264"/>
        </pc:sldMkLst>
      </pc:sldChg>
      <pc:sldChg chg="del">
        <pc:chgData name="James Martin" userId="5c604502-4ee2-4081-9f0b-59e4decb0522" providerId="ADAL" clId="{CD9F9381-1667-4751-A642-EBC8FFBDE105}" dt="2026-09-28T14:36:34.009" v="563" actId="47"/>
        <pc:sldMkLst>
          <pc:docMk/>
          <pc:sldMk cId="3870068007" sldId="1265"/>
        </pc:sldMkLst>
      </pc:sldChg>
      <pc:sldChg chg="del">
        <pc:chgData name="James Martin" userId="5c604502-4ee2-4081-9f0b-59e4decb0522" providerId="ADAL" clId="{CD9F9381-1667-4751-A642-EBC8FFBDE105}" dt="2026-09-28T14:36:34.009" v="563" actId="47"/>
        <pc:sldMkLst>
          <pc:docMk/>
          <pc:sldMk cId="2999072657" sldId="1266"/>
        </pc:sldMkLst>
      </pc:sldChg>
      <pc:sldChg chg="del">
        <pc:chgData name="James Martin" userId="5c604502-4ee2-4081-9f0b-59e4decb0522" providerId="ADAL" clId="{CD9F9381-1667-4751-A642-EBC8FFBDE105}" dt="2026-09-28T14:36:34.009" v="563" actId="47"/>
        <pc:sldMkLst>
          <pc:docMk/>
          <pc:sldMk cId="3135301215" sldId="1267"/>
        </pc:sldMkLst>
      </pc:sldChg>
      <pc:sldChg chg="del">
        <pc:chgData name="James Martin" userId="5c604502-4ee2-4081-9f0b-59e4decb0522" providerId="ADAL" clId="{CD9F9381-1667-4751-A642-EBC8FFBDE105}" dt="2026-09-28T14:36:34.009" v="563" actId="47"/>
        <pc:sldMkLst>
          <pc:docMk/>
          <pc:sldMk cId="1524940636" sldId="1268"/>
        </pc:sldMkLst>
      </pc:sldChg>
      <pc:sldChg chg="del">
        <pc:chgData name="James Martin" userId="5c604502-4ee2-4081-9f0b-59e4decb0522" providerId="ADAL" clId="{CD9F9381-1667-4751-A642-EBC8FFBDE105}" dt="2026-09-28T14:36:34.009" v="563" actId="47"/>
        <pc:sldMkLst>
          <pc:docMk/>
          <pc:sldMk cId="1413019004" sldId="1269"/>
        </pc:sldMkLst>
      </pc:sldChg>
      <pc:sldChg chg="del">
        <pc:chgData name="James Martin" userId="5c604502-4ee2-4081-9f0b-59e4decb0522" providerId="ADAL" clId="{CD9F9381-1667-4751-A642-EBC8FFBDE105}" dt="2026-09-28T14:36:34.009" v="563" actId="47"/>
        <pc:sldMkLst>
          <pc:docMk/>
          <pc:sldMk cId="266829129" sldId="1270"/>
        </pc:sldMkLst>
      </pc:sldChg>
      <pc:sldChg chg="del">
        <pc:chgData name="James Martin" userId="5c604502-4ee2-4081-9f0b-59e4decb0522" providerId="ADAL" clId="{CD9F9381-1667-4751-A642-EBC8FFBDE105}" dt="2026-09-28T14:36:34.009" v="563" actId="47"/>
        <pc:sldMkLst>
          <pc:docMk/>
          <pc:sldMk cId="495047866" sldId="1271"/>
        </pc:sldMkLst>
      </pc:sldChg>
      <pc:sldChg chg="del">
        <pc:chgData name="James Martin" userId="5c604502-4ee2-4081-9f0b-59e4decb0522" providerId="ADAL" clId="{CD9F9381-1667-4751-A642-EBC8FFBDE105}" dt="2026-09-28T14:36:34.009" v="563" actId="47"/>
        <pc:sldMkLst>
          <pc:docMk/>
          <pc:sldMk cId="1801138350" sldId="1272"/>
        </pc:sldMkLst>
      </pc:sldChg>
      <pc:sldChg chg="modSp del mod">
        <pc:chgData name="James Martin" userId="5c604502-4ee2-4081-9f0b-59e4decb0522" providerId="ADAL" clId="{CD9F9381-1667-4751-A642-EBC8FFBDE105}" dt="2026-09-28T14:36:34.009" v="563" actId="47"/>
        <pc:sldMkLst>
          <pc:docMk/>
          <pc:sldMk cId="1844328437" sldId="1273"/>
        </pc:sldMkLst>
        <pc:picChg chg="mod">
          <ac:chgData name="James Martin" userId="5c604502-4ee2-4081-9f0b-59e4decb0522" providerId="ADAL" clId="{CD9F9381-1667-4751-A642-EBC8FFBDE105}" dt="2026-09-28T14:26:00.301" v="371" actId="1035"/>
          <ac:picMkLst>
            <pc:docMk/>
            <pc:sldMk cId="1844328437" sldId="1273"/>
            <ac:picMk id="5" creationId="{692602DF-7881-C591-C83B-B44A6CF9C321}"/>
          </ac:picMkLst>
        </pc:picChg>
      </pc:sldChg>
      <pc:sldChg chg="modSp add del mod">
        <pc:chgData name="James Martin" userId="5c604502-4ee2-4081-9f0b-59e4decb0522" providerId="ADAL" clId="{CD9F9381-1667-4751-A642-EBC8FFBDE105}" dt="2026-09-28T14:59:12.989" v="804" actId="47"/>
        <pc:sldMkLst>
          <pc:docMk/>
          <pc:sldMk cId="3981633249" sldId="1274"/>
        </pc:sldMkLst>
        <pc:spChg chg="mod">
          <ac:chgData name="James Martin" userId="5c604502-4ee2-4081-9f0b-59e4decb0522" providerId="ADAL" clId="{CD9F9381-1667-4751-A642-EBC8FFBDE105}" dt="2026-09-28T14:55:21.803" v="757" actId="20577"/>
          <ac:spMkLst>
            <pc:docMk/>
            <pc:sldMk cId="3981633249" sldId="1274"/>
            <ac:spMk id="24" creationId="{82F7C806-E4A8-A181-57AF-F3C172AFF79A}"/>
          </ac:spMkLst>
        </pc:spChg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2335372140" sldId="1275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1967781335" sldId="1276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2368418478" sldId="1277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2239583280" sldId="1278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1641133395" sldId="1279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1940933195" sldId="1280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4123731732" sldId="1281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1103200610" sldId="1282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555080548" sldId="1283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3065881888" sldId="1284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1128433287" sldId="1285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4126244357" sldId="1286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2905746655" sldId="1287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208321494" sldId="1288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2303717745" sldId="1289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2472251782" sldId="1290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832169258" sldId="1291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257814162" sldId="1292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2800537757" sldId="1293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1227817730" sldId="1294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716051178" sldId="1295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659462596" sldId="1296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2030224379" sldId="1297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4086146882" sldId="1298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3094782196" sldId="1299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2515936157" sldId="1300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3426494426" sldId="1301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4257551764" sldId="1302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1516976516" sldId="1303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3380862099" sldId="1304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70209007" sldId="1305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3583355585" sldId="1306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1757253031" sldId="1307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2094100158" sldId="1308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1617742943" sldId="1309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831039706" sldId="1310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2698678269" sldId="1311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3526039093" sldId="1312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581628355" sldId="1313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2050656323" sldId="1314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1160535724" sldId="1315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398281836" sldId="1316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107876669" sldId="1317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3261504211" sldId="1318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2495721674" sldId="1319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34255061" sldId="1320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4159006709" sldId="1321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1878892225" sldId="1322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151093659" sldId="1323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165205878" sldId="1324"/>
        </pc:sldMkLst>
      </pc:sldChg>
      <pc:sldChg chg="del">
        <pc:chgData name="James Martin" userId="5c604502-4ee2-4081-9f0b-59e4decb0522" providerId="ADAL" clId="{CD9F9381-1667-4751-A642-EBC8FFBDE105}" dt="2026-09-28T15:08:51.895" v="923" actId="47"/>
        <pc:sldMkLst>
          <pc:docMk/>
          <pc:sldMk cId="267821721" sldId="1325"/>
        </pc:sldMkLst>
      </pc:sldChg>
      <pc:sldChg chg="del">
        <pc:chgData name="James Martin" userId="5c604502-4ee2-4081-9f0b-59e4decb0522" providerId="ADAL" clId="{CD9F9381-1667-4751-A642-EBC8FFBDE105}" dt="2026-09-28T15:45:44.566" v="1115" actId="47"/>
        <pc:sldMkLst>
          <pc:docMk/>
          <pc:sldMk cId="205996979" sldId="1326"/>
        </pc:sldMkLst>
      </pc:sldChg>
      <pc:sldChg chg="del">
        <pc:chgData name="James Martin" userId="5c604502-4ee2-4081-9f0b-59e4decb0522" providerId="ADAL" clId="{CD9F9381-1667-4751-A642-EBC8FFBDE105}" dt="2026-09-28T15:09:11.231" v="924" actId="47"/>
        <pc:sldMkLst>
          <pc:docMk/>
          <pc:sldMk cId="3580604471" sldId="1328"/>
        </pc:sldMkLst>
      </pc:sldChg>
      <pc:sldChg chg="del">
        <pc:chgData name="James Martin" userId="5c604502-4ee2-4081-9f0b-59e4decb0522" providerId="ADAL" clId="{CD9F9381-1667-4751-A642-EBC8FFBDE105}" dt="2026-09-28T15:45:44.566" v="1115" actId="47"/>
        <pc:sldMkLst>
          <pc:docMk/>
          <pc:sldMk cId="3390128428" sldId="1329"/>
        </pc:sldMkLst>
      </pc:sldChg>
      <pc:sldChg chg="del">
        <pc:chgData name="James Martin" userId="5c604502-4ee2-4081-9f0b-59e4decb0522" providerId="ADAL" clId="{CD9F9381-1667-4751-A642-EBC8FFBDE105}" dt="2026-09-28T15:45:44.566" v="1115" actId="47"/>
        <pc:sldMkLst>
          <pc:docMk/>
          <pc:sldMk cId="3887590689" sldId="1330"/>
        </pc:sldMkLst>
      </pc:sldChg>
      <pc:sldChg chg="del">
        <pc:chgData name="James Martin" userId="5c604502-4ee2-4081-9f0b-59e4decb0522" providerId="ADAL" clId="{CD9F9381-1667-4751-A642-EBC8FFBDE105}" dt="2026-09-28T15:09:11.231" v="924" actId="47"/>
        <pc:sldMkLst>
          <pc:docMk/>
          <pc:sldMk cId="1577159273" sldId="1331"/>
        </pc:sldMkLst>
      </pc:sldChg>
      <pc:sldChg chg="del">
        <pc:chgData name="James Martin" userId="5c604502-4ee2-4081-9f0b-59e4decb0522" providerId="ADAL" clId="{CD9F9381-1667-4751-A642-EBC8FFBDE105}" dt="2026-09-28T15:09:11.231" v="924" actId="47"/>
        <pc:sldMkLst>
          <pc:docMk/>
          <pc:sldMk cId="436681357" sldId="1332"/>
        </pc:sldMkLst>
      </pc:sldChg>
      <pc:sldChg chg="del">
        <pc:chgData name="James Martin" userId="5c604502-4ee2-4081-9f0b-59e4decb0522" providerId="ADAL" clId="{CD9F9381-1667-4751-A642-EBC8FFBDE105}" dt="2026-09-28T15:09:11.231" v="924" actId="47"/>
        <pc:sldMkLst>
          <pc:docMk/>
          <pc:sldMk cId="818552650" sldId="1333"/>
        </pc:sldMkLst>
      </pc:sldChg>
      <pc:sldChg chg="del">
        <pc:chgData name="James Martin" userId="5c604502-4ee2-4081-9f0b-59e4decb0522" providerId="ADAL" clId="{CD9F9381-1667-4751-A642-EBC8FFBDE105}" dt="2026-09-28T15:09:11.231" v="924" actId="47"/>
        <pc:sldMkLst>
          <pc:docMk/>
          <pc:sldMk cId="3086392647" sldId="1334"/>
        </pc:sldMkLst>
      </pc:sldChg>
      <pc:sldChg chg="del">
        <pc:chgData name="James Martin" userId="5c604502-4ee2-4081-9f0b-59e4decb0522" providerId="ADAL" clId="{CD9F9381-1667-4751-A642-EBC8FFBDE105}" dt="2026-09-28T15:09:11.231" v="924" actId="47"/>
        <pc:sldMkLst>
          <pc:docMk/>
          <pc:sldMk cId="515412420" sldId="1335"/>
        </pc:sldMkLst>
      </pc:sldChg>
      <pc:sldChg chg="modSp mod">
        <pc:chgData name="James Martin" userId="5c604502-4ee2-4081-9f0b-59e4decb0522" providerId="ADAL" clId="{CD9F9381-1667-4751-A642-EBC8FFBDE105}" dt="2026-09-28T15:46:15.676" v="1118" actId="113"/>
        <pc:sldMkLst>
          <pc:docMk/>
          <pc:sldMk cId="59749913" sldId="1336"/>
        </pc:sldMkLst>
        <pc:spChg chg="mod">
          <ac:chgData name="James Martin" userId="5c604502-4ee2-4081-9f0b-59e4decb0522" providerId="ADAL" clId="{CD9F9381-1667-4751-A642-EBC8FFBDE105}" dt="2026-09-28T15:46:15.676" v="1118" actId="113"/>
          <ac:spMkLst>
            <pc:docMk/>
            <pc:sldMk cId="59749913" sldId="1336"/>
            <ac:spMk id="24" creationId="{356F70E3-9E2D-6490-FDA2-33CEFA2D376F}"/>
          </ac:spMkLst>
        </pc:spChg>
      </pc:sldChg>
      <pc:sldChg chg="del">
        <pc:chgData name="James Martin" userId="5c604502-4ee2-4081-9f0b-59e4decb0522" providerId="ADAL" clId="{CD9F9381-1667-4751-A642-EBC8FFBDE105}" dt="2026-09-28T15:09:11.231" v="924" actId="47"/>
        <pc:sldMkLst>
          <pc:docMk/>
          <pc:sldMk cId="3006511685" sldId="1337"/>
        </pc:sldMkLst>
      </pc:sldChg>
      <pc:sldChg chg="del">
        <pc:chgData name="James Martin" userId="5c604502-4ee2-4081-9f0b-59e4decb0522" providerId="ADAL" clId="{CD9F9381-1667-4751-A642-EBC8FFBDE105}" dt="2026-09-28T15:45:44.566" v="1115" actId="47"/>
        <pc:sldMkLst>
          <pc:docMk/>
          <pc:sldMk cId="2095822238" sldId="1338"/>
        </pc:sldMkLst>
      </pc:sldChg>
      <pc:sldChg chg="addSp modSp del mod">
        <pc:chgData name="James Martin" userId="5c604502-4ee2-4081-9f0b-59e4decb0522" providerId="ADAL" clId="{CD9F9381-1667-4751-A642-EBC8FFBDE105}" dt="2026-09-28T14:43:52.406" v="642" actId="47"/>
        <pc:sldMkLst>
          <pc:docMk/>
          <pc:sldMk cId="1508796364" sldId="1339"/>
        </pc:sldMkLst>
        <pc:spChg chg="add mod">
          <ac:chgData name="James Martin" userId="5c604502-4ee2-4081-9f0b-59e4decb0522" providerId="ADAL" clId="{CD9F9381-1667-4751-A642-EBC8FFBDE105}" dt="2026-09-28T14:29:43.269" v="376" actId="14100"/>
          <ac:spMkLst>
            <pc:docMk/>
            <pc:sldMk cId="1508796364" sldId="1339"/>
            <ac:spMk id="6" creationId="{88BF9A6F-D3C6-3BC5-9AD8-7D667DB0D6F5}"/>
          </ac:spMkLst>
        </pc:spChg>
      </pc:sldChg>
      <pc:sldChg chg="del">
        <pc:chgData name="James Martin" userId="5c604502-4ee2-4081-9f0b-59e4decb0522" providerId="ADAL" clId="{CD9F9381-1667-4751-A642-EBC8FFBDE105}" dt="2026-09-28T14:43:52.406" v="642" actId="47"/>
        <pc:sldMkLst>
          <pc:docMk/>
          <pc:sldMk cId="616525483" sldId="1340"/>
        </pc:sldMkLst>
      </pc:sldChg>
      <pc:sldChg chg="del">
        <pc:chgData name="James Martin" userId="5c604502-4ee2-4081-9f0b-59e4decb0522" providerId="ADAL" clId="{CD9F9381-1667-4751-A642-EBC8FFBDE105}" dt="2026-09-28T15:46:29.767" v="1119" actId="47"/>
        <pc:sldMkLst>
          <pc:docMk/>
          <pc:sldMk cId="2193044386" sldId="1341"/>
        </pc:sldMkLst>
      </pc:sldChg>
      <pc:sldChg chg="del">
        <pc:chgData name="James Martin" userId="5c604502-4ee2-4081-9f0b-59e4decb0522" providerId="ADAL" clId="{CD9F9381-1667-4751-A642-EBC8FFBDE105}" dt="2026-09-28T15:09:44.408" v="929" actId="47"/>
        <pc:sldMkLst>
          <pc:docMk/>
          <pc:sldMk cId="508387685" sldId="1342"/>
        </pc:sldMkLst>
      </pc:sldChg>
      <pc:sldChg chg="del">
        <pc:chgData name="James Martin" userId="5c604502-4ee2-4081-9f0b-59e4decb0522" providerId="ADAL" clId="{CD9F9381-1667-4751-A642-EBC8FFBDE105}" dt="2026-09-28T15:09:37.074" v="928" actId="47"/>
        <pc:sldMkLst>
          <pc:docMk/>
          <pc:sldMk cId="2815411378" sldId="1343"/>
        </pc:sldMkLst>
      </pc:sldChg>
      <pc:sldChg chg="del">
        <pc:chgData name="James Martin" userId="5c604502-4ee2-4081-9f0b-59e4decb0522" providerId="ADAL" clId="{CD9F9381-1667-4751-A642-EBC8FFBDE105}" dt="2026-09-28T15:09:31.305" v="926" actId="47"/>
        <pc:sldMkLst>
          <pc:docMk/>
          <pc:sldMk cId="3875147810" sldId="1344"/>
        </pc:sldMkLst>
      </pc:sldChg>
      <pc:sldChg chg="del">
        <pc:chgData name="James Martin" userId="5c604502-4ee2-4081-9f0b-59e4decb0522" providerId="ADAL" clId="{CD9F9381-1667-4751-A642-EBC8FFBDE105}" dt="2026-09-28T15:10:24.529" v="931" actId="47"/>
        <pc:sldMkLst>
          <pc:docMk/>
          <pc:sldMk cId="2818330538" sldId="1348"/>
        </pc:sldMkLst>
      </pc:sldChg>
      <pc:sldChg chg="del">
        <pc:chgData name="James Martin" userId="5c604502-4ee2-4081-9f0b-59e4decb0522" providerId="ADAL" clId="{CD9F9381-1667-4751-A642-EBC8FFBDE105}" dt="2026-09-28T15:10:33.527" v="932" actId="47"/>
        <pc:sldMkLst>
          <pc:docMk/>
          <pc:sldMk cId="682061460" sldId="1350"/>
        </pc:sldMkLst>
      </pc:sldChg>
      <pc:sldChg chg="del">
        <pc:chgData name="James Martin" userId="5c604502-4ee2-4081-9f0b-59e4decb0522" providerId="ADAL" clId="{CD9F9381-1667-4751-A642-EBC8FFBDE105}" dt="2026-09-28T15:10:33.527" v="932" actId="47"/>
        <pc:sldMkLst>
          <pc:docMk/>
          <pc:sldMk cId="322841187" sldId="1351"/>
        </pc:sldMkLst>
      </pc:sldChg>
      <pc:sldChg chg="del">
        <pc:chgData name="James Martin" userId="5c604502-4ee2-4081-9f0b-59e4decb0522" providerId="ADAL" clId="{CD9F9381-1667-4751-A642-EBC8FFBDE105}" dt="2026-09-28T15:10:24.529" v="931" actId="47"/>
        <pc:sldMkLst>
          <pc:docMk/>
          <pc:sldMk cId="3057422369" sldId="1356"/>
        </pc:sldMkLst>
      </pc:sldChg>
      <pc:sldChg chg="del">
        <pc:chgData name="James Martin" userId="5c604502-4ee2-4081-9f0b-59e4decb0522" providerId="ADAL" clId="{CD9F9381-1667-4751-A642-EBC8FFBDE105}" dt="2026-09-28T15:10:24.529" v="931" actId="47"/>
        <pc:sldMkLst>
          <pc:docMk/>
          <pc:sldMk cId="3391227499" sldId="1357"/>
        </pc:sldMkLst>
      </pc:sldChg>
      <pc:sldChg chg="del">
        <pc:chgData name="James Martin" userId="5c604502-4ee2-4081-9f0b-59e4decb0522" providerId="ADAL" clId="{CD9F9381-1667-4751-A642-EBC8FFBDE105}" dt="2026-09-28T15:10:45.567" v="935" actId="47"/>
        <pc:sldMkLst>
          <pc:docMk/>
          <pc:sldMk cId="334244405" sldId="1359"/>
        </pc:sldMkLst>
      </pc:sldChg>
      <pc:sldChg chg="del">
        <pc:chgData name="James Martin" userId="5c604502-4ee2-4081-9f0b-59e4decb0522" providerId="ADAL" clId="{CD9F9381-1667-4751-A642-EBC8FFBDE105}" dt="2026-09-28T15:10:39.600" v="933" actId="47"/>
        <pc:sldMkLst>
          <pc:docMk/>
          <pc:sldMk cId="3422735379" sldId="1363"/>
        </pc:sldMkLst>
      </pc:sldChg>
      <pc:sldChg chg="del">
        <pc:chgData name="James Martin" userId="5c604502-4ee2-4081-9f0b-59e4decb0522" providerId="ADAL" clId="{CD9F9381-1667-4751-A642-EBC8FFBDE105}" dt="2026-09-28T15:10:41.560" v="934" actId="47"/>
        <pc:sldMkLst>
          <pc:docMk/>
          <pc:sldMk cId="2619792320" sldId="1364"/>
        </pc:sldMkLst>
      </pc:sldChg>
      <pc:sldChg chg="del">
        <pc:chgData name="James Martin" userId="5c604502-4ee2-4081-9f0b-59e4decb0522" providerId="ADAL" clId="{CD9F9381-1667-4751-A642-EBC8FFBDE105}" dt="2026-09-28T11:51:05.136" v="29" actId="47"/>
        <pc:sldMkLst>
          <pc:docMk/>
          <pc:sldMk cId="1960144058" sldId="1366"/>
        </pc:sldMkLst>
      </pc:sldChg>
      <pc:sldChg chg="del">
        <pc:chgData name="James Martin" userId="5c604502-4ee2-4081-9f0b-59e4decb0522" providerId="ADAL" clId="{CD9F9381-1667-4751-A642-EBC8FFBDE105}" dt="2026-09-28T11:51:20.144" v="30" actId="47"/>
        <pc:sldMkLst>
          <pc:docMk/>
          <pc:sldMk cId="1463400520" sldId="1370"/>
        </pc:sldMkLst>
      </pc:sldChg>
      <pc:sldChg chg="del">
        <pc:chgData name="James Martin" userId="5c604502-4ee2-4081-9f0b-59e4decb0522" providerId="ADAL" clId="{CD9F9381-1667-4751-A642-EBC8FFBDE105}" dt="2026-09-28T11:51:20.144" v="30" actId="47"/>
        <pc:sldMkLst>
          <pc:docMk/>
          <pc:sldMk cId="59563880" sldId="1371"/>
        </pc:sldMkLst>
      </pc:sldChg>
      <pc:sldChg chg="modSp">
        <pc:chgData name="James Martin" userId="5c604502-4ee2-4081-9f0b-59e4decb0522" providerId="ADAL" clId="{CD9F9381-1667-4751-A642-EBC8FFBDE105}" dt="2026-09-28T11:56:16.751" v="39"/>
        <pc:sldMkLst>
          <pc:docMk/>
          <pc:sldMk cId="2279410344" sldId="1372"/>
        </pc:sldMkLst>
        <pc:spChg chg="mod">
          <ac:chgData name="James Martin" userId="5c604502-4ee2-4081-9f0b-59e4decb0522" providerId="ADAL" clId="{CD9F9381-1667-4751-A642-EBC8FFBDE105}" dt="2026-09-28T11:56:16.751" v="39"/>
          <ac:spMkLst>
            <pc:docMk/>
            <pc:sldMk cId="2279410344" sldId="1372"/>
            <ac:spMk id="247" creationId="{1AFC0F7E-D7CE-FC48-D138-09E201AC4715}"/>
          </ac:spMkLst>
        </pc:spChg>
      </pc:sldChg>
      <pc:sldChg chg="del">
        <pc:chgData name="James Martin" userId="5c604502-4ee2-4081-9f0b-59e4decb0522" providerId="ADAL" clId="{CD9F9381-1667-4751-A642-EBC8FFBDE105}" dt="2026-09-28T11:51:20.144" v="30" actId="47"/>
        <pc:sldMkLst>
          <pc:docMk/>
          <pc:sldMk cId="33384670" sldId="1374"/>
        </pc:sldMkLst>
      </pc:sldChg>
      <pc:sldChg chg="modSp mod">
        <pc:chgData name="James Martin" userId="5c604502-4ee2-4081-9f0b-59e4decb0522" providerId="ADAL" clId="{CD9F9381-1667-4751-A642-EBC8FFBDE105}" dt="2026-09-28T11:56:04.642" v="38" actId="6549"/>
        <pc:sldMkLst>
          <pc:docMk/>
          <pc:sldMk cId="2863752952" sldId="1375"/>
        </pc:sldMkLst>
        <pc:spChg chg="mod">
          <ac:chgData name="James Martin" userId="5c604502-4ee2-4081-9f0b-59e4decb0522" providerId="ADAL" clId="{CD9F9381-1667-4751-A642-EBC8FFBDE105}" dt="2026-09-28T11:56:04.642" v="38" actId="6549"/>
          <ac:spMkLst>
            <pc:docMk/>
            <pc:sldMk cId="2863752952" sldId="1375"/>
            <ac:spMk id="247" creationId="{39F787BF-0AEF-A159-CD8F-584CEC720553}"/>
          </ac:spMkLst>
        </pc:spChg>
      </pc:sldChg>
      <pc:sldChg chg="del">
        <pc:chgData name="James Martin" userId="5c604502-4ee2-4081-9f0b-59e4decb0522" providerId="ADAL" clId="{CD9F9381-1667-4751-A642-EBC8FFBDE105}" dt="2026-09-28T11:51:30.228" v="31" actId="47"/>
        <pc:sldMkLst>
          <pc:docMk/>
          <pc:sldMk cId="3669456732" sldId="1376"/>
        </pc:sldMkLst>
      </pc:sldChg>
      <pc:sldChg chg="del">
        <pc:chgData name="James Martin" userId="5c604502-4ee2-4081-9f0b-59e4decb0522" providerId="ADAL" clId="{CD9F9381-1667-4751-A642-EBC8FFBDE105}" dt="2026-09-28T11:51:30.228" v="31" actId="47"/>
        <pc:sldMkLst>
          <pc:docMk/>
          <pc:sldMk cId="3362599870" sldId="1377"/>
        </pc:sldMkLst>
      </pc:sldChg>
      <pc:sldChg chg="del">
        <pc:chgData name="James Martin" userId="5c604502-4ee2-4081-9f0b-59e4decb0522" providerId="ADAL" clId="{CD9F9381-1667-4751-A642-EBC8FFBDE105}" dt="2026-09-28T12:04:11.116" v="54" actId="47"/>
        <pc:sldMkLst>
          <pc:docMk/>
          <pc:sldMk cId="1231849466" sldId="1379"/>
        </pc:sldMkLst>
      </pc:sldChg>
      <pc:sldChg chg="add del">
        <pc:chgData name="James Martin" userId="5c604502-4ee2-4081-9f0b-59e4decb0522" providerId="ADAL" clId="{CD9F9381-1667-4751-A642-EBC8FFBDE105}" dt="2026-09-28T11:57:39.927" v="44" actId="47"/>
        <pc:sldMkLst>
          <pc:docMk/>
          <pc:sldMk cId="3165274748" sldId="1383"/>
        </pc:sldMkLst>
      </pc:sldChg>
      <pc:sldChg chg="add del">
        <pc:chgData name="James Martin" userId="5c604502-4ee2-4081-9f0b-59e4decb0522" providerId="ADAL" clId="{CD9F9381-1667-4751-A642-EBC8FFBDE105}" dt="2026-09-28T12:06:45.498" v="58"/>
        <pc:sldMkLst>
          <pc:docMk/>
          <pc:sldMk cId="1781044114" sldId="1386"/>
        </pc:sldMkLst>
      </pc:sldChg>
      <pc:sldChg chg="add del">
        <pc:chgData name="James Martin" userId="5c604502-4ee2-4081-9f0b-59e4decb0522" providerId="ADAL" clId="{CD9F9381-1667-4751-A642-EBC8FFBDE105}" dt="2026-09-28T11:57:59.413" v="45" actId="47"/>
        <pc:sldMkLst>
          <pc:docMk/>
          <pc:sldMk cId="2239236134" sldId="1388"/>
        </pc:sldMkLst>
      </pc:sldChg>
      <pc:sldChg chg="del">
        <pc:chgData name="James Martin" userId="5c604502-4ee2-4081-9f0b-59e4decb0522" providerId="ADAL" clId="{CD9F9381-1667-4751-A642-EBC8FFBDE105}" dt="2026-09-28T12:04:20.764" v="55" actId="47"/>
        <pc:sldMkLst>
          <pc:docMk/>
          <pc:sldMk cId="4251301115" sldId="1390"/>
        </pc:sldMkLst>
      </pc:sldChg>
      <pc:sldChg chg="del">
        <pc:chgData name="James Martin" userId="5c604502-4ee2-4081-9f0b-59e4decb0522" providerId="ADAL" clId="{CD9F9381-1667-4751-A642-EBC8FFBDE105}" dt="2026-09-28T11:58:45.417" v="50" actId="2696"/>
        <pc:sldMkLst>
          <pc:docMk/>
          <pc:sldMk cId="1245067462" sldId="1393"/>
        </pc:sldMkLst>
      </pc:sldChg>
      <pc:sldChg chg="del">
        <pc:chgData name="James Martin" userId="5c604502-4ee2-4081-9f0b-59e4decb0522" providerId="ADAL" clId="{CD9F9381-1667-4751-A642-EBC8FFBDE105}" dt="2026-09-28T11:58:34.021" v="47" actId="47"/>
        <pc:sldMkLst>
          <pc:docMk/>
          <pc:sldMk cId="2409903868" sldId="1394"/>
        </pc:sldMkLst>
      </pc:sldChg>
      <pc:sldChg chg="add del">
        <pc:chgData name="James Martin" userId="5c604502-4ee2-4081-9f0b-59e4decb0522" providerId="ADAL" clId="{CD9F9381-1667-4751-A642-EBC8FFBDE105}" dt="2026-09-28T12:03:00.925" v="53"/>
        <pc:sldMkLst>
          <pc:docMk/>
          <pc:sldMk cId="2750328272" sldId="1396"/>
        </pc:sldMkLst>
      </pc:sldChg>
      <pc:sldChg chg="del">
        <pc:chgData name="James Martin" userId="5c604502-4ee2-4081-9f0b-59e4decb0522" providerId="ADAL" clId="{CD9F9381-1667-4751-A642-EBC8FFBDE105}" dt="2026-09-28T11:58:40.511" v="48" actId="2696"/>
        <pc:sldMkLst>
          <pc:docMk/>
          <pc:sldMk cId="2395887844" sldId="1397"/>
        </pc:sldMkLst>
      </pc:sldChg>
      <pc:sldChg chg="add del">
        <pc:chgData name="James Martin" userId="5c604502-4ee2-4081-9f0b-59e4decb0522" providerId="ADAL" clId="{CD9F9381-1667-4751-A642-EBC8FFBDE105}" dt="2026-09-28T12:08:23.111" v="60"/>
        <pc:sldMkLst>
          <pc:docMk/>
          <pc:sldMk cId="2514741283" sldId="1398"/>
        </pc:sldMkLst>
      </pc:sldChg>
      <pc:sldChg chg="add del">
        <pc:chgData name="James Martin" userId="5c604502-4ee2-4081-9f0b-59e4decb0522" providerId="ADAL" clId="{CD9F9381-1667-4751-A642-EBC8FFBDE105}" dt="2026-09-28T12:08:23.111" v="60"/>
        <pc:sldMkLst>
          <pc:docMk/>
          <pc:sldMk cId="3555387838" sldId="1399"/>
        </pc:sldMkLst>
      </pc:sldChg>
      <pc:sldChg chg="add del">
        <pc:chgData name="James Martin" userId="5c604502-4ee2-4081-9f0b-59e4decb0522" providerId="ADAL" clId="{CD9F9381-1667-4751-A642-EBC8FFBDE105}" dt="2026-09-28T12:08:23.111" v="60"/>
        <pc:sldMkLst>
          <pc:docMk/>
          <pc:sldMk cId="2165407645" sldId="1400"/>
        </pc:sldMkLst>
      </pc:sldChg>
      <pc:sldChg chg="add del">
        <pc:chgData name="James Martin" userId="5c604502-4ee2-4081-9f0b-59e4decb0522" providerId="ADAL" clId="{CD9F9381-1667-4751-A642-EBC8FFBDE105}" dt="2026-09-28T12:08:23.111" v="60"/>
        <pc:sldMkLst>
          <pc:docMk/>
          <pc:sldMk cId="1169107203" sldId="1401"/>
        </pc:sldMkLst>
      </pc:sldChg>
      <pc:sldChg chg="add del">
        <pc:chgData name="James Martin" userId="5c604502-4ee2-4081-9f0b-59e4decb0522" providerId="ADAL" clId="{CD9F9381-1667-4751-A642-EBC8FFBDE105}" dt="2026-09-28T12:08:23.111" v="60"/>
        <pc:sldMkLst>
          <pc:docMk/>
          <pc:sldMk cId="3261915808" sldId="1402"/>
        </pc:sldMkLst>
      </pc:sldChg>
      <pc:sldChg chg="add del">
        <pc:chgData name="James Martin" userId="5c604502-4ee2-4081-9f0b-59e4decb0522" providerId="ADAL" clId="{CD9F9381-1667-4751-A642-EBC8FFBDE105}" dt="2026-09-28T12:08:23.111" v="60"/>
        <pc:sldMkLst>
          <pc:docMk/>
          <pc:sldMk cId="3744642928" sldId="1403"/>
        </pc:sldMkLst>
      </pc:sldChg>
      <pc:sldChg chg="add del">
        <pc:chgData name="James Martin" userId="5c604502-4ee2-4081-9f0b-59e4decb0522" providerId="ADAL" clId="{CD9F9381-1667-4751-A642-EBC8FFBDE105}" dt="2026-09-28T12:08:23.111" v="60"/>
        <pc:sldMkLst>
          <pc:docMk/>
          <pc:sldMk cId="3843865847" sldId="1404"/>
        </pc:sldMkLst>
      </pc:sldChg>
      <pc:sldChg chg="add del">
        <pc:chgData name="James Martin" userId="5c604502-4ee2-4081-9f0b-59e4decb0522" providerId="ADAL" clId="{CD9F9381-1667-4751-A642-EBC8FFBDE105}" dt="2026-09-28T12:08:23.111" v="60"/>
        <pc:sldMkLst>
          <pc:docMk/>
          <pc:sldMk cId="686533816" sldId="1405"/>
        </pc:sldMkLst>
      </pc:sldChg>
      <pc:sldChg chg="add del">
        <pc:chgData name="James Martin" userId="5c604502-4ee2-4081-9f0b-59e4decb0522" providerId="ADAL" clId="{CD9F9381-1667-4751-A642-EBC8FFBDE105}" dt="2026-09-28T12:08:23.111" v="60"/>
        <pc:sldMkLst>
          <pc:docMk/>
          <pc:sldMk cId="1840123262" sldId="1406"/>
        </pc:sldMkLst>
      </pc:sldChg>
      <pc:sldChg chg="add del">
        <pc:chgData name="James Martin" userId="5c604502-4ee2-4081-9f0b-59e4decb0522" providerId="ADAL" clId="{CD9F9381-1667-4751-A642-EBC8FFBDE105}" dt="2026-09-28T12:08:23.111" v="60"/>
        <pc:sldMkLst>
          <pc:docMk/>
          <pc:sldMk cId="4221412696" sldId="1408"/>
        </pc:sldMkLst>
      </pc:sldChg>
      <pc:sldChg chg="del">
        <pc:chgData name="James Martin" userId="5c604502-4ee2-4081-9f0b-59e4decb0522" providerId="ADAL" clId="{CD9F9381-1667-4751-A642-EBC8FFBDE105}" dt="2026-09-28T12:19:05.903" v="65" actId="47"/>
        <pc:sldMkLst>
          <pc:docMk/>
          <pc:sldMk cId="2344761388" sldId="1415"/>
        </pc:sldMkLst>
      </pc:sldChg>
      <pc:sldChg chg="del">
        <pc:chgData name="James Martin" userId="5c604502-4ee2-4081-9f0b-59e4decb0522" providerId="ADAL" clId="{CD9F9381-1667-4751-A642-EBC8FFBDE105}" dt="2026-09-28T12:17:42.566" v="63" actId="47"/>
        <pc:sldMkLst>
          <pc:docMk/>
          <pc:sldMk cId="883526857" sldId="1419"/>
        </pc:sldMkLst>
      </pc:sldChg>
      <pc:sldChg chg="del">
        <pc:chgData name="James Martin" userId="5c604502-4ee2-4081-9f0b-59e4decb0522" providerId="ADAL" clId="{CD9F9381-1667-4751-A642-EBC8FFBDE105}" dt="2026-09-28T12:18:00.270" v="64" actId="47"/>
        <pc:sldMkLst>
          <pc:docMk/>
          <pc:sldMk cId="1636080702" sldId="1424"/>
        </pc:sldMkLst>
      </pc:sldChg>
      <pc:sldChg chg="del">
        <pc:chgData name="James Martin" userId="5c604502-4ee2-4081-9f0b-59e4decb0522" providerId="ADAL" clId="{CD9F9381-1667-4751-A642-EBC8FFBDE105}" dt="2026-09-28T12:17:04.451" v="62" actId="47"/>
        <pc:sldMkLst>
          <pc:docMk/>
          <pc:sldMk cId="1614118587" sldId="1425"/>
        </pc:sldMkLst>
      </pc:sldChg>
      <pc:sldChg chg="del">
        <pc:chgData name="James Martin" userId="5c604502-4ee2-4081-9f0b-59e4decb0522" providerId="ADAL" clId="{CD9F9381-1667-4751-A642-EBC8FFBDE105}" dt="2026-09-28T12:16:54.318" v="61" actId="47"/>
        <pc:sldMkLst>
          <pc:docMk/>
          <pc:sldMk cId="2015970786" sldId="1427"/>
        </pc:sldMkLst>
      </pc:sldChg>
      <pc:sldChg chg="add">
        <pc:chgData name="James Martin" userId="5c604502-4ee2-4081-9f0b-59e4decb0522" providerId="ADAL" clId="{CD9F9381-1667-4751-A642-EBC8FFBDE105}" dt="2026-09-28T11:49:23.166" v="26"/>
        <pc:sldMkLst>
          <pc:docMk/>
          <pc:sldMk cId="2854564307" sldId="1430"/>
        </pc:sldMkLst>
      </pc:sldChg>
      <pc:sldChg chg="add">
        <pc:chgData name="James Martin" userId="5c604502-4ee2-4081-9f0b-59e4decb0522" providerId="ADAL" clId="{CD9F9381-1667-4751-A642-EBC8FFBDE105}" dt="2026-09-28T11:49:36.202" v="27"/>
        <pc:sldMkLst>
          <pc:docMk/>
          <pc:sldMk cId="3532251932" sldId="1431"/>
        </pc:sldMkLst>
      </pc:sldChg>
      <pc:sldChg chg="add del">
        <pc:chgData name="James Martin" userId="5c604502-4ee2-4081-9f0b-59e4decb0522" providerId="ADAL" clId="{CD9F9381-1667-4751-A642-EBC8FFBDE105}" dt="2026-09-28T12:06:32.353" v="57" actId="47"/>
        <pc:sldMkLst>
          <pc:docMk/>
          <pc:sldMk cId="2217281074" sldId="1432"/>
        </pc:sldMkLst>
      </pc:sldChg>
      <pc:sldChg chg="modSp add mod">
        <pc:chgData name="James Martin" userId="5c604502-4ee2-4081-9f0b-59e4decb0522" providerId="ADAL" clId="{CD9F9381-1667-4751-A642-EBC8FFBDE105}" dt="2026-09-28T12:21:25.748" v="74" actId="6549"/>
        <pc:sldMkLst>
          <pc:docMk/>
          <pc:sldMk cId="3384085382" sldId="1432"/>
        </pc:sldMkLst>
        <pc:spChg chg="mod">
          <ac:chgData name="James Martin" userId="5c604502-4ee2-4081-9f0b-59e4decb0522" providerId="ADAL" clId="{CD9F9381-1667-4751-A642-EBC8FFBDE105}" dt="2026-09-28T12:21:25.748" v="74" actId="6549"/>
          <ac:spMkLst>
            <pc:docMk/>
            <pc:sldMk cId="3384085382" sldId="1432"/>
            <ac:spMk id="247" creationId="{1E48CB00-49A3-F295-0798-AF3798D16E62}"/>
          </ac:spMkLst>
        </pc:spChg>
      </pc:sldChg>
      <pc:sldChg chg="delSp modSp add mod">
        <pc:chgData name="James Martin" userId="5c604502-4ee2-4081-9f0b-59e4decb0522" providerId="ADAL" clId="{CD9F9381-1667-4751-A642-EBC8FFBDE105}" dt="2026-09-28T13:17:52.088" v="227" actId="478"/>
        <pc:sldMkLst>
          <pc:docMk/>
          <pc:sldMk cId="1997833240" sldId="1433"/>
        </pc:sldMkLst>
        <pc:spChg chg="mod">
          <ac:chgData name="James Martin" userId="5c604502-4ee2-4081-9f0b-59e4decb0522" providerId="ADAL" clId="{CD9F9381-1667-4751-A642-EBC8FFBDE105}" dt="2026-09-28T13:17:51.262" v="226" actId="6549"/>
          <ac:spMkLst>
            <pc:docMk/>
            <pc:sldMk cId="1997833240" sldId="1433"/>
            <ac:spMk id="247" creationId="{B5079F17-0B86-3E58-CFF0-EDDB5845693F}"/>
          </ac:spMkLst>
        </pc:spChg>
        <pc:picChg chg="del">
          <ac:chgData name="James Martin" userId="5c604502-4ee2-4081-9f0b-59e4decb0522" providerId="ADAL" clId="{CD9F9381-1667-4751-A642-EBC8FFBDE105}" dt="2026-09-28T12:30:55.949" v="87" actId="478"/>
          <ac:picMkLst>
            <pc:docMk/>
            <pc:sldMk cId="1997833240" sldId="1433"/>
            <ac:picMk id="6" creationId="{18F8C64B-C4DE-505B-9545-68CD80358616}"/>
          </ac:picMkLst>
        </pc:picChg>
        <pc:picChg chg="del">
          <ac:chgData name="James Martin" userId="5c604502-4ee2-4081-9f0b-59e4decb0522" providerId="ADAL" clId="{CD9F9381-1667-4751-A642-EBC8FFBDE105}" dt="2026-09-28T13:17:52.088" v="227" actId="478"/>
          <ac:picMkLst>
            <pc:docMk/>
            <pc:sldMk cId="1997833240" sldId="1433"/>
            <ac:picMk id="7" creationId="{2A509AFA-6D0D-605E-C8D4-89DAE14C9185}"/>
          </ac:picMkLst>
        </pc:picChg>
        <pc:picChg chg="del">
          <ac:chgData name="James Martin" userId="5c604502-4ee2-4081-9f0b-59e4decb0522" providerId="ADAL" clId="{CD9F9381-1667-4751-A642-EBC8FFBDE105}" dt="2026-09-28T12:30:53.881" v="86" actId="478"/>
          <ac:picMkLst>
            <pc:docMk/>
            <pc:sldMk cId="1997833240" sldId="1433"/>
            <ac:picMk id="10" creationId="{32A2431C-3F42-5AB5-4423-AC3DD964A42F}"/>
          </ac:picMkLst>
        </pc:picChg>
        <pc:picChg chg="del">
          <ac:chgData name="James Martin" userId="5c604502-4ee2-4081-9f0b-59e4decb0522" providerId="ADAL" clId="{CD9F9381-1667-4751-A642-EBC8FFBDE105}" dt="2026-09-28T12:30:53.881" v="86" actId="478"/>
          <ac:picMkLst>
            <pc:docMk/>
            <pc:sldMk cId="1997833240" sldId="1433"/>
            <ac:picMk id="11" creationId="{4B5C1073-C224-C5DA-A626-B6830794DCDE}"/>
          </ac:picMkLst>
        </pc:picChg>
      </pc:sldChg>
      <pc:sldChg chg="new del">
        <pc:chgData name="James Martin" userId="5c604502-4ee2-4081-9f0b-59e4decb0522" providerId="ADAL" clId="{CD9F9381-1667-4751-A642-EBC8FFBDE105}" dt="2026-09-28T13:17:28.503" v="223" actId="47"/>
        <pc:sldMkLst>
          <pc:docMk/>
          <pc:sldMk cId="3285613089" sldId="1434"/>
        </pc:sldMkLst>
      </pc:sldChg>
      <pc:sldChg chg="addSp delSp modSp add del mod">
        <pc:chgData name="James Martin" userId="5c604502-4ee2-4081-9f0b-59e4decb0522" providerId="ADAL" clId="{CD9F9381-1667-4751-A642-EBC8FFBDE105}" dt="2026-09-28T13:14:40.803" v="207" actId="47"/>
        <pc:sldMkLst>
          <pc:docMk/>
          <pc:sldMk cId="3117950495" sldId="1435"/>
        </pc:sldMkLst>
        <pc:spChg chg="mod">
          <ac:chgData name="James Martin" userId="5c604502-4ee2-4081-9f0b-59e4decb0522" providerId="ADAL" clId="{CD9F9381-1667-4751-A642-EBC8FFBDE105}" dt="2026-09-28T12:31:08.617" v="90" actId="5793"/>
          <ac:spMkLst>
            <pc:docMk/>
            <pc:sldMk cId="3117950495" sldId="1435"/>
            <ac:spMk id="247" creationId="{EED80D3B-391F-B908-0B4F-0266DEB99377}"/>
          </ac:spMkLst>
        </pc:spChg>
        <pc:picChg chg="add">
          <ac:chgData name="James Martin" userId="5c604502-4ee2-4081-9f0b-59e4decb0522" providerId="ADAL" clId="{CD9F9381-1667-4751-A642-EBC8FFBDE105}" dt="2026-09-28T13:14:09.105" v="204" actId="22"/>
          <ac:picMkLst>
            <pc:docMk/>
            <pc:sldMk cId="3117950495" sldId="1435"/>
            <ac:picMk id="4" creationId="{4D55192F-DC8C-2177-94EF-EF2BAB862B7F}"/>
          </ac:picMkLst>
        </pc:picChg>
        <pc:picChg chg="del">
          <ac:chgData name="James Martin" userId="5c604502-4ee2-4081-9f0b-59e4decb0522" providerId="ADAL" clId="{CD9F9381-1667-4751-A642-EBC8FFBDE105}" dt="2026-09-28T12:31:10.350" v="92" actId="478"/>
          <ac:picMkLst>
            <pc:docMk/>
            <pc:sldMk cId="3117950495" sldId="1435"/>
            <ac:picMk id="10" creationId="{1EB16277-79AB-3357-A832-B2D1AAE5EB8B}"/>
          </ac:picMkLst>
        </pc:picChg>
        <pc:picChg chg="del">
          <ac:chgData name="James Martin" userId="5c604502-4ee2-4081-9f0b-59e4decb0522" providerId="ADAL" clId="{CD9F9381-1667-4751-A642-EBC8FFBDE105}" dt="2026-09-28T12:31:09.724" v="91" actId="478"/>
          <ac:picMkLst>
            <pc:docMk/>
            <pc:sldMk cId="3117950495" sldId="1435"/>
            <ac:picMk id="11" creationId="{131D621B-C384-1FD7-0BFA-52B53F0CD4FA}"/>
          </ac:picMkLst>
        </pc:picChg>
      </pc:sldChg>
      <pc:sldChg chg="addSp delSp modSp add del mod">
        <pc:chgData name="James Martin" userId="5c604502-4ee2-4081-9f0b-59e4decb0522" providerId="ADAL" clId="{CD9F9381-1667-4751-A642-EBC8FFBDE105}" dt="2026-09-28T13:14:50.087" v="208" actId="47"/>
        <pc:sldMkLst>
          <pc:docMk/>
          <pc:sldMk cId="2729528204" sldId="1436"/>
        </pc:sldMkLst>
        <pc:spChg chg="mod">
          <ac:chgData name="James Martin" userId="5c604502-4ee2-4081-9f0b-59e4decb0522" providerId="ADAL" clId="{CD9F9381-1667-4751-A642-EBC8FFBDE105}" dt="2026-09-28T13:01:07.328" v="99" actId="5793"/>
          <ac:spMkLst>
            <pc:docMk/>
            <pc:sldMk cId="2729528204" sldId="1436"/>
            <ac:spMk id="247" creationId="{C97CFF87-3945-A1C6-35F8-2C034E995F84}"/>
          </ac:spMkLst>
        </pc:spChg>
        <pc:picChg chg="add del">
          <ac:chgData name="James Martin" userId="5c604502-4ee2-4081-9f0b-59e4decb0522" providerId="ADAL" clId="{CD9F9381-1667-4751-A642-EBC8FFBDE105}" dt="2026-09-28T13:13:44.449" v="201" actId="478"/>
          <ac:picMkLst>
            <pc:docMk/>
            <pc:sldMk cId="2729528204" sldId="1436"/>
            <ac:picMk id="4" creationId="{F6B3EF82-80A8-8386-9C33-A55C3E957905}"/>
          </ac:picMkLst>
        </pc:picChg>
        <pc:picChg chg="del">
          <ac:chgData name="James Martin" userId="5c604502-4ee2-4081-9f0b-59e4decb0522" providerId="ADAL" clId="{CD9F9381-1667-4751-A642-EBC8FFBDE105}" dt="2026-09-28T13:12:58.799" v="193" actId="478"/>
          <ac:picMkLst>
            <pc:docMk/>
            <pc:sldMk cId="2729528204" sldId="1436"/>
            <ac:picMk id="6" creationId="{E8778084-033D-3E67-4086-D47740246B9E}"/>
          </ac:picMkLst>
        </pc:picChg>
        <pc:picChg chg="add">
          <ac:chgData name="James Martin" userId="5c604502-4ee2-4081-9f0b-59e4decb0522" providerId="ADAL" clId="{CD9F9381-1667-4751-A642-EBC8FFBDE105}" dt="2026-09-28T13:13:45.792" v="202" actId="22"/>
          <ac:picMkLst>
            <pc:docMk/>
            <pc:sldMk cId="2729528204" sldId="1436"/>
            <ac:picMk id="9" creationId="{7738438F-C0DC-4F7C-EAFE-8B2E5001775E}"/>
          </ac:picMkLst>
        </pc:picChg>
        <pc:picChg chg="del">
          <ac:chgData name="James Martin" userId="5c604502-4ee2-4081-9f0b-59e4decb0522" providerId="ADAL" clId="{CD9F9381-1667-4751-A642-EBC8FFBDE105}" dt="2026-09-28T13:01:03.433" v="97" actId="478"/>
          <ac:picMkLst>
            <pc:docMk/>
            <pc:sldMk cId="2729528204" sldId="1436"/>
            <ac:picMk id="10" creationId="{2A56E547-DC37-8F9D-18F2-C87AFC926290}"/>
          </ac:picMkLst>
        </pc:picChg>
        <pc:picChg chg="del">
          <ac:chgData name="James Martin" userId="5c604502-4ee2-4081-9f0b-59e4decb0522" providerId="ADAL" clId="{CD9F9381-1667-4751-A642-EBC8FFBDE105}" dt="2026-09-28T13:01:03.433" v="97" actId="478"/>
          <ac:picMkLst>
            <pc:docMk/>
            <pc:sldMk cId="2729528204" sldId="1436"/>
            <ac:picMk id="11" creationId="{CDE272FB-3BFB-D4B1-9EBA-D45F4B0E9A25}"/>
          </ac:picMkLst>
        </pc:picChg>
      </pc:sldChg>
      <pc:sldChg chg="add del">
        <pc:chgData name="James Martin" userId="5c604502-4ee2-4081-9f0b-59e4decb0522" providerId="ADAL" clId="{CD9F9381-1667-4751-A642-EBC8FFBDE105}" dt="2026-09-28T13:16:04.045" v="215" actId="47"/>
        <pc:sldMkLst>
          <pc:docMk/>
          <pc:sldMk cId="3865676147" sldId="1437"/>
        </pc:sldMkLst>
      </pc:sldChg>
      <pc:sldChg chg="add del">
        <pc:chgData name="James Martin" userId="5c604502-4ee2-4081-9f0b-59e4decb0522" providerId="ADAL" clId="{CD9F9381-1667-4751-A642-EBC8FFBDE105}" dt="2026-09-28T13:14:50.087" v="208" actId="47"/>
        <pc:sldMkLst>
          <pc:docMk/>
          <pc:sldMk cId="1862753750" sldId="1438"/>
        </pc:sldMkLst>
      </pc:sldChg>
      <pc:sldChg chg="add del">
        <pc:chgData name="James Martin" userId="5c604502-4ee2-4081-9f0b-59e4decb0522" providerId="ADAL" clId="{CD9F9381-1667-4751-A642-EBC8FFBDE105}" dt="2026-09-28T13:14:40.803" v="207" actId="47"/>
        <pc:sldMkLst>
          <pc:docMk/>
          <pc:sldMk cId="1008872106" sldId="1439"/>
        </pc:sldMkLst>
      </pc:sldChg>
      <pc:sldChg chg="add del">
        <pc:chgData name="James Martin" userId="5c604502-4ee2-4081-9f0b-59e4decb0522" providerId="ADAL" clId="{CD9F9381-1667-4751-A642-EBC8FFBDE105}" dt="2026-09-28T13:14:40.803" v="207" actId="47"/>
        <pc:sldMkLst>
          <pc:docMk/>
          <pc:sldMk cId="3385719988" sldId="1440"/>
        </pc:sldMkLst>
      </pc:sldChg>
      <pc:sldChg chg="add del">
        <pc:chgData name="James Martin" userId="5c604502-4ee2-4081-9f0b-59e4decb0522" providerId="ADAL" clId="{CD9F9381-1667-4751-A642-EBC8FFBDE105}" dt="2026-09-28T13:12:42.511" v="192" actId="47"/>
        <pc:sldMkLst>
          <pc:docMk/>
          <pc:sldMk cId="1550153417" sldId="1441"/>
        </pc:sldMkLst>
      </pc:sldChg>
      <pc:sldChg chg="add del">
        <pc:chgData name="James Martin" userId="5c604502-4ee2-4081-9f0b-59e4decb0522" providerId="ADAL" clId="{CD9F9381-1667-4751-A642-EBC8FFBDE105}" dt="2026-09-28T12:32:42.643" v="95" actId="47"/>
        <pc:sldMkLst>
          <pc:docMk/>
          <pc:sldMk cId="2515515456" sldId="1441"/>
        </pc:sldMkLst>
      </pc:sldChg>
      <pc:sldChg chg="modSp add del mod">
        <pc:chgData name="James Martin" userId="5c604502-4ee2-4081-9f0b-59e4decb0522" providerId="ADAL" clId="{CD9F9381-1667-4751-A642-EBC8FFBDE105}" dt="2026-09-28T13:10:41.368" v="180" actId="47"/>
        <pc:sldMkLst>
          <pc:docMk/>
          <pc:sldMk cId="264893947" sldId="1442"/>
        </pc:sldMkLst>
        <pc:spChg chg="mod">
          <ac:chgData name="James Martin" userId="5c604502-4ee2-4081-9f0b-59e4decb0522" providerId="ADAL" clId="{CD9F9381-1667-4751-A642-EBC8FFBDE105}" dt="2026-09-28T13:05:22.179" v="128" actId="1076"/>
          <ac:spMkLst>
            <pc:docMk/>
            <pc:sldMk cId="264893947" sldId="1442"/>
            <ac:spMk id="14" creationId="{DC7229B7-6230-3960-F830-0D1B4EBE762B}"/>
          </ac:spMkLst>
        </pc:spChg>
        <pc:picChg chg="mod">
          <ac:chgData name="James Martin" userId="5c604502-4ee2-4081-9f0b-59e4decb0522" providerId="ADAL" clId="{CD9F9381-1667-4751-A642-EBC8FFBDE105}" dt="2026-09-28T13:04:50.832" v="108" actId="108"/>
          <ac:picMkLst>
            <pc:docMk/>
            <pc:sldMk cId="264893947" sldId="1442"/>
            <ac:picMk id="10" creationId="{B6544810-D118-FB8A-440A-784D5A6E4E2E}"/>
          </ac:picMkLst>
        </pc:picChg>
        <pc:picChg chg="mod">
          <ac:chgData name="James Martin" userId="5c604502-4ee2-4081-9f0b-59e4decb0522" providerId="ADAL" clId="{CD9F9381-1667-4751-A642-EBC8FFBDE105}" dt="2026-09-28T13:04:58.560" v="109" actId="108"/>
          <ac:picMkLst>
            <pc:docMk/>
            <pc:sldMk cId="264893947" sldId="1442"/>
            <ac:picMk id="11" creationId="{3A49366C-0844-6656-00C8-4C7641E00337}"/>
          </ac:picMkLst>
        </pc:picChg>
      </pc:sldChg>
      <pc:sldChg chg="add del">
        <pc:chgData name="James Martin" userId="5c604502-4ee2-4081-9f0b-59e4decb0522" providerId="ADAL" clId="{CD9F9381-1667-4751-A642-EBC8FFBDE105}" dt="2026-09-28T12:32:38.908" v="94" actId="47"/>
        <pc:sldMkLst>
          <pc:docMk/>
          <pc:sldMk cId="3517134053" sldId="1442"/>
        </pc:sldMkLst>
      </pc:sldChg>
      <pc:sldChg chg="addSp modSp add del mod">
        <pc:chgData name="James Martin" userId="5c604502-4ee2-4081-9f0b-59e4decb0522" providerId="ADAL" clId="{CD9F9381-1667-4751-A642-EBC8FFBDE105}" dt="2026-09-28T13:11:51.735" v="188" actId="47"/>
        <pc:sldMkLst>
          <pc:docMk/>
          <pc:sldMk cId="1775845448" sldId="1443"/>
        </pc:sldMkLst>
        <pc:picChg chg="add mod">
          <ac:chgData name="James Martin" userId="5c604502-4ee2-4081-9f0b-59e4decb0522" providerId="ADAL" clId="{CD9F9381-1667-4751-A642-EBC8FFBDE105}" dt="2026-09-28T13:03:43.707" v="105" actId="208"/>
          <ac:picMkLst>
            <pc:docMk/>
            <pc:sldMk cId="1775845448" sldId="1443"/>
            <ac:picMk id="4" creationId="{71E89ADA-3945-0AE8-0036-2CC2B84F6721}"/>
          </ac:picMkLst>
        </pc:picChg>
      </pc:sldChg>
      <pc:sldChg chg="add del">
        <pc:chgData name="James Martin" userId="5c604502-4ee2-4081-9f0b-59e4decb0522" providerId="ADAL" clId="{CD9F9381-1667-4751-A642-EBC8FFBDE105}" dt="2026-09-28T12:32:38.908" v="94" actId="47"/>
        <pc:sldMkLst>
          <pc:docMk/>
          <pc:sldMk cId="3868621062" sldId="1443"/>
        </pc:sldMkLst>
      </pc:sldChg>
      <pc:sldChg chg="addSp delSp modSp add mod">
        <pc:chgData name="James Martin" userId="5c604502-4ee2-4081-9f0b-59e4decb0522" providerId="ADAL" clId="{CD9F9381-1667-4751-A642-EBC8FFBDE105}" dt="2026-09-28T13:13:06.644" v="195" actId="1076"/>
        <pc:sldMkLst>
          <pc:docMk/>
          <pc:sldMk cId="2987323608" sldId="1444"/>
        </pc:sldMkLst>
        <pc:spChg chg="add del mod">
          <ac:chgData name="James Martin" userId="5c604502-4ee2-4081-9f0b-59e4decb0522" providerId="ADAL" clId="{CD9F9381-1667-4751-A642-EBC8FFBDE105}" dt="2026-09-28T13:12:39.629" v="191" actId="478"/>
          <ac:spMkLst>
            <pc:docMk/>
            <pc:sldMk cId="2987323608" sldId="1444"/>
            <ac:spMk id="4" creationId="{DDE7CCD4-B970-9A7D-583C-7FDA0F18A92F}"/>
          </ac:spMkLst>
        </pc:spChg>
        <pc:spChg chg="del mod">
          <ac:chgData name="James Martin" userId="5c604502-4ee2-4081-9f0b-59e4decb0522" providerId="ADAL" clId="{CD9F9381-1667-4751-A642-EBC8FFBDE105}" dt="2026-09-28T13:11:28.534" v="186" actId="478"/>
          <ac:spMkLst>
            <pc:docMk/>
            <pc:sldMk cId="2987323608" sldId="1444"/>
            <ac:spMk id="13" creationId="{A4F76AB0-AF66-1EC9-5753-08820F9EF49E}"/>
          </ac:spMkLst>
        </pc:spChg>
        <pc:picChg chg="mod">
          <ac:chgData name="James Martin" userId="5c604502-4ee2-4081-9f0b-59e4decb0522" providerId="ADAL" clId="{CD9F9381-1667-4751-A642-EBC8FFBDE105}" dt="2026-09-28T13:13:06.644" v="195" actId="1076"/>
          <ac:picMkLst>
            <pc:docMk/>
            <pc:sldMk cId="2987323608" sldId="1444"/>
            <ac:picMk id="6" creationId="{B7EA49C6-2456-F359-8BDB-1AD64BD6D5E2}"/>
          </ac:picMkLst>
        </pc:picChg>
        <pc:picChg chg="mod">
          <ac:chgData name="James Martin" userId="5c604502-4ee2-4081-9f0b-59e4decb0522" providerId="ADAL" clId="{CD9F9381-1667-4751-A642-EBC8FFBDE105}" dt="2026-09-28T13:12:10.808" v="190" actId="108"/>
          <ac:picMkLst>
            <pc:docMk/>
            <pc:sldMk cId="2987323608" sldId="1444"/>
            <ac:picMk id="10" creationId="{0BBC48CB-2384-0411-358D-67234ABE512C}"/>
          </ac:picMkLst>
        </pc:picChg>
        <pc:picChg chg="mod">
          <ac:chgData name="James Martin" userId="5c604502-4ee2-4081-9f0b-59e4decb0522" providerId="ADAL" clId="{CD9F9381-1667-4751-A642-EBC8FFBDE105}" dt="2026-09-28T13:10:57.212" v="182" actId="108"/>
          <ac:picMkLst>
            <pc:docMk/>
            <pc:sldMk cId="2987323608" sldId="1444"/>
            <ac:picMk id="11" creationId="{C0929C69-29D7-CE92-9E14-627154039502}"/>
          </ac:picMkLst>
        </pc:picChg>
      </pc:sldChg>
      <pc:sldChg chg="addSp delSp modSp add mod">
        <pc:chgData name="James Martin" userId="5c604502-4ee2-4081-9f0b-59e4decb0522" providerId="ADAL" clId="{CD9F9381-1667-4751-A642-EBC8FFBDE105}" dt="2026-09-28T13:13:28.174" v="200" actId="1076"/>
        <pc:sldMkLst>
          <pc:docMk/>
          <pc:sldMk cId="3792794911" sldId="1445"/>
        </pc:sldMkLst>
        <pc:spChg chg="add mod">
          <ac:chgData name="James Martin" userId="5c604502-4ee2-4081-9f0b-59e4decb0522" providerId="ADAL" clId="{CD9F9381-1667-4751-A642-EBC8FFBDE105}" dt="2026-09-28T13:10:32.700" v="178" actId="1076"/>
          <ac:spMkLst>
            <pc:docMk/>
            <pc:sldMk cId="3792794911" sldId="1445"/>
            <ac:spMk id="4" creationId="{C18B1C8C-9159-9F0F-2012-051054915376}"/>
          </ac:spMkLst>
        </pc:spChg>
        <pc:spChg chg="del">
          <ac:chgData name="James Martin" userId="5c604502-4ee2-4081-9f0b-59e4decb0522" providerId="ADAL" clId="{CD9F9381-1667-4751-A642-EBC8FFBDE105}" dt="2026-09-28T13:10:38.855" v="179" actId="478"/>
          <ac:spMkLst>
            <pc:docMk/>
            <pc:sldMk cId="3792794911" sldId="1445"/>
            <ac:spMk id="13" creationId="{CF16429E-9BC7-BCC7-E679-EFA7C0FE16D5}"/>
          </ac:spMkLst>
        </pc:spChg>
        <pc:picChg chg="mod">
          <ac:chgData name="James Martin" userId="5c604502-4ee2-4081-9f0b-59e4decb0522" providerId="ADAL" clId="{CD9F9381-1667-4751-A642-EBC8FFBDE105}" dt="2026-09-28T13:13:28.174" v="200" actId="1076"/>
          <ac:picMkLst>
            <pc:docMk/>
            <pc:sldMk cId="3792794911" sldId="1445"/>
            <ac:picMk id="6" creationId="{48D0BFC6-5F7E-83EC-EAA0-CFE200862454}"/>
          </ac:picMkLst>
        </pc:picChg>
        <pc:picChg chg="mod">
          <ac:chgData name="James Martin" userId="5c604502-4ee2-4081-9f0b-59e4decb0522" providerId="ADAL" clId="{CD9F9381-1667-4751-A642-EBC8FFBDE105}" dt="2026-09-28T13:10:13.343" v="174" actId="108"/>
          <ac:picMkLst>
            <pc:docMk/>
            <pc:sldMk cId="3792794911" sldId="1445"/>
            <ac:picMk id="11" creationId="{D1888DCC-8C81-FD90-FCDD-F1EDB2645334}"/>
          </ac:picMkLst>
        </pc:picChg>
      </pc:sldChg>
      <pc:sldChg chg="modSp add mod">
        <pc:chgData name="James Martin" userId="5c604502-4ee2-4081-9f0b-59e4decb0522" providerId="ADAL" clId="{CD9F9381-1667-4751-A642-EBC8FFBDE105}" dt="2026-09-28T13:13:20.688" v="199" actId="1076"/>
        <pc:sldMkLst>
          <pc:docMk/>
          <pc:sldMk cId="537042506" sldId="1446"/>
        </pc:sldMkLst>
        <pc:spChg chg="mod">
          <ac:chgData name="James Martin" userId="5c604502-4ee2-4081-9f0b-59e4decb0522" providerId="ADAL" clId="{CD9F9381-1667-4751-A642-EBC8FFBDE105}" dt="2026-09-28T13:11:37.576" v="187" actId="1076"/>
          <ac:spMkLst>
            <pc:docMk/>
            <pc:sldMk cId="537042506" sldId="1446"/>
            <ac:spMk id="13" creationId="{A1C115F2-3C06-B39F-CAB7-C8F6928C4755}"/>
          </ac:spMkLst>
        </pc:spChg>
        <pc:picChg chg="mod">
          <ac:chgData name="James Martin" userId="5c604502-4ee2-4081-9f0b-59e4decb0522" providerId="ADAL" clId="{CD9F9381-1667-4751-A642-EBC8FFBDE105}" dt="2026-09-28T13:13:20.688" v="199" actId="1076"/>
          <ac:picMkLst>
            <pc:docMk/>
            <pc:sldMk cId="537042506" sldId="1446"/>
            <ac:picMk id="6" creationId="{E347C695-FC3B-CB0B-B0CB-DD1B4900506F}"/>
          </ac:picMkLst>
        </pc:picChg>
      </pc:sldChg>
      <pc:sldChg chg="modSp add mod">
        <pc:chgData name="James Martin" userId="5c604502-4ee2-4081-9f0b-59e4decb0522" providerId="ADAL" clId="{CD9F9381-1667-4751-A642-EBC8FFBDE105}" dt="2026-09-28T13:13:11.892" v="196" actId="1076"/>
        <pc:sldMkLst>
          <pc:docMk/>
          <pc:sldMk cId="1399909853" sldId="1447"/>
        </pc:sldMkLst>
        <pc:picChg chg="mod">
          <ac:chgData name="James Martin" userId="5c604502-4ee2-4081-9f0b-59e4decb0522" providerId="ADAL" clId="{CD9F9381-1667-4751-A642-EBC8FFBDE105}" dt="2026-09-28T13:13:11.892" v="196" actId="1076"/>
          <ac:picMkLst>
            <pc:docMk/>
            <pc:sldMk cId="1399909853" sldId="1447"/>
            <ac:picMk id="6" creationId="{20281073-9B2A-57B5-85C6-5344B2CBE3AF}"/>
          </ac:picMkLst>
        </pc:picChg>
      </pc:sldChg>
      <pc:sldChg chg="addSp modSp add mod">
        <pc:chgData name="James Martin" userId="5c604502-4ee2-4081-9f0b-59e4decb0522" providerId="ADAL" clId="{CD9F9381-1667-4751-A642-EBC8FFBDE105}" dt="2026-09-28T13:16:34.209" v="221" actId="14100"/>
        <pc:sldMkLst>
          <pc:docMk/>
          <pc:sldMk cId="242404221" sldId="1448"/>
        </pc:sldMkLst>
        <pc:spChg chg="mod">
          <ac:chgData name="James Martin" userId="5c604502-4ee2-4081-9f0b-59e4decb0522" providerId="ADAL" clId="{CD9F9381-1667-4751-A642-EBC8FFBDE105}" dt="2026-09-28T13:15:50.575" v="214" actId="6549"/>
          <ac:spMkLst>
            <pc:docMk/>
            <pc:sldMk cId="242404221" sldId="1448"/>
            <ac:spMk id="247" creationId="{B73DA28B-9910-25DB-58E6-65ED73A7265D}"/>
          </ac:spMkLst>
        </pc:spChg>
        <pc:picChg chg="add mod">
          <ac:chgData name="James Martin" userId="5c604502-4ee2-4081-9f0b-59e4decb0522" providerId="ADAL" clId="{CD9F9381-1667-4751-A642-EBC8FFBDE105}" dt="2026-09-28T13:16:34.209" v="221" actId="14100"/>
          <ac:picMkLst>
            <pc:docMk/>
            <pc:sldMk cId="242404221" sldId="1448"/>
            <ac:picMk id="4" creationId="{24D26153-0077-F511-9C9F-62AE181CED24}"/>
          </ac:picMkLst>
        </pc:picChg>
      </pc:sldChg>
      <pc:sldChg chg="add del">
        <pc:chgData name="James Martin" userId="5c604502-4ee2-4081-9f0b-59e4decb0522" providerId="ADAL" clId="{CD9F9381-1667-4751-A642-EBC8FFBDE105}" dt="2026-09-28T13:14:21.088" v="205" actId="47"/>
        <pc:sldMkLst>
          <pc:docMk/>
          <pc:sldMk cId="1046603671" sldId="1448"/>
        </pc:sldMkLst>
      </pc:sldChg>
      <pc:sldChg chg="add">
        <pc:chgData name="James Martin" userId="5c604502-4ee2-4081-9f0b-59e4decb0522" providerId="ADAL" clId="{CD9F9381-1667-4751-A642-EBC8FFBDE105}" dt="2026-09-28T13:15:05.600" v="209"/>
        <pc:sldMkLst>
          <pc:docMk/>
          <pc:sldMk cId="3038528278" sldId="1449"/>
        </pc:sldMkLst>
      </pc:sldChg>
      <pc:sldChg chg="delSp add mod">
        <pc:chgData name="James Martin" userId="5c604502-4ee2-4081-9f0b-59e4decb0522" providerId="ADAL" clId="{CD9F9381-1667-4751-A642-EBC8FFBDE105}" dt="2026-09-28T13:16:21.050" v="217" actId="478"/>
        <pc:sldMkLst>
          <pc:docMk/>
          <pc:sldMk cId="1446325995" sldId="1450"/>
        </pc:sldMkLst>
        <pc:picChg chg="del">
          <ac:chgData name="James Martin" userId="5c604502-4ee2-4081-9f0b-59e4decb0522" providerId="ADAL" clId="{CD9F9381-1667-4751-A642-EBC8FFBDE105}" dt="2026-09-28T13:16:21.050" v="217" actId="478"/>
          <ac:picMkLst>
            <pc:docMk/>
            <pc:sldMk cId="1446325995" sldId="1450"/>
            <ac:picMk id="4" creationId="{88728F74-B847-88EE-258C-333C750F32D3}"/>
          </ac:picMkLst>
        </pc:picChg>
      </pc:sldChg>
      <pc:sldChg chg="add">
        <pc:chgData name="James Martin" userId="5c604502-4ee2-4081-9f0b-59e4decb0522" providerId="ADAL" clId="{CD9F9381-1667-4751-A642-EBC8FFBDE105}" dt="2026-09-28T13:16:23.717" v="218"/>
        <pc:sldMkLst>
          <pc:docMk/>
          <pc:sldMk cId="3825358571" sldId="1451"/>
        </pc:sldMkLst>
      </pc:sldChg>
      <pc:sldChg chg="add">
        <pc:chgData name="James Martin" userId="5c604502-4ee2-4081-9f0b-59e4decb0522" providerId="ADAL" clId="{CD9F9381-1667-4751-A642-EBC8FFBDE105}" dt="2026-09-28T13:16:30.673" v="220"/>
        <pc:sldMkLst>
          <pc:docMk/>
          <pc:sldMk cId="3189723053" sldId="1452"/>
        </pc:sldMkLst>
      </pc:sldChg>
      <pc:sldChg chg="add">
        <pc:chgData name="James Martin" userId="5c604502-4ee2-4081-9f0b-59e4decb0522" providerId="ADAL" clId="{CD9F9381-1667-4751-A642-EBC8FFBDE105}" dt="2026-09-28T13:17:44.450" v="224"/>
        <pc:sldMkLst>
          <pc:docMk/>
          <pc:sldMk cId="939248455" sldId="1453"/>
        </pc:sldMkLst>
      </pc:sldChg>
      <pc:sldChg chg="new del">
        <pc:chgData name="James Martin" userId="5c604502-4ee2-4081-9f0b-59e4decb0522" providerId="ADAL" clId="{CD9F9381-1667-4751-A642-EBC8FFBDE105}" dt="2026-09-28T15:45:47.263" v="1116" actId="47"/>
        <pc:sldMkLst>
          <pc:docMk/>
          <pc:sldMk cId="3721191076" sldId="1454"/>
        </pc:sldMkLst>
      </pc:sldChg>
      <pc:sldChg chg="modSp add del mod">
        <pc:chgData name="James Martin" userId="5c604502-4ee2-4081-9f0b-59e4decb0522" providerId="ADAL" clId="{CD9F9381-1667-4751-A642-EBC8FFBDE105}" dt="2026-09-28T15:28:19.296" v="952" actId="47"/>
        <pc:sldMkLst>
          <pc:docMk/>
          <pc:sldMk cId="889779502" sldId="1455"/>
        </pc:sldMkLst>
        <pc:spChg chg="mod">
          <ac:chgData name="James Martin" userId="5c604502-4ee2-4081-9f0b-59e4decb0522" providerId="ADAL" clId="{CD9F9381-1667-4751-A642-EBC8FFBDE105}" dt="2026-09-28T14:44:49.969" v="647" actId="6549"/>
          <ac:spMkLst>
            <pc:docMk/>
            <pc:sldMk cId="889779502" sldId="1455"/>
            <ac:spMk id="24" creationId="{E6E53648-3DEA-B632-59FD-6E977C965231}"/>
          </ac:spMkLst>
        </pc:spChg>
      </pc:sldChg>
      <pc:sldChg chg="modSp add del mod">
        <pc:chgData name="James Martin" userId="5c604502-4ee2-4081-9f0b-59e4decb0522" providerId="ADAL" clId="{CD9F9381-1667-4751-A642-EBC8FFBDE105}" dt="2026-09-28T15:28:19.296" v="952" actId="47"/>
        <pc:sldMkLst>
          <pc:docMk/>
          <pc:sldMk cId="2024527616" sldId="1456"/>
        </pc:sldMkLst>
        <pc:spChg chg="mod">
          <ac:chgData name="James Martin" userId="5c604502-4ee2-4081-9f0b-59e4decb0522" providerId="ADAL" clId="{CD9F9381-1667-4751-A642-EBC8FFBDE105}" dt="2026-09-28T14:45:03.259" v="649" actId="20577"/>
          <ac:spMkLst>
            <pc:docMk/>
            <pc:sldMk cId="2024527616" sldId="1456"/>
            <ac:spMk id="24" creationId="{31978CF4-AE67-8E58-7AF4-1780537E9A8E}"/>
          </ac:spMkLst>
        </pc:spChg>
      </pc:sldChg>
      <pc:sldChg chg="add del">
        <pc:chgData name="James Martin" userId="5c604502-4ee2-4081-9f0b-59e4decb0522" providerId="ADAL" clId="{CD9F9381-1667-4751-A642-EBC8FFBDE105}" dt="2026-09-28T15:28:19.296" v="952" actId="47"/>
        <pc:sldMkLst>
          <pc:docMk/>
          <pc:sldMk cId="1184644577" sldId="1457"/>
        </pc:sldMkLst>
      </pc:sldChg>
      <pc:sldChg chg="modSp add del mod">
        <pc:chgData name="James Martin" userId="5c604502-4ee2-4081-9f0b-59e4decb0522" providerId="ADAL" clId="{CD9F9381-1667-4751-A642-EBC8FFBDE105}" dt="2026-09-28T15:35:25.522" v="1022" actId="47"/>
        <pc:sldMkLst>
          <pc:docMk/>
          <pc:sldMk cId="1533795258" sldId="1458"/>
        </pc:sldMkLst>
        <pc:spChg chg="mod">
          <ac:chgData name="James Martin" userId="5c604502-4ee2-4081-9f0b-59e4decb0522" providerId="ADAL" clId="{CD9F9381-1667-4751-A642-EBC8FFBDE105}" dt="2026-09-28T14:50:00.497" v="677" actId="108"/>
          <ac:spMkLst>
            <pc:docMk/>
            <pc:sldMk cId="1533795258" sldId="1458"/>
            <ac:spMk id="24" creationId="{B7CBFAEE-8C7A-A693-CF5B-F7C4007214E9}"/>
          </ac:spMkLst>
        </pc:spChg>
      </pc:sldChg>
      <pc:sldChg chg="modSp add del">
        <pc:chgData name="James Martin" userId="5c604502-4ee2-4081-9f0b-59e4decb0522" providerId="ADAL" clId="{CD9F9381-1667-4751-A642-EBC8FFBDE105}" dt="2026-09-28T15:35:22.732" v="1021" actId="47"/>
        <pc:sldMkLst>
          <pc:docMk/>
          <pc:sldMk cId="3619272926" sldId="1459"/>
        </pc:sldMkLst>
        <pc:spChg chg="mod">
          <ac:chgData name="James Martin" userId="5c604502-4ee2-4081-9f0b-59e4decb0522" providerId="ADAL" clId="{CD9F9381-1667-4751-A642-EBC8FFBDE105}" dt="2026-09-28T14:50:29.208" v="679"/>
          <ac:spMkLst>
            <pc:docMk/>
            <pc:sldMk cId="3619272926" sldId="1459"/>
            <ac:spMk id="24" creationId="{3EDB4CF6-E11E-D702-5FEC-F78C4BB91FFC}"/>
          </ac:spMkLst>
        </pc:spChg>
      </pc:sldChg>
      <pc:sldChg chg="modSp add del">
        <pc:chgData name="James Martin" userId="5c604502-4ee2-4081-9f0b-59e4decb0522" providerId="ADAL" clId="{CD9F9381-1667-4751-A642-EBC8FFBDE105}" dt="2026-09-28T15:35:22.732" v="1021" actId="47"/>
        <pc:sldMkLst>
          <pc:docMk/>
          <pc:sldMk cId="505096617" sldId="1460"/>
        </pc:sldMkLst>
        <pc:spChg chg="mod">
          <ac:chgData name="James Martin" userId="5c604502-4ee2-4081-9f0b-59e4decb0522" providerId="ADAL" clId="{CD9F9381-1667-4751-A642-EBC8FFBDE105}" dt="2026-09-28T14:50:45.769" v="681"/>
          <ac:spMkLst>
            <pc:docMk/>
            <pc:sldMk cId="505096617" sldId="1460"/>
            <ac:spMk id="24" creationId="{EDCDFE5F-7288-0114-3B52-233141E3AECB}"/>
          </ac:spMkLst>
        </pc:spChg>
      </pc:sldChg>
      <pc:sldChg chg="modSp add del mod">
        <pc:chgData name="James Martin" userId="5c604502-4ee2-4081-9f0b-59e4decb0522" providerId="ADAL" clId="{CD9F9381-1667-4751-A642-EBC8FFBDE105}" dt="2026-09-28T14:52:58.875" v="709" actId="47"/>
        <pc:sldMkLst>
          <pc:docMk/>
          <pc:sldMk cId="1103584437" sldId="1461"/>
        </pc:sldMkLst>
        <pc:spChg chg="mod">
          <ac:chgData name="James Martin" userId="5c604502-4ee2-4081-9f0b-59e4decb0522" providerId="ADAL" clId="{CD9F9381-1667-4751-A642-EBC8FFBDE105}" dt="2026-09-28T14:51:09.656" v="684" actId="114"/>
          <ac:spMkLst>
            <pc:docMk/>
            <pc:sldMk cId="1103584437" sldId="1461"/>
            <ac:spMk id="24" creationId="{40C9C4B0-2506-480C-034D-5657C3C1D321}"/>
          </ac:spMkLst>
        </pc:spChg>
      </pc:sldChg>
      <pc:sldChg chg="modSp add del mod">
        <pc:chgData name="James Martin" userId="5c604502-4ee2-4081-9f0b-59e4decb0522" providerId="ADAL" clId="{CD9F9381-1667-4751-A642-EBC8FFBDE105}" dt="2026-09-28T15:35:22.732" v="1021" actId="47"/>
        <pc:sldMkLst>
          <pc:docMk/>
          <pc:sldMk cId="4274849175" sldId="1462"/>
        </pc:sldMkLst>
        <pc:spChg chg="mod">
          <ac:chgData name="James Martin" userId="5c604502-4ee2-4081-9f0b-59e4decb0522" providerId="ADAL" clId="{CD9F9381-1667-4751-A642-EBC8FFBDE105}" dt="2026-09-28T14:52:00.123" v="686" actId="20577"/>
          <ac:spMkLst>
            <pc:docMk/>
            <pc:sldMk cId="4274849175" sldId="1462"/>
            <ac:spMk id="24" creationId="{B4FDA527-8FED-C076-6DB8-2907DBA0129C}"/>
          </ac:spMkLst>
        </pc:spChg>
      </pc:sldChg>
      <pc:sldChg chg="modSp add del mod">
        <pc:chgData name="James Martin" userId="5c604502-4ee2-4081-9f0b-59e4decb0522" providerId="ADAL" clId="{CD9F9381-1667-4751-A642-EBC8FFBDE105}" dt="2026-09-28T15:35:22.732" v="1021" actId="47"/>
        <pc:sldMkLst>
          <pc:docMk/>
          <pc:sldMk cId="2074694055" sldId="1463"/>
        </pc:sldMkLst>
        <pc:spChg chg="mod">
          <ac:chgData name="James Martin" userId="5c604502-4ee2-4081-9f0b-59e4decb0522" providerId="ADAL" clId="{CD9F9381-1667-4751-A642-EBC8FFBDE105}" dt="2026-09-28T14:54:47.040" v="730" actId="20577"/>
          <ac:spMkLst>
            <pc:docMk/>
            <pc:sldMk cId="2074694055" sldId="1463"/>
            <ac:spMk id="24" creationId="{E2426259-02E2-6029-82C1-A2AE3D474665}"/>
          </ac:spMkLst>
        </pc:spChg>
      </pc:sldChg>
      <pc:sldChg chg="modSp add del mod">
        <pc:chgData name="James Martin" userId="5c604502-4ee2-4081-9f0b-59e4decb0522" providerId="ADAL" clId="{CD9F9381-1667-4751-A642-EBC8FFBDE105}" dt="2026-09-28T15:36:07.574" v="1028" actId="47"/>
        <pc:sldMkLst>
          <pc:docMk/>
          <pc:sldMk cId="3263544753" sldId="1464"/>
        </pc:sldMkLst>
        <pc:spChg chg="mod">
          <ac:chgData name="James Martin" userId="5c604502-4ee2-4081-9f0b-59e4decb0522" providerId="ADAL" clId="{CD9F9381-1667-4751-A642-EBC8FFBDE105}" dt="2026-09-28T14:54:49.738" v="731" actId="20577"/>
          <ac:spMkLst>
            <pc:docMk/>
            <pc:sldMk cId="3263544753" sldId="1464"/>
            <ac:spMk id="24" creationId="{E917705D-08CB-C478-FB94-3F49B3E531B7}"/>
          </ac:spMkLst>
        </pc:spChg>
      </pc:sldChg>
      <pc:sldChg chg="modSp add del mod">
        <pc:chgData name="James Martin" userId="5c604502-4ee2-4081-9f0b-59e4decb0522" providerId="ADAL" clId="{CD9F9381-1667-4751-A642-EBC8FFBDE105}" dt="2026-09-28T15:36:07.574" v="1028" actId="47"/>
        <pc:sldMkLst>
          <pc:docMk/>
          <pc:sldMk cId="1040772709" sldId="1465"/>
        </pc:sldMkLst>
        <pc:spChg chg="mod">
          <ac:chgData name="James Martin" userId="5c604502-4ee2-4081-9f0b-59e4decb0522" providerId="ADAL" clId="{CD9F9381-1667-4751-A642-EBC8FFBDE105}" dt="2026-09-28T14:59:12.759" v="803" actId="20577"/>
          <ac:spMkLst>
            <pc:docMk/>
            <pc:sldMk cId="1040772709" sldId="1465"/>
            <ac:spMk id="24" creationId="{11BB5D87-D1A5-3B5A-414B-3EBB1CE3E662}"/>
          </ac:spMkLst>
        </pc:spChg>
      </pc:sldChg>
      <pc:sldChg chg="add del">
        <pc:chgData name="James Martin" userId="5c604502-4ee2-4081-9f0b-59e4decb0522" providerId="ADAL" clId="{CD9F9381-1667-4751-A642-EBC8FFBDE105}" dt="2026-09-28T14:59:45.606" v="814"/>
        <pc:sldMkLst>
          <pc:docMk/>
          <pc:sldMk cId="1957086104" sldId="1466"/>
        </pc:sldMkLst>
      </pc:sldChg>
      <pc:sldChg chg="addSp delSp modSp add del mod">
        <pc:chgData name="James Martin" userId="5c604502-4ee2-4081-9f0b-59e4decb0522" providerId="ADAL" clId="{CD9F9381-1667-4751-A642-EBC8FFBDE105}" dt="2026-09-28T15:36:07.574" v="1028" actId="47"/>
        <pc:sldMkLst>
          <pc:docMk/>
          <pc:sldMk cId="2446673513" sldId="1466"/>
        </pc:sldMkLst>
        <pc:spChg chg="add del mod">
          <ac:chgData name="James Martin" userId="5c604502-4ee2-4081-9f0b-59e4decb0522" providerId="ADAL" clId="{CD9F9381-1667-4751-A642-EBC8FFBDE105}" dt="2026-09-28T15:04:42.415" v="900"/>
          <ac:spMkLst>
            <pc:docMk/>
            <pc:sldMk cId="2446673513" sldId="1466"/>
            <ac:spMk id="2" creationId="{B25BBFEB-345F-8B4B-41C8-181547D72D97}"/>
          </ac:spMkLst>
        </pc:spChg>
        <pc:spChg chg="mod">
          <ac:chgData name="James Martin" userId="5c604502-4ee2-4081-9f0b-59e4decb0522" providerId="ADAL" clId="{CD9F9381-1667-4751-A642-EBC8FFBDE105}" dt="2026-09-28T15:25:35.561" v="937" actId="6549"/>
          <ac:spMkLst>
            <pc:docMk/>
            <pc:sldMk cId="2446673513" sldId="1466"/>
            <ac:spMk id="24" creationId="{A10D16F2-0042-95B9-DD19-6D1833F841C1}"/>
          </ac:spMkLst>
        </pc:spChg>
      </pc:sldChg>
      <pc:sldChg chg="add del">
        <pc:chgData name="James Martin" userId="5c604502-4ee2-4081-9f0b-59e4decb0522" providerId="ADAL" clId="{CD9F9381-1667-4751-A642-EBC8FFBDE105}" dt="2026-09-28T15:36:22.148" v="1029" actId="47"/>
        <pc:sldMkLst>
          <pc:docMk/>
          <pc:sldMk cId="1077130221" sldId="1467"/>
        </pc:sldMkLst>
      </pc:sldChg>
      <pc:sldChg chg="addSp modSp add mod">
        <pc:chgData name="James Martin" userId="5c604502-4ee2-4081-9f0b-59e4decb0522" providerId="ADAL" clId="{CD9F9381-1667-4751-A642-EBC8FFBDE105}" dt="2026-09-28T15:28:39.583" v="954" actId="20577"/>
        <pc:sldMkLst>
          <pc:docMk/>
          <pc:sldMk cId="3408900108" sldId="1468"/>
        </pc:sldMkLst>
        <pc:spChg chg="add mod">
          <ac:chgData name="James Martin" userId="5c604502-4ee2-4081-9f0b-59e4decb0522" providerId="ADAL" clId="{CD9F9381-1667-4751-A642-EBC8FFBDE105}" dt="2026-09-28T15:26:37.675" v="940"/>
          <ac:spMkLst>
            <pc:docMk/>
            <pc:sldMk cId="3408900108" sldId="1468"/>
            <ac:spMk id="2" creationId="{B8582DE3-88F5-1F66-5C7C-FFB4140EED68}"/>
          </ac:spMkLst>
        </pc:spChg>
        <pc:spChg chg="mod">
          <ac:chgData name="James Martin" userId="5c604502-4ee2-4081-9f0b-59e4decb0522" providerId="ADAL" clId="{CD9F9381-1667-4751-A642-EBC8FFBDE105}" dt="2026-09-28T15:28:39.583" v="954" actId="20577"/>
          <ac:spMkLst>
            <pc:docMk/>
            <pc:sldMk cId="3408900108" sldId="1468"/>
            <ac:spMk id="24" creationId="{2364B81D-D2A4-945C-72B7-7D17A0ECA88F}"/>
          </ac:spMkLst>
        </pc:spChg>
        <pc:cxnChg chg="add mod">
          <ac:chgData name="James Martin" userId="5c604502-4ee2-4081-9f0b-59e4decb0522" providerId="ADAL" clId="{CD9F9381-1667-4751-A642-EBC8FFBDE105}" dt="2026-09-28T15:26:45.913" v="942" actId="14100"/>
          <ac:cxnSpMkLst>
            <pc:docMk/>
            <pc:sldMk cId="3408900108" sldId="1468"/>
            <ac:cxnSpMk id="4" creationId="{C65B5CA5-E0D3-D7EE-4336-050760953967}"/>
          </ac:cxnSpMkLst>
        </pc:cxnChg>
      </pc:sldChg>
      <pc:sldChg chg="delSp modSp add mod">
        <pc:chgData name="James Martin" userId="5c604502-4ee2-4081-9f0b-59e4decb0522" providerId="ADAL" clId="{CD9F9381-1667-4751-A642-EBC8FFBDE105}" dt="2026-09-28T15:30:31.425" v="969" actId="207"/>
        <pc:sldMkLst>
          <pc:docMk/>
          <pc:sldMk cId="363823410" sldId="1469"/>
        </pc:sldMkLst>
        <pc:spChg chg="del">
          <ac:chgData name="James Martin" userId="5c604502-4ee2-4081-9f0b-59e4decb0522" providerId="ADAL" clId="{CD9F9381-1667-4751-A642-EBC8FFBDE105}" dt="2026-09-28T15:28:46.030" v="955" actId="478"/>
          <ac:spMkLst>
            <pc:docMk/>
            <pc:sldMk cId="363823410" sldId="1469"/>
            <ac:spMk id="2" creationId="{6986B06C-844C-89AF-8C73-72E960D71BA9}"/>
          </ac:spMkLst>
        </pc:spChg>
        <pc:spChg chg="mod">
          <ac:chgData name="James Martin" userId="5c604502-4ee2-4081-9f0b-59e4decb0522" providerId="ADAL" clId="{CD9F9381-1667-4751-A642-EBC8FFBDE105}" dt="2026-09-28T15:30:31.425" v="969" actId="207"/>
          <ac:spMkLst>
            <pc:docMk/>
            <pc:sldMk cId="363823410" sldId="1469"/>
            <ac:spMk id="24" creationId="{E7CEDF46-858A-7F59-DE3E-F47EEB34FA1E}"/>
          </ac:spMkLst>
        </pc:spChg>
        <pc:cxnChg chg="del">
          <ac:chgData name="James Martin" userId="5c604502-4ee2-4081-9f0b-59e4decb0522" providerId="ADAL" clId="{CD9F9381-1667-4751-A642-EBC8FFBDE105}" dt="2026-09-28T15:28:46.030" v="955" actId="478"/>
          <ac:cxnSpMkLst>
            <pc:docMk/>
            <pc:sldMk cId="363823410" sldId="1469"/>
            <ac:cxnSpMk id="4" creationId="{B3D9850F-0AE8-08BC-9334-BC23D89E54DC}"/>
          </ac:cxnSpMkLst>
        </pc:cxnChg>
      </pc:sldChg>
      <pc:sldChg chg="modSp add mod">
        <pc:chgData name="James Martin" userId="5c604502-4ee2-4081-9f0b-59e4decb0522" providerId="ADAL" clId="{CD9F9381-1667-4751-A642-EBC8FFBDE105}" dt="2026-09-28T15:31:13.985" v="976" actId="108"/>
        <pc:sldMkLst>
          <pc:docMk/>
          <pc:sldMk cId="1335495032" sldId="1470"/>
        </pc:sldMkLst>
        <pc:spChg chg="mod">
          <ac:chgData name="James Martin" userId="5c604502-4ee2-4081-9f0b-59e4decb0522" providerId="ADAL" clId="{CD9F9381-1667-4751-A642-EBC8FFBDE105}" dt="2026-09-28T15:31:13.985" v="976" actId="108"/>
          <ac:spMkLst>
            <pc:docMk/>
            <pc:sldMk cId="1335495032" sldId="1470"/>
            <ac:spMk id="24" creationId="{2F3E0D43-06AF-F2A2-FF14-D427EA58D9FA}"/>
          </ac:spMkLst>
        </pc:spChg>
      </pc:sldChg>
      <pc:sldChg chg="modSp add mod">
        <pc:chgData name="James Martin" userId="5c604502-4ee2-4081-9f0b-59e4decb0522" providerId="ADAL" clId="{CD9F9381-1667-4751-A642-EBC8FFBDE105}" dt="2026-09-28T15:30:58.361" v="974" actId="108"/>
        <pc:sldMkLst>
          <pc:docMk/>
          <pc:sldMk cId="3542365899" sldId="1471"/>
        </pc:sldMkLst>
        <pc:spChg chg="mod">
          <ac:chgData name="James Martin" userId="5c604502-4ee2-4081-9f0b-59e4decb0522" providerId="ADAL" clId="{CD9F9381-1667-4751-A642-EBC8FFBDE105}" dt="2026-09-28T15:30:58.361" v="974" actId="108"/>
          <ac:spMkLst>
            <pc:docMk/>
            <pc:sldMk cId="3542365899" sldId="1471"/>
            <ac:spMk id="24" creationId="{E42A1827-9C24-25BF-5513-9D4AFED9D9F7}"/>
          </ac:spMkLst>
        </pc:spChg>
      </pc:sldChg>
      <pc:sldChg chg="modSp add mod">
        <pc:chgData name="James Martin" userId="5c604502-4ee2-4081-9f0b-59e4decb0522" providerId="ADAL" clId="{CD9F9381-1667-4751-A642-EBC8FFBDE105}" dt="2026-09-28T15:31:03.505" v="975" actId="108"/>
        <pc:sldMkLst>
          <pc:docMk/>
          <pc:sldMk cId="133089403" sldId="1472"/>
        </pc:sldMkLst>
        <pc:spChg chg="mod">
          <ac:chgData name="James Martin" userId="5c604502-4ee2-4081-9f0b-59e4decb0522" providerId="ADAL" clId="{CD9F9381-1667-4751-A642-EBC8FFBDE105}" dt="2026-09-28T15:31:03.505" v="975" actId="108"/>
          <ac:spMkLst>
            <pc:docMk/>
            <pc:sldMk cId="133089403" sldId="1472"/>
            <ac:spMk id="24" creationId="{91496F0A-4CD6-8051-DB15-ADD25FA9A030}"/>
          </ac:spMkLst>
        </pc:spChg>
      </pc:sldChg>
      <pc:sldChg chg="modSp add mod">
        <pc:chgData name="James Martin" userId="5c604502-4ee2-4081-9f0b-59e4decb0522" providerId="ADAL" clId="{CD9F9381-1667-4751-A642-EBC8FFBDE105}" dt="2026-09-28T15:32:41.279" v="981" actId="207"/>
        <pc:sldMkLst>
          <pc:docMk/>
          <pc:sldMk cId="4133863163" sldId="1473"/>
        </pc:sldMkLst>
        <pc:spChg chg="mod">
          <ac:chgData name="James Martin" userId="5c604502-4ee2-4081-9f0b-59e4decb0522" providerId="ADAL" clId="{CD9F9381-1667-4751-A642-EBC8FFBDE105}" dt="2026-09-28T15:32:41.279" v="981" actId="207"/>
          <ac:spMkLst>
            <pc:docMk/>
            <pc:sldMk cId="4133863163" sldId="1473"/>
            <ac:spMk id="24" creationId="{44F4993A-E0D4-4C68-0170-292E2D9C34B4}"/>
          </ac:spMkLst>
        </pc:spChg>
      </pc:sldChg>
      <pc:sldChg chg="modSp add mod">
        <pc:chgData name="James Martin" userId="5c604502-4ee2-4081-9f0b-59e4decb0522" providerId="ADAL" clId="{CD9F9381-1667-4751-A642-EBC8FFBDE105}" dt="2026-09-28T15:33:38.950" v="987" actId="207"/>
        <pc:sldMkLst>
          <pc:docMk/>
          <pc:sldMk cId="3905578033" sldId="1474"/>
        </pc:sldMkLst>
        <pc:spChg chg="mod">
          <ac:chgData name="James Martin" userId="5c604502-4ee2-4081-9f0b-59e4decb0522" providerId="ADAL" clId="{CD9F9381-1667-4751-A642-EBC8FFBDE105}" dt="2026-09-28T15:33:38.950" v="987" actId="207"/>
          <ac:spMkLst>
            <pc:docMk/>
            <pc:sldMk cId="3905578033" sldId="1474"/>
            <ac:spMk id="24" creationId="{2B531AD6-A6E3-E214-4972-A0481F620AAF}"/>
          </ac:spMkLst>
        </pc:spChg>
      </pc:sldChg>
      <pc:sldChg chg="add del">
        <pc:chgData name="James Martin" userId="5c604502-4ee2-4081-9f0b-59e4decb0522" providerId="ADAL" clId="{CD9F9381-1667-4751-A642-EBC8FFBDE105}" dt="2026-09-28T15:34:01.980" v="988" actId="47"/>
        <pc:sldMkLst>
          <pc:docMk/>
          <pc:sldMk cId="1080563447" sldId="1475"/>
        </pc:sldMkLst>
      </pc:sldChg>
      <pc:sldChg chg="modSp add mod">
        <pc:chgData name="James Martin" userId="5c604502-4ee2-4081-9f0b-59e4decb0522" providerId="ADAL" clId="{CD9F9381-1667-4751-A642-EBC8FFBDE105}" dt="2026-09-28T15:34:27.379" v="995" actId="207"/>
        <pc:sldMkLst>
          <pc:docMk/>
          <pc:sldMk cId="2622846207" sldId="1475"/>
        </pc:sldMkLst>
        <pc:spChg chg="mod">
          <ac:chgData name="James Martin" userId="5c604502-4ee2-4081-9f0b-59e4decb0522" providerId="ADAL" clId="{CD9F9381-1667-4751-A642-EBC8FFBDE105}" dt="2026-09-28T15:34:27.379" v="995" actId="207"/>
          <ac:spMkLst>
            <pc:docMk/>
            <pc:sldMk cId="2622846207" sldId="1475"/>
            <ac:spMk id="24" creationId="{05F58A75-B73F-22BD-1783-36D4C9927041}"/>
          </ac:spMkLst>
        </pc:spChg>
      </pc:sldChg>
      <pc:sldChg chg="modSp add mod">
        <pc:chgData name="James Martin" userId="5c604502-4ee2-4081-9f0b-59e4decb0522" providerId="ADAL" clId="{CD9F9381-1667-4751-A642-EBC8FFBDE105}" dt="2026-09-28T15:34:45.122" v="998" actId="5793"/>
        <pc:sldMkLst>
          <pc:docMk/>
          <pc:sldMk cId="3043082781" sldId="1476"/>
        </pc:sldMkLst>
        <pc:spChg chg="mod">
          <ac:chgData name="James Martin" userId="5c604502-4ee2-4081-9f0b-59e4decb0522" providerId="ADAL" clId="{CD9F9381-1667-4751-A642-EBC8FFBDE105}" dt="2026-09-28T15:34:45.122" v="998" actId="5793"/>
          <ac:spMkLst>
            <pc:docMk/>
            <pc:sldMk cId="3043082781" sldId="1476"/>
            <ac:spMk id="24" creationId="{2F643D89-372A-151C-57F2-E49939B05919}"/>
          </ac:spMkLst>
        </pc:spChg>
      </pc:sldChg>
      <pc:sldChg chg="add del">
        <pc:chgData name="James Martin" userId="5c604502-4ee2-4081-9f0b-59e4decb0522" providerId="ADAL" clId="{CD9F9381-1667-4751-A642-EBC8FFBDE105}" dt="2026-09-28T15:34:01.980" v="988" actId="47"/>
        <pc:sldMkLst>
          <pc:docMk/>
          <pc:sldMk cId="3602573029" sldId="1476"/>
        </pc:sldMkLst>
      </pc:sldChg>
      <pc:sldChg chg="modSp add mod">
        <pc:chgData name="James Martin" userId="5c604502-4ee2-4081-9f0b-59e4decb0522" providerId="ADAL" clId="{CD9F9381-1667-4751-A642-EBC8FFBDE105}" dt="2026-09-28T15:35:07.302" v="1020" actId="6549"/>
        <pc:sldMkLst>
          <pc:docMk/>
          <pc:sldMk cId="1310453755" sldId="1477"/>
        </pc:sldMkLst>
        <pc:spChg chg="mod">
          <ac:chgData name="James Martin" userId="5c604502-4ee2-4081-9f0b-59e4decb0522" providerId="ADAL" clId="{CD9F9381-1667-4751-A642-EBC8FFBDE105}" dt="2026-09-28T15:35:07.302" v="1020" actId="6549"/>
          <ac:spMkLst>
            <pc:docMk/>
            <pc:sldMk cId="1310453755" sldId="1477"/>
            <ac:spMk id="24" creationId="{4243E3DE-0C79-A3AA-E78F-75798BF66644}"/>
          </ac:spMkLst>
        </pc:spChg>
      </pc:sldChg>
      <pc:sldChg chg="modSp add mod">
        <pc:chgData name="James Martin" userId="5c604502-4ee2-4081-9f0b-59e4decb0522" providerId="ADAL" clId="{CD9F9381-1667-4751-A642-EBC8FFBDE105}" dt="2026-09-28T15:35:33.627" v="1024" actId="207"/>
        <pc:sldMkLst>
          <pc:docMk/>
          <pc:sldMk cId="3606425298" sldId="1478"/>
        </pc:sldMkLst>
        <pc:spChg chg="mod">
          <ac:chgData name="James Martin" userId="5c604502-4ee2-4081-9f0b-59e4decb0522" providerId="ADAL" clId="{CD9F9381-1667-4751-A642-EBC8FFBDE105}" dt="2026-09-28T15:35:33.627" v="1024" actId="207"/>
          <ac:spMkLst>
            <pc:docMk/>
            <pc:sldMk cId="3606425298" sldId="1478"/>
            <ac:spMk id="24" creationId="{903242B3-3EF2-7CE9-851D-ADB9ACA99E64}"/>
          </ac:spMkLst>
        </pc:spChg>
      </pc:sldChg>
      <pc:sldChg chg="modSp add mod">
        <pc:chgData name="James Martin" userId="5c604502-4ee2-4081-9f0b-59e4decb0522" providerId="ADAL" clId="{CD9F9381-1667-4751-A642-EBC8FFBDE105}" dt="2026-09-28T15:35:56.496" v="1027" actId="207"/>
        <pc:sldMkLst>
          <pc:docMk/>
          <pc:sldMk cId="3054412012" sldId="1479"/>
        </pc:sldMkLst>
        <pc:spChg chg="mod">
          <ac:chgData name="James Martin" userId="5c604502-4ee2-4081-9f0b-59e4decb0522" providerId="ADAL" clId="{CD9F9381-1667-4751-A642-EBC8FFBDE105}" dt="2026-09-28T15:35:56.496" v="1027" actId="207"/>
          <ac:spMkLst>
            <pc:docMk/>
            <pc:sldMk cId="3054412012" sldId="1479"/>
            <ac:spMk id="24" creationId="{777BEDF2-6E57-A628-C36C-11A62BC2ABB1}"/>
          </ac:spMkLst>
        </pc:spChg>
      </pc:sldChg>
      <pc:sldChg chg="modSp add mod">
        <pc:chgData name="James Martin" userId="5c604502-4ee2-4081-9f0b-59e4decb0522" providerId="ADAL" clId="{CD9F9381-1667-4751-A642-EBC8FFBDE105}" dt="2026-09-28T15:43:45.539" v="1101" actId="20577"/>
        <pc:sldMkLst>
          <pc:docMk/>
          <pc:sldMk cId="750171424" sldId="1480"/>
        </pc:sldMkLst>
        <pc:spChg chg="mod">
          <ac:chgData name="James Martin" userId="5c604502-4ee2-4081-9f0b-59e4decb0522" providerId="ADAL" clId="{CD9F9381-1667-4751-A642-EBC8FFBDE105}" dt="2026-09-28T15:43:45.539" v="1101" actId="20577"/>
          <ac:spMkLst>
            <pc:docMk/>
            <pc:sldMk cId="750171424" sldId="1480"/>
            <ac:spMk id="24" creationId="{923E9537-AFDE-1FC1-EADB-C2221F75DBA1}"/>
          </ac:spMkLst>
        </pc:spChg>
      </pc:sldChg>
      <pc:sldChg chg="modSp add del mod">
        <pc:chgData name="James Martin" userId="5c604502-4ee2-4081-9f0b-59e4decb0522" providerId="ADAL" clId="{CD9F9381-1667-4751-A642-EBC8FFBDE105}" dt="2026-09-28T15:47:43.553" v="1120" actId="47"/>
        <pc:sldMkLst>
          <pc:docMk/>
          <pc:sldMk cId="737254317" sldId="1481"/>
        </pc:sldMkLst>
        <pc:spChg chg="mod">
          <ac:chgData name="James Martin" userId="5c604502-4ee2-4081-9f0b-59e4decb0522" providerId="ADAL" clId="{CD9F9381-1667-4751-A642-EBC8FFBDE105}" dt="2026-09-28T15:44:04.254" v="1103" actId="207"/>
          <ac:spMkLst>
            <pc:docMk/>
            <pc:sldMk cId="737254317" sldId="1481"/>
            <ac:spMk id="24" creationId="{43CA08C2-4445-D49B-B55A-1C136E379E62}"/>
          </ac:spMkLst>
        </pc:spChg>
      </pc:sldChg>
      <pc:sldChg chg="modSp add mod">
        <pc:chgData name="James Martin" userId="5c604502-4ee2-4081-9f0b-59e4decb0522" providerId="ADAL" clId="{CD9F9381-1667-4751-A642-EBC8FFBDE105}" dt="2026-09-28T15:42:42.375" v="1071" actId="20577"/>
        <pc:sldMkLst>
          <pc:docMk/>
          <pc:sldMk cId="1602499060" sldId="1482"/>
        </pc:sldMkLst>
        <pc:spChg chg="mod">
          <ac:chgData name="James Martin" userId="5c604502-4ee2-4081-9f0b-59e4decb0522" providerId="ADAL" clId="{CD9F9381-1667-4751-A642-EBC8FFBDE105}" dt="2026-09-28T15:42:42.375" v="1071" actId="20577"/>
          <ac:spMkLst>
            <pc:docMk/>
            <pc:sldMk cId="1602499060" sldId="1482"/>
            <ac:spMk id="24" creationId="{24599FD2-630B-6109-3933-B2913B1A820E}"/>
          </ac:spMkLst>
        </pc:spChg>
      </pc:sldChg>
      <pc:sldChg chg="modSp add mod">
        <pc:chgData name="James Martin" userId="5c604502-4ee2-4081-9f0b-59e4decb0522" providerId="ADAL" clId="{CD9F9381-1667-4751-A642-EBC8FFBDE105}" dt="2026-09-28T15:44:35.167" v="1109" actId="207"/>
        <pc:sldMkLst>
          <pc:docMk/>
          <pc:sldMk cId="2694353537" sldId="1483"/>
        </pc:sldMkLst>
        <pc:spChg chg="mod">
          <ac:chgData name="James Martin" userId="5c604502-4ee2-4081-9f0b-59e4decb0522" providerId="ADAL" clId="{CD9F9381-1667-4751-A642-EBC8FFBDE105}" dt="2026-09-28T15:44:35.167" v="1109" actId="207"/>
          <ac:spMkLst>
            <pc:docMk/>
            <pc:sldMk cId="2694353537" sldId="1483"/>
            <ac:spMk id="24" creationId="{6810BF2D-D2B6-3CF9-FFAC-A43F060D99D2}"/>
          </ac:spMkLst>
        </pc:spChg>
      </pc:sldChg>
      <pc:sldChg chg="modSp add mod">
        <pc:chgData name="James Martin" userId="5c604502-4ee2-4081-9f0b-59e4decb0522" providerId="ADAL" clId="{CD9F9381-1667-4751-A642-EBC8FFBDE105}" dt="2026-09-28T15:44:44.863" v="1111" actId="207"/>
        <pc:sldMkLst>
          <pc:docMk/>
          <pc:sldMk cId="4133343569" sldId="1484"/>
        </pc:sldMkLst>
        <pc:spChg chg="mod">
          <ac:chgData name="James Martin" userId="5c604502-4ee2-4081-9f0b-59e4decb0522" providerId="ADAL" clId="{CD9F9381-1667-4751-A642-EBC8FFBDE105}" dt="2026-09-28T15:44:44.863" v="1111" actId="207"/>
          <ac:spMkLst>
            <pc:docMk/>
            <pc:sldMk cId="4133343569" sldId="1484"/>
            <ac:spMk id="24" creationId="{392A95E5-12EA-222D-182F-E7F9CC4977B4}"/>
          </ac:spMkLst>
        </pc:spChg>
      </pc:sldChg>
      <pc:sldChg chg="modSp add mod">
        <pc:chgData name="James Martin" userId="5c604502-4ee2-4081-9f0b-59e4decb0522" providerId="ADAL" clId="{CD9F9381-1667-4751-A642-EBC8FFBDE105}" dt="2026-09-28T15:45:01.082" v="1113" actId="207"/>
        <pc:sldMkLst>
          <pc:docMk/>
          <pc:sldMk cId="589141093" sldId="1485"/>
        </pc:sldMkLst>
        <pc:spChg chg="mod">
          <ac:chgData name="James Martin" userId="5c604502-4ee2-4081-9f0b-59e4decb0522" providerId="ADAL" clId="{CD9F9381-1667-4751-A642-EBC8FFBDE105}" dt="2026-09-28T15:45:01.082" v="1113" actId="207"/>
          <ac:spMkLst>
            <pc:docMk/>
            <pc:sldMk cId="589141093" sldId="1485"/>
            <ac:spMk id="24" creationId="{54121177-9033-B786-1221-6C965AD78C45}"/>
          </ac:spMkLst>
        </pc:spChg>
      </pc:sldChg>
      <pc:sldChg chg="add del">
        <pc:chgData name="James Martin" userId="5c604502-4ee2-4081-9f0b-59e4decb0522" providerId="ADAL" clId="{CD9F9381-1667-4751-A642-EBC8FFBDE105}" dt="2026-09-28T15:47:43.553" v="1120" actId="47"/>
        <pc:sldMkLst>
          <pc:docMk/>
          <pc:sldMk cId="2600734128" sldId="1486"/>
        </pc:sldMkLst>
      </pc:sldChg>
      <pc:sldChg chg="modSp add mod ord">
        <pc:chgData name="James Martin" userId="5c604502-4ee2-4081-9f0b-59e4decb0522" providerId="ADAL" clId="{CD9F9381-1667-4751-A642-EBC8FFBDE105}" dt="2026-09-28T15:44:26.359" v="1107"/>
        <pc:sldMkLst>
          <pc:docMk/>
          <pc:sldMk cId="367099514" sldId="1487"/>
        </pc:sldMkLst>
        <pc:spChg chg="mod">
          <ac:chgData name="James Martin" userId="5c604502-4ee2-4081-9f0b-59e4decb0522" providerId="ADAL" clId="{CD9F9381-1667-4751-A642-EBC8FFBDE105}" dt="2026-09-28T15:44:18.600" v="1105" actId="207"/>
          <ac:spMkLst>
            <pc:docMk/>
            <pc:sldMk cId="367099514" sldId="1487"/>
            <ac:spMk id="24" creationId="{04AF7A70-92A4-C86B-2C83-86D35BE62B5C}"/>
          </ac:spMkLst>
        </pc:spChg>
      </pc:sldChg>
      <pc:sldChg chg="add">
        <pc:chgData name="James Martin" userId="5c604502-4ee2-4081-9f0b-59e4decb0522" providerId="ADAL" clId="{CD9F9381-1667-4751-A642-EBC8FFBDE105}" dt="2026-09-28T15:44:31.201" v="1108"/>
        <pc:sldMkLst>
          <pc:docMk/>
          <pc:sldMk cId="24350382" sldId="1488"/>
        </pc:sldMkLst>
      </pc:sldChg>
      <pc:sldChg chg="add">
        <pc:chgData name="James Martin" userId="5c604502-4ee2-4081-9f0b-59e4decb0522" providerId="ADAL" clId="{CD9F9381-1667-4751-A642-EBC8FFBDE105}" dt="2026-09-28T15:44:39.823" v="1110"/>
        <pc:sldMkLst>
          <pc:docMk/>
          <pc:sldMk cId="2523669097" sldId="1489"/>
        </pc:sldMkLst>
      </pc:sldChg>
      <pc:sldChg chg="modSp add">
        <pc:chgData name="James Martin" userId="5c604502-4ee2-4081-9f0b-59e4decb0522" providerId="ADAL" clId="{CD9F9381-1667-4751-A642-EBC8FFBDE105}" dt="2026-09-28T15:45:24.088" v="1114"/>
        <pc:sldMkLst>
          <pc:docMk/>
          <pc:sldMk cId="295899064" sldId="1490"/>
        </pc:sldMkLst>
        <pc:spChg chg="mod">
          <ac:chgData name="James Martin" userId="5c604502-4ee2-4081-9f0b-59e4decb0522" providerId="ADAL" clId="{CD9F9381-1667-4751-A642-EBC8FFBDE105}" dt="2026-09-28T15:45:24.088" v="1114"/>
          <ac:spMkLst>
            <pc:docMk/>
            <pc:sldMk cId="295899064" sldId="1490"/>
            <ac:spMk id="24" creationId="{7A10E74D-7AAD-5F7F-D5BC-EAF22AD7C9FD}"/>
          </ac:spMkLst>
        </pc:spChg>
      </pc:sldChg>
    </pc:docChg>
  </pc:docChgLst>
  <pc:docChgLst>
    <pc:chgData name="James Martin" userId="5c604502-4ee2-4081-9f0b-59e4decb0522" providerId="ADAL" clId="{2ED9032E-5F0F-41B2-A494-7461C54B8C03}"/>
    <pc:docChg chg="undo custSel addSld delSld modSld sldOrd">
      <pc:chgData name="James Martin" userId="5c604502-4ee2-4081-9f0b-59e4decb0522" providerId="ADAL" clId="{2ED9032E-5F0F-41B2-A494-7461C54B8C03}" dt="2026-09-29T10:18:03.450" v="195"/>
      <pc:docMkLst>
        <pc:docMk/>
      </pc:docMkLst>
      <pc:sldChg chg="del">
        <pc:chgData name="James Martin" userId="5c604502-4ee2-4081-9f0b-59e4decb0522" providerId="ADAL" clId="{2ED9032E-5F0F-41B2-A494-7461C54B8C03}" dt="2026-09-29T10:17:50.695" v="193" actId="47"/>
        <pc:sldMkLst>
          <pc:docMk/>
          <pc:sldMk cId="1812814900" sldId="1137"/>
        </pc:sldMkLst>
      </pc:sldChg>
      <pc:sldChg chg="del">
        <pc:chgData name="James Martin" userId="5c604502-4ee2-4081-9f0b-59e4decb0522" providerId="ADAL" clId="{2ED9032E-5F0F-41B2-A494-7461C54B8C03}" dt="2026-09-29T09:59:53.189" v="0" actId="47"/>
        <pc:sldMkLst>
          <pc:docMk/>
          <pc:sldMk cId="4117574468" sldId="1208"/>
        </pc:sldMkLst>
      </pc:sldChg>
      <pc:sldChg chg="addSp modSp mod ord">
        <pc:chgData name="James Martin" userId="5c604502-4ee2-4081-9f0b-59e4decb0522" providerId="ADAL" clId="{2ED9032E-5F0F-41B2-A494-7461C54B8C03}" dt="2026-09-29T10:09:22.701" v="82" actId="167"/>
        <pc:sldMkLst>
          <pc:docMk/>
          <pc:sldMk cId="2164775888" sldId="1211"/>
        </pc:sldMkLst>
        <pc:spChg chg="mod">
          <ac:chgData name="James Martin" userId="5c604502-4ee2-4081-9f0b-59e4decb0522" providerId="ADAL" clId="{2ED9032E-5F0F-41B2-A494-7461C54B8C03}" dt="2026-09-29T10:03:37.653" v="42"/>
          <ac:spMkLst>
            <pc:docMk/>
            <pc:sldMk cId="2164775888" sldId="1211"/>
            <ac:spMk id="4" creationId="{8182BA8E-123C-0970-E08D-0CBB75C19F05}"/>
          </ac:spMkLst>
        </pc:spChg>
        <pc:spChg chg="mod">
          <ac:chgData name="James Martin" userId="5c604502-4ee2-4081-9f0b-59e4decb0522" providerId="ADAL" clId="{2ED9032E-5F0F-41B2-A494-7461C54B8C03}" dt="2026-09-29T10:03:37.653" v="42"/>
          <ac:spMkLst>
            <pc:docMk/>
            <pc:sldMk cId="2164775888" sldId="1211"/>
            <ac:spMk id="6" creationId="{75F9188B-55FF-0A33-390A-DE3B599FDEC0}"/>
          </ac:spMkLst>
        </pc:spChg>
        <pc:spChg chg="mod">
          <ac:chgData name="James Martin" userId="5c604502-4ee2-4081-9f0b-59e4decb0522" providerId="ADAL" clId="{2ED9032E-5F0F-41B2-A494-7461C54B8C03}" dt="2026-09-29T10:03:37.653" v="42"/>
          <ac:spMkLst>
            <pc:docMk/>
            <pc:sldMk cId="2164775888" sldId="1211"/>
            <ac:spMk id="10" creationId="{14FF4062-846D-0BCD-E804-4B86355F271A}"/>
          </ac:spMkLst>
        </pc:spChg>
        <pc:spChg chg="mod ord">
          <ac:chgData name="James Martin" userId="5c604502-4ee2-4081-9f0b-59e4decb0522" providerId="ADAL" clId="{2ED9032E-5F0F-41B2-A494-7461C54B8C03}" dt="2026-09-29T10:09:22.701" v="82" actId="167"/>
          <ac:spMkLst>
            <pc:docMk/>
            <pc:sldMk cId="2164775888" sldId="1211"/>
            <ac:spMk id="12" creationId="{072E8E5B-98D5-AB49-6E7D-AF1A8AF140E2}"/>
          </ac:spMkLst>
        </pc:spChg>
        <pc:spChg chg="mod">
          <ac:chgData name="James Martin" userId="5c604502-4ee2-4081-9f0b-59e4decb0522" providerId="ADAL" clId="{2ED9032E-5F0F-41B2-A494-7461C54B8C03}" dt="2026-09-29T10:03:37.653" v="42"/>
          <ac:spMkLst>
            <pc:docMk/>
            <pc:sldMk cId="2164775888" sldId="1211"/>
            <ac:spMk id="13" creationId="{5F705C76-184D-6C9F-6240-9738A717099C}"/>
          </ac:spMkLst>
        </pc:spChg>
        <pc:spChg chg="mod">
          <ac:chgData name="James Martin" userId="5c604502-4ee2-4081-9f0b-59e4decb0522" providerId="ADAL" clId="{2ED9032E-5F0F-41B2-A494-7461C54B8C03}" dt="2026-09-29T10:05:44.678" v="63" actId="1036"/>
          <ac:spMkLst>
            <pc:docMk/>
            <pc:sldMk cId="2164775888" sldId="1211"/>
            <ac:spMk id="15" creationId="{66122CFC-1C67-6A44-90EB-EE7A72DA8A8B}"/>
          </ac:spMkLst>
        </pc:spChg>
        <pc:spChg chg="mod">
          <ac:chgData name="James Martin" userId="5c604502-4ee2-4081-9f0b-59e4decb0522" providerId="ADAL" clId="{2ED9032E-5F0F-41B2-A494-7461C54B8C03}" dt="2026-09-29T10:03:37.653" v="42"/>
          <ac:spMkLst>
            <pc:docMk/>
            <pc:sldMk cId="2164775888" sldId="1211"/>
            <ac:spMk id="16" creationId="{0018E06A-BDA1-2B0C-62D3-85D4F79C5DBF}"/>
          </ac:spMkLst>
        </pc:spChg>
        <pc:spChg chg="mod">
          <ac:chgData name="James Martin" userId="5c604502-4ee2-4081-9f0b-59e4decb0522" providerId="ADAL" clId="{2ED9032E-5F0F-41B2-A494-7461C54B8C03}" dt="2026-09-29T10:05:49.527" v="64" actId="1076"/>
          <ac:spMkLst>
            <pc:docMk/>
            <pc:sldMk cId="2164775888" sldId="1211"/>
            <ac:spMk id="43" creationId="{D8BC1C41-837E-AAF2-972E-B3F44A356184}"/>
          </ac:spMkLst>
        </pc:spChg>
        <pc:grpChg chg="add mod">
          <ac:chgData name="James Martin" userId="5c604502-4ee2-4081-9f0b-59e4decb0522" providerId="ADAL" clId="{2ED9032E-5F0F-41B2-A494-7461C54B8C03}" dt="2026-09-29T10:03:37.653" v="42"/>
          <ac:grpSpMkLst>
            <pc:docMk/>
            <pc:sldMk cId="2164775888" sldId="1211"/>
            <ac:grpSpMk id="2" creationId="{1791705C-6F31-2369-1201-10952EB260D0}"/>
          </ac:grpSpMkLst>
        </pc:grpChg>
        <pc:grpChg chg="mod">
          <ac:chgData name="James Martin" userId="5c604502-4ee2-4081-9f0b-59e4decb0522" providerId="ADAL" clId="{2ED9032E-5F0F-41B2-A494-7461C54B8C03}" dt="2026-09-29T10:03:37.653" v="42"/>
          <ac:grpSpMkLst>
            <pc:docMk/>
            <pc:sldMk cId="2164775888" sldId="1211"/>
            <ac:grpSpMk id="8" creationId="{430347CC-A1C4-F6B9-460B-FF68F5D6C4DF}"/>
          </ac:grpSpMkLst>
        </pc:grpChg>
        <pc:grpChg chg="mod">
          <ac:chgData name="James Martin" userId="5c604502-4ee2-4081-9f0b-59e4decb0522" providerId="ADAL" clId="{2ED9032E-5F0F-41B2-A494-7461C54B8C03}" dt="2026-09-29T10:03:37.653" v="42"/>
          <ac:grpSpMkLst>
            <pc:docMk/>
            <pc:sldMk cId="2164775888" sldId="1211"/>
            <ac:grpSpMk id="9" creationId="{5F4318F1-AA61-3EB6-71DB-1C74E891FFB3}"/>
          </ac:grpSpMkLst>
        </pc:grpChg>
        <pc:cxnChg chg="mod">
          <ac:chgData name="James Martin" userId="5c604502-4ee2-4081-9f0b-59e4decb0522" providerId="ADAL" clId="{2ED9032E-5F0F-41B2-A494-7461C54B8C03}" dt="2026-09-29T10:03:37.653" v="42"/>
          <ac:cxnSpMkLst>
            <pc:docMk/>
            <pc:sldMk cId="2164775888" sldId="1211"/>
            <ac:cxnSpMk id="7" creationId="{B8945DE2-4FDF-0B7B-42A5-E25E3790FF77}"/>
          </ac:cxnSpMkLst>
        </pc:cxnChg>
      </pc:sldChg>
      <pc:sldChg chg="addSp delSp modSp mod">
        <pc:chgData name="James Martin" userId="5c604502-4ee2-4081-9f0b-59e4decb0522" providerId="ADAL" clId="{2ED9032E-5F0F-41B2-A494-7461C54B8C03}" dt="2026-09-29T10:05:17.628" v="51" actId="207"/>
        <pc:sldMkLst>
          <pc:docMk/>
          <pc:sldMk cId="137749994" sldId="1212"/>
        </pc:sldMkLst>
        <pc:spChg chg="del mod">
          <ac:chgData name="James Martin" userId="5c604502-4ee2-4081-9f0b-59e4decb0522" providerId="ADAL" clId="{2ED9032E-5F0F-41B2-A494-7461C54B8C03}" dt="2026-09-29T10:01:15.941" v="12" actId="478"/>
          <ac:spMkLst>
            <pc:docMk/>
            <pc:sldMk cId="137749994" sldId="1212"/>
            <ac:spMk id="4" creationId="{376F6B5D-7771-70DD-3E64-3D47C745BEE3}"/>
          </ac:spMkLst>
        </pc:spChg>
        <pc:spChg chg="del mod">
          <ac:chgData name="James Martin" userId="5c604502-4ee2-4081-9f0b-59e4decb0522" providerId="ADAL" clId="{2ED9032E-5F0F-41B2-A494-7461C54B8C03}" dt="2026-09-29T10:01:15.941" v="12" actId="478"/>
          <ac:spMkLst>
            <pc:docMk/>
            <pc:sldMk cId="137749994" sldId="1212"/>
            <ac:spMk id="7" creationId="{EA7681A0-8C5E-DBA6-0680-966550A83CB2}"/>
          </ac:spMkLst>
        </pc:spChg>
        <pc:spChg chg="mod">
          <ac:chgData name="James Martin" userId="5c604502-4ee2-4081-9f0b-59e4decb0522" providerId="ADAL" clId="{2ED9032E-5F0F-41B2-A494-7461C54B8C03}" dt="2026-09-29T10:01:16.577" v="13"/>
          <ac:spMkLst>
            <pc:docMk/>
            <pc:sldMk cId="137749994" sldId="1212"/>
            <ac:spMk id="10" creationId="{7B60BE7F-C3D5-C988-7C3B-0F1F0FE172A0}"/>
          </ac:spMkLst>
        </pc:spChg>
        <pc:spChg chg="mod">
          <ac:chgData name="James Martin" userId="5c604502-4ee2-4081-9f0b-59e4decb0522" providerId="ADAL" clId="{2ED9032E-5F0F-41B2-A494-7461C54B8C03}" dt="2026-09-29T10:00:11.866" v="3" actId="164"/>
          <ac:spMkLst>
            <pc:docMk/>
            <pc:sldMk cId="137749994" sldId="1212"/>
            <ac:spMk id="12" creationId="{9EE05B04-3F6F-2A22-950A-D06385036F1C}"/>
          </ac:spMkLst>
        </pc:spChg>
        <pc:spChg chg="mod">
          <ac:chgData name="James Martin" userId="5c604502-4ee2-4081-9f0b-59e4decb0522" providerId="ADAL" clId="{2ED9032E-5F0F-41B2-A494-7461C54B8C03}" dt="2026-09-29T10:01:16.577" v="13"/>
          <ac:spMkLst>
            <pc:docMk/>
            <pc:sldMk cId="137749994" sldId="1212"/>
            <ac:spMk id="13" creationId="{463A0B87-43E9-E10D-522A-BED5069CE620}"/>
          </ac:spMkLst>
        </pc:spChg>
        <pc:spChg chg="mod">
          <ac:chgData name="James Martin" userId="5c604502-4ee2-4081-9f0b-59e4decb0522" providerId="ADAL" clId="{2ED9032E-5F0F-41B2-A494-7461C54B8C03}" dt="2026-09-29T10:05:16.863" v="49" actId="208"/>
          <ac:spMkLst>
            <pc:docMk/>
            <pc:sldMk cId="137749994" sldId="1212"/>
            <ac:spMk id="15" creationId="{50D8C03D-413F-E165-5D20-7D2B236B59C4}"/>
          </ac:spMkLst>
        </pc:spChg>
        <pc:spChg chg="mod">
          <ac:chgData name="James Martin" userId="5c604502-4ee2-4081-9f0b-59e4decb0522" providerId="ADAL" clId="{2ED9032E-5F0F-41B2-A494-7461C54B8C03}" dt="2026-09-29T10:05:17.628" v="51" actId="207"/>
          <ac:spMkLst>
            <pc:docMk/>
            <pc:sldMk cId="137749994" sldId="1212"/>
            <ac:spMk id="17" creationId="{7E9B1661-9C86-5C02-E429-37798F7F6573}"/>
          </ac:spMkLst>
        </pc:spChg>
        <pc:spChg chg="mod">
          <ac:chgData name="James Martin" userId="5c604502-4ee2-4081-9f0b-59e4decb0522" providerId="ADAL" clId="{2ED9032E-5F0F-41B2-A494-7461C54B8C03}" dt="2026-09-29T10:00:11.866" v="3" actId="164"/>
          <ac:spMkLst>
            <pc:docMk/>
            <pc:sldMk cId="137749994" sldId="1212"/>
            <ac:spMk id="30" creationId="{12B909D6-741E-525F-9CAB-70B970689AE9}"/>
          </ac:spMkLst>
        </pc:spChg>
        <pc:grpChg chg="add del mod">
          <ac:chgData name="James Martin" userId="5c604502-4ee2-4081-9f0b-59e4decb0522" providerId="ADAL" clId="{2ED9032E-5F0F-41B2-A494-7461C54B8C03}" dt="2026-09-29T10:01:15.941" v="12" actId="478"/>
          <ac:grpSpMkLst>
            <pc:docMk/>
            <pc:sldMk cId="137749994" sldId="1212"/>
            <ac:grpSpMk id="2" creationId="{D15A2D0C-1325-1135-36CE-B2289904A179}"/>
          </ac:grpSpMkLst>
        </pc:grpChg>
        <pc:grpChg chg="add mod">
          <ac:chgData name="James Martin" userId="5c604502-4ee2-4081-9f0b-59e4decb0522" providerId="ADAL" clId="{2ED9032E-5F0F-41B2-A494-7461C54B8C03}" dt="2026-09-29T10:00:11.866" v="3" actId="164"/>
          <ac:grpSpMkLst>
            <pc:docMk/>
            <pc:sldMk cId="137749994" sldId="1212"/>
            <ac:grpSpMk id="8" creationId="{C3D10A0F-3661-5764-FC83-BD25CC9A82E1}"/>
          </ac:grpSpMkLst>
        </pc:grpChg>
        <pc:grpChg chg="add del mod">
          <ac:chgData name="James Martin" userId="5c604502-4ee2-4081-9f0b-59e4decb0522" providerId="ADAL" clId="{2ED9032E-5F0F-41B2-A494-7461C54B8C03}" dt="2026-09-29T10:02:10.888" v="27" actId="478"/>
          <ac:grpSpMkLst>
            <pc:docMk/>
            <pc:sldMk cId="137749994" sldId="1212"/>
            <ac:grpSpMk id="9" creationId="{F5422ADB-59C2-73FA-0E45-BB4CAF192B07}"/>
          </ac:grpSpMkLst>
        </pc:grpChg>
        <pc:grpChg chg="add mod">
          <ac:chgData name="James Martin" userId="5c604502-4ee2-4081-9f0b-59e4decb0522" providerId="ADAL" clId="{2ED9032E-5F0F-41B2-A494-7461C54B8C03}" dt="2026-09-29T10:02:11.207" v="28"/>
          <ac:grpSpMkLst>
            <pc:docMk/>
            <pc:sldMk cId="137749994" sldId="1212"/>
            <ac:grpSpMk id="14" creationId="{42FF2FF1-5251-0839-A7C8-565CD98E2EFA}"/>
          </ac:grpSpMkLst>
        </pc:grpChg>
        <pc:picChg chg="mod">
          <ac:chgData name="James Martin" userId="5c604502-4ee2-4081-9f0b-59e4decb0522" providerId="ADAL" clId="{2ED9032E-5F0F-41B2-A494-7461C54B8C03}" dt="2026-09-29T10:00:11.866" v="3" actId="164"/>
          <ac:picMkLst>
            <pc:docMk/>
            <pc:sldMk cId="137749994" sldId="1212"/>
            <ac:picMk id="5" creationId="{022592D2-77FE-151E-BBB9-23B40A38B80C}"/>
          </ac:picMkLst>
        </pc:picChg>
        <pc:cxnChg chg="del mod">
          <ac:chgData name="James Martin" userId="5c604502-4ee2-4081-9f0b-59e4decb0522" providerId="ADAL" clId="{2ED9032E-5F0F-41B2-A494-7461C54B8C03}" dt="2026-09-29T10:01:15.941" v="12" actId="478"/>
          <ac:cxnSpMkLst>
            <pc:docMk/>
            <pc:sldMk cId="137749994" sldId="1212"/>
            <ac:cxnSpMk id="6" creationId="{78632393-FD2D-B3C4-2F53-87D5E01B81F7}"/>
          </ac:cxnSpMkLst>
        </pc:cxnChg>
        <pc:cxnChg chg="mod">
          <ac:chgData name="James Martin" userId="5c604502-4ee2-4081-9f0b-59e4decb0522" providerId="ADAL" clId="{2ED9032E-5F0F-41B2-A494-7461C54B8C03}" dt="2026-09-29T10:02:10.888" v="27" actId="478"/>
          <ac:cxnSpMkLst>
            <pc:docMk/>
            <pc:sldMk cId="137749994" sldId="1212"/>
            <ac:cxnSpMk id="11" creationId="{D44E5AE5-B27A-D50F-DD86-E86A8B2EC6D1}"/>
          </ac:cxnSpMkLst>
        </pc:cxnChg>
        <pc:cxnChg chg="mod">
          <ac:chgData name="James Martin" userId="5c604502-4ee2-4081-9f0b-59e4decb0522" providerId="ADAL" clId="{2ED9032E-5F0F-41B2-A494-7461C54B8C03}" dt="2026-09-29T10:05:17.300" v="50" actId="208"/>
          <ac:cxnSpMkLst>
            <pc:docMk/>
            <pc:sldMk cId="137749994" sldId="1212"/>
            <ac:cxnSpMk id="16" creationId="{78A500CD-B8C7-287E-3B62-FB0CD9ED642A}"/>
          </ac:cxnSpMkLst>
        </pc:cxnChg>
        <pc:cxnChg chg="mod">
          <ac:chgData name="James Martin" userId="5c604502-4ee2-4081-9f0b-59e4decb0522" providerId="ADAL" clId="{2ED9032E-5F0F-41B2-A494-7461C54B8C03}" dt="2026-09-29T10:00:11.866" v="3" actId="164"/>
          <ac:cxnSpMkLst>
            <pc:docMk/>
            <pc:sldMk cId="137749994" sldId="1212"/>
            <ac:cxnSpMk id="29" creationId="{417C487C-E06C-B87B-85B5-66C9F58E489D}"/>
          </ac:cxnSpMkLst>
        </pc:cxnChg>
      </pc:sldChg>
      <pc:sldChg chg="addSp delSp modSp mod">
        <pc:chgData name="James Martin" userId="5c604502-4ee2-4081-9f0b-59e4decb0522" providerId="ADAL" clId="{2ED9032E-5F0F-41B2-A494-7461C54B8C03}" dt="2026-09-29T10:03:35.227" v="41"/>
        <pc:sldMkLst>
          <pc:docMk/>
          <pc:sldMk cId="770215455" sldId="1216"/>
        </pc:sldMkLst>
        <pc:spChg chg="mod">
          <ac:chgData name="James Martin" userId="5c604502-4ee2-4081-9f0b-59e4decb0522" providerId="ADAL" clId="{2ED9032E-5F0F-41B2-A494-7461C54B8C03}" dt="2026-09-29T10:03:32.872" v="39" actId="164"/>
          <ac:spMkLst>
            <pc:docMk/>
            <pc:sldMk cId="770215455" sldId="1216"/>
            <ac:spMk id="6" creationId="{CF53BC97-9CD3-91F8-7DEC-CBED8AD12AD7}"/>
          </ac:spMkLst>
        </pc:spChg>
        <pc:spChg chg="mod">
          <ac:chgData name="James Martin" userId="5c604502-4ee2-4081-9f0b-59e4decb0522" providerId="ADAL" clId="{2ED9032E-5F0F-41B2-A494-7461C54B8C03}" dt="2026-09-29T10:03:32.872" v="39" actId="164"/>
          <ac:spMkLst>
            <pc:docMk/>
            <pc:sldMk cId="770215455" sldId="1216"/>
            <ac:spMk id="7" creationId="{9B31BA00-D694-7FCB-33D0-72A8B85445CE}"/>
          </ac:spMkLst>
        </pc:spChg>
        <pc:spChg chg="mod">
          <ac:chgData name="James Martin" userId="5c604502-4ee2-4081-9f0b-59e4decb0522" providerId="ADAL" clId="{2ED9032E-5F0F-41B2-A494-7461C54B8C03}" dt="2026-09-29T10:00:15.572" v="4"/>
          <ac:spMkLst>
            <pc:docMk/>
            <pc:sldMk cId="770215455" sldId="1216"/>
            <ac:spMk id="9" creationId="{901C7E03-1AA4-B8E4-FF11-60790B7799AE}"/>
          </ac:spMkLst>
        </pc:spChg>
        <pc:spChg chg="mod">
          <ac:chgData name="James Martin" userId="5c604502-4ee2-4081-9f0b-59e4decb0522" providerId="ADAL" clId="{2ED9032E-5F0F-41B2-A494-7461C54B8C03}" dt="2026-09-29T10:00:15.572" v="4"/>
          <ac:spMkLst>
            <pc:docMk/>
            <pc:sldMk cId="770215455" sldId="1216"/>
            <ac:spMk id="11" creationId="{625FD3C6-8CDC-B7A4-8814-F0E9CCF3E82A}"/>
          </ac:spMkLst>
        </pc:spChg>
        <pc:spChg chg="mod">
          <ac:chgData name="James Martin" userId="5c604502-4ee2-4081-9f0b-59e4decb0522" providerId="ADAL" clId="{2ED9032E-5F0F-41B2-A494-7461C54B8C03}" dt="2026-09-29T10:00:15.572" v="4"/>
          <ac:spMkLst>
            <pc:docMk/>
            <pc:sldMk cId="770215455" sldId="1216"/>
            <ac:spMk id="13" creationId="{AD2171D1-337C-7820-9A1B-F900DBADC39C}"/>
          </ac:spMkLst>
        </pc:spChg>
        <pc:spChg chg="mod">
          <ac:chgData name="James Martin" userId="5c604502-4ee2-4081-9f0b-59e4decb0522" providerId="ADAL" clId="{2ED9032E-5F0F-41B2-A494-7461C54B8C03}" dt="2026-09-29T10:00:15.572" v="4"/>
          <ac:spMkLst>
            <pc:docMk/>
            <pc:sldMk cId="770215455" sldId="1216"/>
            <ac:spMk id="15" creationId="{E28E5917-C37B-511D-5EA4-70F77B8DC4F1}"/>
          </ac:spMkLst>
        </pc:spChg>
        <pc:spChg chg="mod">
          <ac:chgData name="James Martin" userId="5c604502-4ee2-4081-9f0b-59e4decb0522" providerId="ADAL" clId="{2ED9032E-5F0F-41B2-A494-7461C54B8C03}" dt="2026-09-29T10:00:18.535" v="5"/>
          <ac:spMkLst>
            <pc:docMk/>
            <pc:sldMk cId="770215455" sldId="1216"/>
            <ac:spMk id="18" creationId="{F36E5936-93FC-EC4A-818C-3808E4930C83}"/>
          </ac:spMkLst>
        </pc:spChg>
        <pc:spChg chg="mod">
          <ac:chgData name="James Martin" userId="5c604502-4ee2-4081-9f0b-59e4decb0522" providerId="ADAL" clId="{2ED9032E-5F0F-41B2-A494-7461C54B8C03}" dt="2026-09-29T10:00:18.535" v="5"/>
          <ac:spMkLst>
            <pc:docMk/>
            <pc:sldMk cId="770215455" sldId="1216"/>
            <ac:spMk id="20" creationId="{06CAA946-6820-5ACA-2D0B-5D8C197C8EE0}"/>
          </ac:spMkLst>
        </pc:spChg>
        <pc:spChg chg="del mod">
          <ac:chgData name="James Martin" userId="5c604502-4ee2-4081-9f0b-59e4decb0522" providerId="ADAL" clId="{2ED9032E-5F0F-41B2-A494-7461C54B8C03}" dt="2026-09-29T10:01:22.664" v="14" actId="478"/>
          <ac:spMkLst>
            <pc:docMk/>
            <pc:sldMk cId="770215455" sldId="1216"/>
            <ac:spMk id="22" creationId="{424B5B2B-08C7-E4E2-C23F-E7EF2C75FB72}"/>
          </ac:spMkLst>
        </pc:spChg>
        <pc:spChg chg="del mod">
          <ac:chgData name="James Martin" userId="5c604502-4ee2-4081-9f0b-59e4decb0522" providerId="ADAL" clId="{2ED9032E-5F0F-41B2-A494-7461C54B8C03}" dt="2026-09-29T10:01:22.664" v="14" actId="478"/>
          <ac:spMkLst>
            <pc:docMk/>
            <pc:sldMk cId="770215455" sldId="1216"/>
            <ac:spMk id="24" creationId="{69CC26E5-B7C3-38E9-63C7-DA7325D8AAAC}"/>
          </ac:spMkLst>
        </pc:spChg>
        <pc:spChg chg="mod">
          <ac:chgData name="James Martin" userId="5c604502-4ee2-4081-9f0b-59e4decb0522" providerId="ADAL" clId="{2ED9032E-5F0F-41B2-A494-7461C54B8C03}" dt="2026-09-29T10:01:23.189" v="15"/>
          <ac:spMkLst>
            <pc:docMk/>
            <pc:sldMk cId="770215455" sldId="1216"/>
            <ac:spMk id="26" creationId="{0DED8A5D-C133-D164-A204-93DD8D5B99C3}"/>
          </ac:spMkLst>
        </pc:spChg>
        <pc:spChg chg="mod">
          <ac:chgData name="James Martin" userId="5c604502-4ee2-4081-9f0b-59e4decb0522" providerId="ADAL" clId="{2ED9032E-5F0F-41B2-A494-7461C54B8C03}" dt="2026-09-29T10:01:23.189" v="15"/>
          <ac:spMkLst>
            <pc:docMk/>
            <pc:sldMk cId="770215455" sldId="1216"/>
            <ac:spMk id="28" creationId="{4C2014F4-813A-77C3-686C-EBE638CDDEB5}"/>
          </ac:spMkLst>
        </pc:spChg>
        <pc:spChg chg="mod">
          <ac:chgData name="James Martin" userId="5c604502-4ee2-4081-9f0b-59e4decb0522" providerId="ADAL" clId="{2ED9032E-5F0F-41B2-A494-7461C54B8C03}" dt="2026-09-29T10:02:06.483" v="26"/>
          <ac:spMkLst>
            <pc:docMk/>
            <pc:sldMk cId="770215455" sldId="1216"/>
            <ac:spMk id="32" creationId="{F9703392-C616-D747-16B2-48F1F956145E}"/>
          </ac:spMkLst>
        </pc:spChg>
        <pc:spChg chg="mod">
          <ac:chgData name="James Martin" userId="5c604502-4ee2-4081-9f0b-59e4decb0522" providerId="ADAL" clId="{2ED9032E-5F0F-41B2-A494-7461C54B8C03}" dt="2026-09-29T10:02:06.483" v="26"/>
          <ac:spMkLst>
            <pc:docMk/>
            <pc:sldMk cId="770215455" sldId="1216"/>
            <ac:spMk id="34" creationId="{66971407-0FB2-3562-A0A6-C5186BAFB19E}"/>
          </ac:spMkLst>
        </pc:spChg>
        <pc:spChg chg="mod">
          <ac:chgData name="James Martin" userId="5c604502-4ee2-4081-9f0b-59e4decb0522" providerId="ADAL" clId="{2ED9032E-5F0F-41B2-A494-7461C54B8C03}" dt="2026-09-29T10:03:35.227" v="41"/>
          <ac:spMkLst>
            <pc:docMk/>
            <pc:sldMk cId="770215455" sldId="1216"/>
            <ac:spMk id="37" creationId="{CF53BC97-9CD3-91F8-7DEC-CBED8AD12AD7}"/>
          </ac:spMkLst>
        </pc:spChg>
        <pc:spChg chg="mod">
          <ac:chgData name="James Martin" userId="5c604502-4ee2-4081-9f0b-59e4decb0522" providerId="ADAL" clId="{2ED9032E-5F0F-41B2-A494-7461C54B8C03}" dt="2026-09-29T10:03:35.227" v="41"/>
          <ac:spMkLst>
            <pc:docMk/>
            <pc:sldMk cId="770215455" sldId="1216"/>
            <ac:spMk id="38" creationId="{9B31BA00-D694-7FCB-33D0-72A8B85445CE}"/>
          </ac:spMkLst>
        </pc:spChg>
        <pc:spChg chg="mod">
          <ac:chgData name="James Martin" userId="5c604502-4ee2-4081-9f0b-59e4decb0522" providerId="ADAL" clId="{2ED9032E-5F0F-41B2-A494-7461C54B8C03}" dt="2026-09-29T10:03:35.227" v="41"/>
          <ac:spMkLst>
            <pc:docMk/>
            <pc:sldMk cId="770215455" sldId="1216"/>
            <ac:spMk id="42" creationId="{F9703392-C616-D747-16B2-48F1F956145E}"/>
          </ac:spMkLst>
        </pc:spChg>
        <pc:spChg chg="mod">
          <ac:chgData name="James Martin" userId="5c604502-4ee2-4081-9f0b-59e4decb0522" providerId="ADAL" clId="{2ED9032E-5F0F-41B2-A494-7461C54B8C03}" dt="2026-09-29T10:03:35.227" v="41"/>
          <ac:spMkLst>
            <pc:docMk/>
            <pc:sldMk cId="770215455" sldId="1216"/>
            <ac:spMk id="44" creationId="{66971407-0FB2-3562-A0A6-C5186BAFB19E}"/>
          </ac:spMkLst>
        </pc:spChg>
        <pc:spChg chg="mod">
          <ac:chgData name="James Martin" userId="5c604502-4ee2-4081-9f0b-59e4decb0522" providerId="ADAL" clId="{2ED9032E-5F0F-41B2-A494-7461C54B8C03}" dt="2026-09-29T10:03:35.227" v="41"/>
          <ac:spMkLst>
            <pc:docMk/>
            <pc:sldMk cId="770215455" sldId="1216"/>
            <ac:spMk id="45" creationId="{F36E5936-93FC-EC4A-818C-3808E4930C83}"/>
          </ac:spMkLst>
        </pc:spChg>
        <pc:spChg chg="mod">
          <ac:chgData name="James Martin" userId="5c604502-4ee2-4081-9f0b-59e4decb0522" providerId="ADAL" clId="{2ED9032E-5F0F-41B2-A494-7461C54B8C03}" dt="2026-09-29T10:03:35.227" v="41"/>
          <ac:spMkLst>
            <pc:docMk/>
            <pc:sldMk cId="770215455" sldId="1216"/>
            <ac:spMk id="47" creationId="{06CAA946-6820-5ACA-2D0B-5D8C197C8EE0}"/>
          </ac:spMkLst>
        </pc:spChg>
        <pc:grpChg chg="add mod">
          <ac:chgData name="James Martin" userId="5c604502-4ee2-4081-9f0b-59e4decb0522" providerId="ADAL" clId="{2ED9032E-5F0F-41B2-A494-7461C54B8C03}" dt="2026-09-29T10:00:15.572" v="4"/>
          <ac:grpSpMkLst>
            <pc:docMk/>
            <pc:sldMk cId="770215455" sldId="1216"/>
            <ac:grpSpMk id="2" creationId="{63F37C83-4B49-8A8C-ECFC-6B03CE4CFB3F}"/>
          </ac:grpSpMkLst>
        </pc:grpChg>
        <pc:grpChg chg="mod">
          <ac:chgData name="James Martin" userId="5c604502-4ee2-4081-9f0b-59e4decb0522" providerId="ADAL" clId="{2ED9032E-5F0F-41B2-A494-7461C54B8C03}" dt="2026-09-29T10:00:15.572" v="4"/>
          <ac:grpSpMkLst>
            <pc:docMk/>
            <pc:sldMk cId="770215455" sldId="1216"/>
            <ac:grpSpMk id="12" creationId="{FC3DEE94-4B9C-17CB-AF16-A1318DBA7D8F}"/>
          </ac:grpSpMkLst>
        </pc:grpChg>
        <pc:grpChg chg="add mod">
          <ac:chgData name="James Martin" userId="5c604502-4ee2-4081-9f0b-59e4decb0522" providerId="ADAL" clId="{2ED9032E-5F0F-41B2-A494-7461C54B8C03}" dt="2026-09-29T10:03:32.872" v="39" actId="164"/>
          <ac:grpSpMkLst>
            <pc:docMk/>
            <pc:sldMk cId="770215455" sldId="1216"/>
            <ac:grpSpMk id="16" creationId="{94B527C8-8A61-ABBC-FD24-A0D4AD4E7E6F}"/>
          </ac:grpSpMkLst>
        </pc:grpChg>
        <pc:grpChg chg="del mod">
          <ac:chgData name="James Martin" userId="5c604502-4ee2-4081-9f0b-59e4decb0522" providerId="ADAL" clId="{2ED9032E-5F0F-41B2-A494-7461C54B8C03}" dt="2026-09-29T10:01:22.664" v="14" actId="478"/>
          <ac:grpSpMkLst>
            <pc:docMk/>
            <pc:sldMk cId="770215455" sldId="1216"/>
            <ac:grpSpMk id="21" creationId="{F5E1F8CD-954A-033D-DD3B-8B3D816BFD6D}"/>
          </ac:grpSpMkLst>
        </pc:grpChg>
        <pc:grpChg chg="add del mod">
          <ac:chgData name="James Martin" userId="5c604502-4ee2-4081-9f0b-59e4decb0522" providerId="ADAL" clId="{2ED9032E-5F0F-41B2-A494-7461C54B8C03}" dt="2026-09-29T10:02:05.683" v="25" actId="478"/>
          <ac:grpSpMkLst>
            <pc:docMk/>
            <pc:sldMk cId="770215455" sldId="1216"/>
            <ac:grpSpMk id="25" creationId="{84E62187-4905-3E0A-9F4A-65591389CB64}"/>
          </ac:grpSpMkLst>
        </pc:grpChg>
        <pc:grpChg chg="add mod">
          <ac:chgData name="James Martin" userId="5c604502-4ee2-4081-9f0b-59e4decb0522" providerId="ADAL" clId="{2ED9032E-5F0F-41B2-A494-7461C54B8C03}" dt="2026-09-29T10:03:32.872" v="39" actId="164"/>
          <ac:grpSpMkLst>
            <pc:docMk/>
            <pc:sldMk cId="770215455" sldId="1216"/>
            <ac:grpSpMk id="31" creationId="{DF9680CA-8846-2B8A-4F65-F846338519E2}"/>
          </ac:grpSpMkLst>
        </pc:grpChg>
        <pc:grpChg chg="add del mod">
          <ac:chgData name="James Martin" userId="5c604502-4ee2-4081-9f0b-59e4decb0522" providerId="ADAL" clId="{2ED9032E-5F0F-41B2-A494-7461C54B8C03}" dt="2026-09-29T10:03:34.420" v="40" actId="21"/>
          <ac:grpSpMkLst>
            <pc:docMk/>
            <pc:sldMk cId="770215455" sldId="1216"/>
            <ac:grpSpMk id="35" creationId="{1AFE99A8-017F-6C46-663A-FAA686914C0F}"/>
          </ac:grpSpMkLst>
        </pc:grpChg>
        <pc:grpChg chg="add mod">
          <ac:chgData name="James Martin" userId="5c604502-4ee2-4081-9f0b-59e4decb0522" providerId="ADAL" clId="{2ED9032E-5F0F-41B2-A494-7461C54B8C03}" dt="2026-09-29T10:03:35.227" v="41"/>
          <ac:grpSpMkLst>
            <pc:docMk/>
            <pc:sldMk cId="770215455" sldId="1216"/>
            <ac:grpSpMk id="36" creationId="{1AFE99A8-017F-6C46-663A-FAA686914C0F}"/>
          </ac:grpSpMkLst>
        </pc:grpChg>
        <pc:grpChg chg="mod">
          <ac:chgData name="James Martin" userId="5c604502-4ee2-4081-9f0b-59e4decb0522" providerId="ADAL" clId="{2ED9032E-5F0F-41B2-A494-7461C54B8C03}" dt="2026-09-29T10:03:35.227" v="41"/>
          <ac:grpSpMkLst>
            <pc:docMk/>
            <pc:sldMk cId="770215455" sldId="1216"/>
            <ac:grpSpMk id="40" creationId="{94B527C8-8A61-ABBC-FD24-A0D4AD4E7E6F}"/>
          </ac:grpSpMkLst>
        </pc:grpChg>
        <pc:grpChg chg="mod">
          <ac:chgData name="James Martin" userId="5c604502-4ee2-4081-9f0b-59e4decb0522" providerId="ADAL" clId="{2ED9032E-5F0F-41B2-A494-7461C54B8C03}" dt="2026-09-29T10:03:35.227" v="41"/>
          <ac:grpSpMkLst>
            <pc:docMk/>
            <pc:sldMk cId="770215455" sldId="1216"/>
            <ac:grpSpMk id="41" creationId="{DF9680CA-8846-2B8A-4F65-F846338519E2}"/>
          </ac:grpSpMkLst>
        </pc:grpChg>
        <pc:picChg chg="mod">
          <ac:chgData name="James Martin" userId="5c604502-4ee2-4081-9f0b-59e4decb0522" providerId="ADAL" clId="{2ED9032E-5F0F-41B2-A494-7461C54B8C03}" dt="2026-09-29T10:00:15.572" v="4"/>
          <ac:picMkLst>
            <pc:docMk/>
            <pc:sldMk cId="770215455" sldId="1216"/>
            <ac:picMk id="4" creationId="{3A1134FB-1754-BDC2-4B06-2AE3A082FA70}"/>
          </ac:picMkLst>
        </pc:picChg>
        <pc:picChg chg="del mod">
          <ac:chgData name="James Martin" userId="5c604502-4ee2-4081-9f0b-59e4decb0522" providerId="ADAL" clId="{2ED9032E-5F0F-41B2-A494-7461C54B8C03}" dt="2026-09-29T10:00:21.537" v="6" actId="478"/>
          <ac:picMkLst>
            <pc:docMk/>
            <pc:sldMk cId="770215455" sldId="1216"/>
            <ac:picMk id="17" creationId="{C1C76105-5D4A-1F2C-667C-F02D3C9E4ADB}"/>
          </ac:picMkLst>
        </pc:picChg>
        <pc:cxnChg chg="mod">
          <ac:chgData name="James Martin" userId="5c604502-4ee2-4081-9f0b-59e4decb0522" providerId="ADAL" clId="{2ED9032E-5F0F-41B2-A494-7461C54B8C03}" dt="2026-09-29T10:03:32.872" v="39" actId="164"/>
          <ac:cxnSpMkLst>
            <pc:docMk/>
            <pc:sldMk cId="770215455" sldId="1216"/>
            <ac:cxnSpMk id="8" creationId="{B2E94667-22BE-E704-06FE-80D5650AB5CD}"/>
          </ac:cxnSpMkLst>
        </pc:cxnChg>
        <pc:cxnChg chg="mod">
          <ac:chgData name="James Martin" userId="5c604502-4ee2-4081-9f0b-59e4decb0522" providerId="ADAL" clId="{2ED9032E-5F0F-41B2-A494-7461C54B8C03}" dt="2026-09-29T10:00:15.572" v="4"/>
          <ac:cxnSpMkLst>
            <pc:docMk/>
            <pc:sldMk cId="770215455" sldId="1216"/>
            <ac:cxnSpMk id="10" creationId="{38FB58C1-C049-C091-7B19-7C6CA283ADA5}"/>
          </ac:cxnSpMkLst>
        </pc:cxnChg>
        <pc:cxnChg chg="mod">
          <ac:chgData name="James Martin" userId="5c604502-4ee2-4081-9f0b-59e4decb0522" providerId="ADAL" clId="{2ED9032E-5F0F-41B2-A494-7461C54B8C03}" dt="2026-09-29T10:00:15.572" v="4"/>
          <ac:cxnSpMkLst>
            <pc:docMk/>
            <pc:sldMk cId="770215455" sldId="1216"/>
            <ac:cxnSpMk id="14" creationId="{457357A8-80BB-101F-15CA-F00F331CF137}"/>
          </ac:cxnSpMkLst>
        </pc:cxnChg>
        <pc:cxnChg chg="mod">
          <ac:chgData name="James Martin" userId="5c604502-4ee2-4081-9f0b-59e4decb0522" providerId="ADAL" clId="{2ED9032E-5F0F-41B2-A494-7461C54B8C03}" dt="2026-09-29T10:00:18.535" v="5"/>
          <ac:cxnSpMkLst>
            <pc:docMk/>
            <pc:sldMk cId="770215455" sldId="1216"/>
            <ac:cxnSpMk id="19" creationId="{9D0FD145-B71D-FEAF-ACDC-89C4AC492FE4}"/>
          </ac:cxnSpMkLst>
        </pc:cxnChg>
        <pc:cxnChg chg="del mod">
          <ac:chgData name="James Martin" userId="5c604502-4ee2-4081-9f0b-59e4decb0522" providerId="ADAL" clId="{2ED9032E-5F0F-41B2-A494-7461C54B8C03}" dt="2026-09-29T10:01:22.664" v="14" actId="478"/>
          <ac:cxnSpMkLst>
            <pc:docMk/>
            <pc:sldMk cId="770215455" sldId="1216"/>
            <ac:cxnSpMk id="23" creationId="{3F2A6DC7-6D8E-D354-505F-2778C0590DAA}"/>
          </ac:cxnSpMkLst>
        </pc:cxnChg>
        <pc:cxnChg chg="mod">
          <ac:chgData name="James Martin" userId="5c604502-4ee2-4081-9f0b-59e4decb0522" providerId="ADAL" clId="{2ED9032E-5F0F-41B2-A494-7461C54B8C03}" dt="2026-09-29T10:02:05.683" v="25" actId="478"/>
          <ac:cxnSpMkLst>
            <pc:docMk/>
            <pc:sldMk cId="770215455" sldId="1216"/>
            <ac:cxnSpMk id="27" creationId="{4DBCAAB2-E652-1FB1-9AA9-FF4ADF7A37CC}"/>
          </ac:cxnSpMkLst>
        </pc:cxnChg>
        <pc:cxnChg chg="mod">
          <ac:chgData name="James Martin" userId="5c604502-4ee2-4081-9f0b-59e4decb0522" providerId="ADAL" clId="{2ED9032E-5F0F-41B2-A494-7461C54B8C03}" dt="2026-09-29T10:02:06.483" v="26"/>
          <ac:cxnSpMkLst>
            <pc:docMk/>
            <pc:sldMk cId="770215455" sldId="1216"/>
            <ac:cxnSpMk id="33" creationId="{CEDA0CAD-AF9D-159A-1BCC-C0E50BC9A694}"/>
          </ac:cxnSpMkLst>
        </pc:cxnChg>
        <pc:cxnChg chg="mod">
          <ac:chgData name="James Martin" userId="5c604502-4ee2-4081-9f0b-59e4decb0522" providerId="ADAL" clId="{2ED9032E-5F0F-41B2-A494-7461C54B8C03}" dt="2026-09-29T10:03:35.227" v="41"/>
          <ac:cxnSpMkLst>
            <pc:docMk/>
            <pc:sldMk cId="770215455" sldId="1216"/>
            <ac:cxnSpMk id="46" creationId="{9D0FD145-B71D-FEAF-ACDC-89C4AC492FE4}"/>
          </ac:cxnSpMkLst>
        </pc:cxnChg>
      </pc:sldChg>
      <pc:sldChg chg="addSp delSp modSp mod">
        <pc:chgData name="James Martin" userId="5c604502-4ee2-4081-9f0b-59e4decb0522" providerId="ADAL" clId="{2ED9032E-5F0F-41B2-A494-7461C54B8C03}" dt="2026-09-29T10:02:16.057" v="30"/>
        <pc:sldMkLst>
          <pc:docMk/>
          <pc:sldMk cId="307410193" sldId="1217"/>
        </pc:sldMkLst>
        <pc:spChg chg="mod">
          <ac:chgData name="James Martin" userId="5c604502-4ee2-4081-9f0b-59e4decb0522" providerId="ADAL" clId="{2ED9032E-5F0F-41B2-A494-7461C54B8C03}" dt="2026-09-29T10:00:00.241" v="1" actId="164"/>
          <ac:spMkLst>
            <pc:docMk/>
            <pc:sldMk cId="307410193" sldId="1217"/>
            <ac:spMk id="9" creationId="{AB10978B-5859-0842-EA8F-5EAF8BE9F978}"/>
          </ac:spMkLst>
        </pc:spChg>
        <pc:spChg chg="mod">
          <ac:chgData name="James Martin" userId="5c604502-4ee2-4081-9f0b-59e4decb0522" providerId="ADAL" clId="{2ED9032E-5F0F-41B2-A494-7461C54B8C03}" dt="2026-09-29T10:02:16.057" v="30"/>
          <ac:spMkLst>
            <pc:docMk/>
            <pc:sldMk cId="307410193" sldId="1217"/>
            <ac:spMk id="11" creationId="{8D2E1144-7F48-D1A0-4F54-3954A01ED7C7}"/>
          </ac:spMkLst>
        </pc:spChg>
        <pc:spChg chg="mod">
          <ac:chgData name="James Martin" userId="5c604502-4ee2-4081-9f0b-59e4decb0522" providerId="ADAL" clId="{2ED9032E-5F0F-41B2-A494-7461C54B8C03}" dt="2026-09-29T10:02:16.057" v="30"/>
          <ac:spMkLst>
            <pc:docMk/>
            <pc:sldMk cId="307410193" sldId="1217"/>
            <ac:spMk id="13" creationId="{EFF77735-ED35-FD54-82B9-C7B10D56042D}"/>
          </ac:spMkLst>
        </pc:spChg>
        <pc:spChg chg="mod">
          <ac:chgData name="James Martin" userId="5c604502-4ee2-4081-9f0b-59e4decb0522" providerId="ADAL" clId="{2ED9032E-5F0F-41B2-A494-7461C54B8C03}" dt="2026-09-29T10:01:02.601" v="11" actId="1076"/>
          <ac:spMkLst>
            <pc:docMk/>
            <pc:sldMk cId="307410193" sldId="1217"/>
            <ac:spMk id="28" creationId="{05EA23A0-7140-1A01-4050-75FB6BAECEF0}"/>
          </ac:spMkLst>
        </pc:spChg>
        <pc:grpChg chg="add del mod">
          <ac:chgData name="James Martin" userId="5c604502-4ee2-4081-9f0b-59e4decb0522" providerId="ADAL" clId="{2ED9032E-5F0F-41B2-A494-7461C54B8C03}" dt="2026-09-29T10:02:15.734" v="29" actId="478"/>
          <ac:grpSpMkLst>
            <pc:docMk/>
            <pc:sldMk cId="307410193" sldId="1217"/>
            <ac:grpSpMk id="2" creationId="{CB823B0E-39FF-B1E7-E76D-9BEB6724AA09}"/>
          </ac:grpSpMkLst>
        </pc:grpChg>
        <pc:grpChg chg="add mod">
          <ac:chgData name="James Martin" userId="5c604502-4ee2-4081-9f0b-59e4decb0522" providerId="ADAL" clId="{2ED9032E-5F0F-41B2-A494-7461C54B8C03}" dt="2026-09-29T10:02:16.057" v="30"/>
          <ac:grpSpMkLst>
            <pc:docMk/>
            <pc:sldMk cId="307410193" sldId="1217"/>
            <ac:grpSpMk id="10" creationId="{37EF989D-4D55-9957-F6B3-CC4C77EDDCBA}"/>
          </ac:grpSpMkLst>
        </pc:grpChg>
        <pc:cxnChg chg="mod">
          <ac:chgData name="James Martin" userId="5c604502-4ee2-4081-9f0b-59e4decb0522" providerId="ADAL" clId="{2ED9032E-5F0F-41B2-A494-7461C54B8C03}" dt="2026-09-29T10:02:16.057" v="30"/>
          <ac:cxnSpMkLst>
            <pc:docMk/>
            <pc:sldMk cId="307410193" sldId="1217"/>
            <ac:cxnSpMk id="12" creationId="{9FB64BBE-E0D6-F5E7-E0A8-6751908031EC}"/>
          </ac:cxnSpMkLst>
        </pc:cxnChg>
        <pc:cxnChg chg="mod">
          <ac:chgData name="James Martin" userId="5c604502-4ee2-4081-9f0b-59e4decb0522" providerId="ADAL" clId="{2ED9032E-5F0F-41B2-A494-7461C54B8C03}" dt="2026-09-29T10:02:15.734" v="29" actId="478"/>
          <ac:cxnSpMkLst>
            <pc:docMk/>
            <pc:sldMk cId="307410193" sldId="1217"/>
            <ac:cxnSpMk id="24" creationId="{002944C9-C879-CA81-1CB3-BE20B0132473}"/>
          </ac:cxnSpMkLst>
        </pc:cxnChg>
      </pc:sldChg>
      <pc:sldChg chg="del">
        <pc:chgData name="James Martin" userId="5c604502-4ee2-4081-9f0b-59e4decb0522" providerId="ADAL" clId="{2ED9032E-5F0F-41B2-A494-7461C54B8C03}" dt="2026-09-29T09:59:53.189" v="0" actId="47"/>
        <pc:sldMkLst>
          <pc:docMk/>
          <pc:sldMk cId="2561040898" sldId="1218"/>
        </pc:sldMkLst>
      </pc:sldChg>
      <pc:sldChg chg="del">
        <pc:chgData name="James Martin" userId="5c604502-4ee2-4081-9f0b-59e4decb0522" providerId="ADAL" clId="{2ED9032E-5F0F-41B2-A494-7461C54B8C03}" dt="2026-09-29T09:59:53.189" v="0" actId="47"/>
        <pc:sldMkLst>
          <pc:docMk/>
          <pc:sldMk cId="279873814" sldId="1219"/>
        </pc:sldMkLst>
      </pc:sldChg>
      <pc:sldChg chg="ord">
        <pc:chgData name="James Martin" userId="5c604502-4ee2-4081-9f0b-59e4decb0522" providerId="ADAL" clId="{2ED9032E-5F0F-41B2-A494-7461C54B8C03}" dt="2026-09-29T10:02:29.921" v="32"/>
        <pc:sldMkLst>
          <pc:docMk/>
          <pc:sldMk cId="2424543490" sldId="1221"/>
        </pc:sldMkLst>
      </pc:sldChg>
      <pc:sldChg chg="del">
        <pc:chgData name="James Martin" userId="5c604502-4ee2-4081-9f0b-59e4decb0522" providerId="ADAL" clId="{2ED9032E-5F0F-41B2-A494-7461C54B8C03}" dt="2026-09-29T10:06:36.587" v="65" actId="47"/>
        <pc:sldMkLst>
          <pc:docMk/>
          <pc:sldMk cId="3539536980" sldId="1226"/>
        </pc:sldMkLst>
      </pc:sldChg>
      <pc:sldChg chg="del">
        <pc:chgData name="James Martin" userId="5c604502-4ee2-4081-9f0b-59e4decb0522" providerId="ADAL" clId="{2ED9032E-5F0F-41B2-A494-7461C54B8C03}" dt="2026-09-29T10:06:56.804" v="66" actId="47"/>
        <pc:sldMkLst>
          <pc:docMk/>
          <pc:sldMk cId="1358889080" sldId="1229"/>
        </pc:sldMkLst>
      </pc:sldChg>
      <pc:sldChg chg="del">
        <pc:chgData name="James Martin" userId="5c604502-4ee2-4081-9f0b-59e4decb0522" providerId="ADAL" clId="{2ED9032E-5F0F-41B2-A494-7461C54B8C03}" dt="2026-09-29T10:07:07.536" v="67" actId="47"/>
        <pc:sldMkLst>
          <pc:docMk/>
          <pc:sldMk cId="3274125907" sldId="1236"/>
        </pc:sldMkLst>
      </pc:sldChg>
      <pc:sldChg chg="del">
        <pc:chgData name="James Martin" userId="5c604502-4ee2-4081-9f0b-59e4decb0522" providerId="ADAL" clId="{2ED9032E-5F0F-41B2-A494-7461C54B8C03}" dt="2026-09-29T10:08:01.646" v="70" actId="47"/>
        <pc:sldMkLst>
          <pc:docMk/>
          <pc:sldMk cId="62159933" sldId="1240"/>
        </pc:sldMkLst>
      </pc:sldChg>
      <pc:sldChg chg="del">
        <pc:chgData name="James Martin" userId="5c604502-4ee2-4081-9f0b-59e4decb0522" providerId="ADAL" clId="{2ED9032E-5F0F-41B2-A494-7461C54B8C03}" dt="2026-09-29T10:07:43.479" v="68" actId="47"/>
        <pc:sldMkLst>
          <pc:docMk/>
          <pc:sldMk cId="2694861086" sldId="1244"/>
        </pc:sldMkLst>
      </pc:sldChg>
      <pc:sldChg chg="addSp modSp mod">
        <pc:chgData name="James Martin" userId="5c604502-4ee2-4081-9f0b-59e4decb0522" providerId="ADAL" clId="{2ED9032E-5F0F-41B2-A494-7461C54B8C03}" dt="2026-09-29T10:08:42.603" v="78" actId="164"/>
        <pc:sldMkLst>
          <pc:docMk/>
          <pc:sldMk cId="3223937908" sldId="1245"/>
        </pc:sldMkLst>
        <pc:spChg chg="mod">
          <ac:chgData name="James Martin" userId="5c604502-4ee2-4081-9f0b-59e4decb0522" providerId="ADAL" clId="{2ED9032E-5F0F-41B2-A494-7461C54B8C03}" dt="2026-09-29T10:08:42.603" v="78" actId="164"/>
          <ac:spMkLst>
            <pc:docMk/>
            <pc:sldMk cId="3223937908" sldId="1245"/>
            <ac:spMk id="15" creationId="{D0DBEEE5-ECFA-3082-A8B9-D08ED71B1EBA}"/>
          </ac:spMkLst>
        </pc:spChg>
        <pc:spChg chg="mod">
          <ac:chgData name="James Martin" userId="5c604502-4ee2-4081-9f0b-59e4decb0522" providerId="ADAL" clId="{2ED9032E-5F0F-41B2-A494-7461C54B8C03}" dt="2026-09-29T10:08:42.603" v="78" actId="164"/>
          <ac:spMkLst>
            <pc:docMk/>
            <pc:sldMk cId="3223937908" sldId="1245"/>
            <ac:spMk id="16" creationId="{42FA273E-C8AF-AD94-3635-9221D9A81392}"/>
          </ac:spMkLst>
        </pc:spChg>
        <pc:grpChg chg="add mod">
          <ac:chgData name="James Martin" userId="5c604502-4ee2-4081-9f0b-59e4decb0522" providerId="ADAL" clId="{2ED9032E-5F0F-41B2-A494-7461C54B8C03}" dt="2026-09-29T10:08:42.603" v="78" actId="164"/>
          <ac:grpSpMkLst>
            <pc:docMk/>
            <pc:sldMk cId="3223937908" sldId="1245"/>
            <ac:grpSpMk id="6" creationId="{C11DA880-1C67-0D18-2DDD-8227A9E588D7}"/>
          </ac:grpSpMkLst>
        </pc:grpChg>
        <pc:cxnChg chg="mod">
          <ac:chgData name="James Martin" userId="5c604502-4ee2-4081-9f0b-59e4decb0522" providerId="ADAL" clId="{2ED9032E-5F0F-41B2-A494-7461C54B8C03}" dt="2026-09-29T10:08:42.603" v="78" actId="164"/>
          <ac:cxnSpMkLst>
            <pc:docMk/>
            <pc:sldMk cId="3223937908" sldId="1245"/>
            <ac:cxnSpMk id="17" creationId="{249CAF2E-6883-9DCA-D1B6-327E9AE3DF1F}"/>
          </ac:cxnSpMkLst>
        </pc:cxnChg>
      </pc:sldChg>
      <pc:sldChg chg="addSp modSp mod">
        <pc:chgData name="James Martin" userId="5c604502-4ee2-4081-9f0b-59e4decb0522" providerId="ADAL" clId="{2ED9032E-5F0F-41B2-A494-7461C54B8C03}" dt="2026-09-29T10:08:50.735" v="80" actId="14100"/>
        <pc:sldMkLst>
          <pc:docMk/>
          <pc:sldMk cId="1144735466" sldId="1246"/>
        </pc:sldMkLst>
        <pc:spChg chg="mod">
          <ac:chgData name="James Martin" userId="5c604502-4ee2-4081-9f0b-59e4decb0522" providerId="ADAL" clId="{2ED9032E-5F0F-41B2-A494-7461C54B8C03}" dt="2026-09-29T10:08:44.881" v="79"/>
          <ac:spMkLst>
            <pc:docMk/>
            <pc:sldMk cId="1144735466" sldId="1246"/>
            <ac:spMk id="4" creationId="{CE05F103-0557-618F-12BB-2FCE78FF6A5A}"/>
          </ac:spMkLst>
        </pc:spChg>
        <pc:spChg chg="mod">
          <ac:chgData name="James Martin" userId="5c604502-4ee2-4081-9f0b-59e4decb0522" providerId="ADAL" clId="{2ED9032E-5F0F-41B2-A494-7461C54B8C03}" dt="2026-09-29T10:08:50.735" v="80" actId="14100"/>
          <ac:spMkLst>
            <pc:docMk/>
            <pc:sldMk cId="1144735466" sldId="1246"/>
            <ac:spMk id="6" creationId="{2F7303D0-76C1-D71E-0937-0817E3CC1B09}"/>
          </ac:spMkLst>
        </pc:spChg>
        <pc:spChg chg="mod">
          <ac:chgData name="James Martin" userId="5c604502-4ee2-4081-9f0b-59e4decb0522" providerId="ADAL" clId="{2ED9032E-5F0F-41B2-A494-7461C54B8C03}" dt="2026-09-29T10:08:44.881" v="79"/>
          <ac:spMkLst>
            <pc:docMk/>
            <pc:sldMk cId="1144735466" sldId="1246"/>
            <ac:spMk id="9" creationId="{8D6EDFF0-7D5B-A398-5EA9-42A28504A473}"/>
          </ac:spMkLst>
        </pc:spChg>
        <pc:grpChg chg="add mod">
          <ac:chgData name="James Martin" userId="5c604502-4ee2-4081-9f0b-59e4decb0522" providerId="ADAL" clId="{2ED9032E-5F0F-41B2-A494-7461C54B8C03}" dt="2026-09-29T10:08:44.881" v="79"/>
          <ac:grpSpMkLst>
            <pc:docMk/>
            <pc:sldMk cId="1144735466" sldId="1246"/>
            <ac:grpSpMk id="2" creationId="{5A4C01B6-E433-EB96-4CCD-139A144EEAEF}"/>
          </ac:grpSpMkLst>
        </pc:grpChg>
        <pc:cxnChg chg="mod">
          <ac:chgData name="James Martin" userId="5c604502-4ee2-4081-9f0b-59e4decb0522" providerId="ADAL" clId="{2ED9032E-5F0F-41B2-A494-7461C54B8C03}" dt="2026-09-29T10:08:44.881" v="79"/>
          <ac:cxnSpMkLst>
            <pc:docMk/>
            <pc:sldMk cId="1144735466" sldId="1246"/>
            <ac:cxnSpMk id="10" creationId="{FF25D4E7-FF9B-DDB3-20F9-AC02B624B686}"/>
          </ac:cxnSpMkLst>
        </pc:cxnChg>
      </pc:sldChg>
      <pc:sldChg chg="del">
        <pc:chgData name="James Martin" userId="5c604502-4ee2-4081-9f0b-59e4decb0522" providerId="ADAL" clId="{2ED9032E-5F0F-41B2-A494-7461C54B8C03}" dt="2026-09-29T10:08:01.646" v="70" actId="47"/>
        <pc:sldMkLst>
          <pc:docMk/>
          <pc:sldMk cId="1779780242" sldId="1247"/>
        </pc:sldMkLst>
      </pc:sldChg>
      <pc:sldChg chg="del">
        <pc:chgData name="James Martin" userId="5c604502-4ee2-4081-9f0b-59e4decb0522" providerId="ADAL" clId="{2ED9032E-5F0F-41B2-A494-7461C54B8C03}" dt="2026-09-29T10:07:49.745" v="69" actId="47"/>
        <pc:sldMkLst>
          <pc:docMk/>
          <pc:sldMk cId="1422467649" sldId="1249"/>
        </pc:sldMkLst>
      </pc:sldChg>
      <pc:sldChg chg="ord">
        <pc:chgData name="James Martin" userId="5c604502-4ee2-4081-9f0b-59e4decb0522" providerId="ADAL" clId="{2ED9032E-5F0F-41B2-A494-7461C54B8C03}" dt="2026-09-29T10:18:03.450" v="195"/>
        <pc:sldMkLst>
          <pc:docMk/>
          <pc:sldMk cId="3873073283" sldId="1346"/>
        </pc:sldMkLst>
      </pc:sldChg>
      <pc:sldChg chg="addSp mod">
        <pc:chgData name="James Martin" userId="5c604502-4ee2-4081-9f0b-59e4decb0522" providerId="ADAL" clId="{2ED9032E-5F0F-41B2-A494-7461C54B8C03}" dt="2026-09-29T10:12:14.564" v="119" actId="22"/>
        <pc:sldMkLst>
          <pc:docMk/>
          <pc:sldMk cId="363823410" sldId="1469"/>
        </pc:sldMkLst>
        <pc:spChg chg="add">
          <ac:chgData name="James Martin" userId="5c604502-4ee2-4081-9f0b-59e4decb0522" providerId="ADAL" clId="{2ED9032E-5F0F-41B2-A494-7461C54B8C03}" dt="2026-09-29T10:12:14.564" v="119" actId="22"/>
          <ac:spMkLst>
            <pc:docMk/>
            <pc:sldMk cId="363823410" sldId="1469"/>
            <ac:spMk id="4" creationId="{476D0F94-00BD-24E1-59CA-930FFBF6357A}"/>
          </ac:spMkLst>
        </pc:spChg>
      </pc:sldChg>
      <pc:sldChg chg="addSp modSp mod">
        <pc:chgData name="James Martin" userId="5c604502-4ee2-4081-9f0b-59e4decb0522" providerId="ADAL" clId="{2ED9032E-5F0F-41B2-A494-7461C54B8C03}" dt="2026-09-29T10:12:41.695" v="126" actId="1038"/>
        <pc:sldMkLst>
          <pc:docMk/>
          <pc:sldMk cId="3542365899" sldId="1471"/>
        </pc:sldMkLst>
        <pc:spChg chg="add mod">
          <ac:chgData name="James Martin" userId="5c604502-4ee2-4081-9f0b-59e4decb0522" providerId="ADAL" clId="{2ED9032E-5F0F-41B2-A494-7461C54B8C03}" dt="2026-09-29T10:12:41.695" v="126" actId="1038"/>
          <ac:spMkLst>
            <pc:docMk/>
            <pc:sldMk cId="3542365899" sldId="1471"/>
            <ac:spMk id="4" creationId="{69DD13C1-DE58-35C8-FE20-947BA2456D55}"/>
          </ac:spMkLst>
        </pc:spChg>
      </pc:sldChg>
      <pc:sldChg chg="addSp modSp mod">
        <pc:chgData name="James Martin" userId="5c604502-4ee2-4081-9f0b-59e4decb0522" providerId="ADAL" clId="{2ED9032E-5F0F-41B2-A494-7461C54B8C03}" dt="2026-09-29T10:15:27.166" v="191" actId="14100"/>
        <pc:sldMkLst>
          <pc:docMk/>
          <pc:sldMk cId="133089403" sldId="1472"/>
        </pc:sldMkLst>
        <pc:spChg chg="add mod">
          <ac:chgData name="James Martin" userId="5c604502-4ee2-4081-9f0b-59e4decb0522" providerId="ADAL" clId="{2ED9032E-5F0F-41B2-A494-7461C54B8C03}" dt="2026-09-29T10:15:27.166" v="191" actId="14100"/>
          <ac:spMkLst>
            <pc:docMk/>
            <pc:sldMk cId="133089403" sldId="1472"/>
            <ac:spMk id="4" creationId="{063BA41F-579B-696F-1696-75DE397F6586}"/>
          </ac:spMkLst>
        </pc:spChg>
      </pc:sldChg>
      <pc:sldChg chg="addSp delSp modSp mod">
        <pc:chgData name="James Martin" userId="5c604502-4ee2-4081-9f0b-59e4decb0522" providerId="ADAL" clId="{2ED9032E-5F0F-41B2-A494-7461C54B8C03}" dt="2026-09-29T10:13:57.336" v="141" actId="22"/>
        <pc:sldMkLst>
          <pc:docMk/>
          <pc:sldMk cId="3905578033" sldId="1474"/>
        </pc:sldMkLst>
        <pc:spChg chg="add mod">
          <ac:chgData name="James Martin" userId="5c604502-4ee2-4081-9f0b-59e4decb0522" providerId="ADAL" clId="{2ED9032E-5F0F-41B2-A494-7461C54B8C03}" dt="2026-09-29T10:13:29.015" v="132" actId="14100"/>
          <ac:spMkLst>
            <pc:docMk/>
            <pc:sldMk cId="3905578033" sldId="1474"/>
            <ac:spMk id="4" creationId="{E37E9D1E-EAF8-FAFA-DA7F-5AEC5DCA2A94}"/>
          </ac:spMkLst>
        </pc:spChg>
        <pc:spChg chg="add del">
          <ac:chgData name="James Martin" userId="5c604502-4ee2-4081-9f0b-59e4decb0522" providerId="ADAL" clId="{2ED9032E-5F0F-41B2-A494-7461C54B8C03}" dt="2026-09-29T10:13:50.459" v="139" actId="22"/>
          <ac:spMkLst>
            <pc:docMk/>
            <pc:sldMk cId="3905578033" sldId="1474"/>
            <ac:spMk id="7" creationId="{3247ABD5-B487-AEC6-AE81-8DC668CF9583}"/>
          </ac:spMkLst>
        </pc:spChg>
        <pc:spChg chg="add del">
          <ac:chgData name="James Martin" userId="5c604502-4ee2-4081-9f0b-59e4decb0522" providerId="ADAL" clId="{2ED9032E-5F0F-41B2-A494-7461C54B8C03}" dt="2026-09-29T10:13:57.336" v="141" actId="22"/>
          <ac:spMkLst>
            <pc:docMk/>
            <pc:sldMk cId="3905578033" sldId="1474"/>
            <ac:spMk id="9" creationId="{F86730C6-5C6C-8492-597B-C023C6269B51}"/>
          </ac:spMkLst>
        </pc:spChg>
      </pc:sldChg>
      <pc:sldChg chg="addSp delSp modSp mod">
        <pc:chgData name="James Martin" userId="5c604502-4ee2-4081-9f0b-59e4decb0522" providerId="ADAL" clId="{2ED9032E-5F0F-41B2-A494-7461C54B8C03}" dt="2026-09-29T10:14:08.441" v="150" actId="478"/>
        <pc:sldMkLst>
          <pc:docMk/>
          <pc:sldMk cId="2622846207" sldId="1475"/>
        </pc:sldMkLst>
        <pc:spChg chg="add mod">
          <ac:chgData name="James Martin" userId="5c604502-4ee2-4081-9f0b-59e4decb0522" providerId="ADAL" clId="{2ED9032E-5F0F-41B2-A494-7461C54B8C03}" dt="2026-09-29T10:14:04.499" v="149" actId="1037"/>
          <ac:spMkLst>
            <pc:docMk/>
            <pc:sldMk cId="2622846207" sldId="1475"/>
            <ac:spMk id="4" creationId="{ADABDBAE-B553-8A01-3A26-BBF00A0FB885}"/>
          </ac:spMkLst>
        </pc:spChg>
        <pc:spChg chg="add del">
          <ac:chgData name="James Martin" userId="5c604502-4ee2-4081-9f0b-59e4decb0522" providerId="ADAL" clId="{2ED9032E-5F0F-41B2-A494-7461C54B8C03}" dt="2026-09-29T10:13:40.958" v="137" actId="22"/>
          <ac:spMkLst>
            <pc:docMk/>
            <pc:sldMk cId="2622846207" sldId="1475"/>
            <ac:spMk id="7" creationId="{1566D4F6-D1DC-5AC5-5741-C5D1D59DAAD1}"/>
          </ac:spMkLst>
        </pc:spChg>
        <pc:spChg chg="add del">
          <ac:chgData name="James Martin" userId="5c604502-4ee2-4081-9f0b-59e4decb0522" providerId="ADAL" clId="{2ED9032E-5F0F-41B2-A494-7461C54B8C03}" dt="2026-09-29T10:14:08.441" v="150" actId="478"/>
          <ac:spMkLst>
            <pc:docMk/>
            <pc:sldMk cId="2622846207" sldId="1475"/>
            <ac:spMk id="9" creationId="{6487C542-1236-E4A7-7F17-4A4B7101412B}"/>
          </ac:spMkLst>
        </pc:spChg>
      </pc:sldChg>
      <pc:sldChg chg="addSp mod">
        <pc:chgData name="James Martin" userId="5c604502-4ee2-4081-9f0b-59e4decb0522" providerId="ADAL" clId="{2ED9032E-5F0F-41B2-A494-7461C54B8C03}" dt="2026-09-29T10:14:32.107" v="151" actId="22"/>
        <pc:sldMkLst>
          <pc:docMk/>
          <pc:sldMk cId="3043082781" sldId="1476"/>
        </pc:sldMkLst>
        <pc:spChg chg="add">
          <ac:chgData name="James Martin" userId="5c604502-4ee2-4081-9f0b-59e4decb0522" providerId="ADAL" clId="{2ED9032E-5F0F-41B2-A494-7461C54B8C03}" dt="2026-09-29T10:14:32.107" v="151" actId="22"/>
          <ac:spMkLst>
            <pc:docMk/>
            <pc:sldMk cId="3043082781" sldId="1476"/>
            <ac:spMk id="4" creationId="{913C3A0E-2013-CF3B-FFF8-C1DEB705C02F}"/>
          </ac:spMkLst>
        </pc:spChg>
      </pc:sldChg>
      <pc:sldChg chg="addSp modSp mod">
        <pc:chgData name="James Martin" userId="5c604502-4ee2-4081-9f0b-59e4decb0522" providerId="ADAL" clId="{2ED9032E-5F0F-41B2-A494-7461C54B8C03}" dt="2026-09-29T10:14:52.504" v="186" actId="14100"/>
        <pc:sldMkLst>
          <pc:docMk/>
          <pc:sldMk cId="1310453755" sldId="1477"/>
        </pc:sldMkLst>
        <pc:spChg chg="add mod">
          <ac:chgData name="James Martin" userId="5c604502-4ee2-4081-9f0b-59e4decb0522" providerId="ADAL" clId="{2ED9032E-5F0F-41B2-A494-7461C54B8C03}" dt="2026-09-29T10:14:52.504" v="186" actId="14100"/>
          <ac:spMkLst>
            <pc:docMk/>
            <pc:sldMk cId="1310453755" sldId="1477"/>
            <ac:spMk id="4" creationId="{ED04F4D7-69BF-B2D2-28F0-89F5C330A257}"/>
          </ac:spMkLst>
        </pc:spChg>
      </pc:sldChg>
      <pc:sldChg chg="addSp mod">
        <pc:chgData name="James Martin" userId="5c604502-4ee2-4081-9f0b-59e4decb0522" providerId="ADAL" clId="{2ED9032E-5F0F-41B2-A494-7461C54B8C03}" dt="2026-09-29T10:15:38.684" v="192" actId="22"/>
        <pc:sldMkLst>
          <pc:docMk/>
          <pc:sldMk cId="3606425298" sldId="1478"/>
        </pc:sldMkLst>
        <pc:spChg chg="add">
          <ac:chgData name="James Martin" userId="5c604502-4ee2-4081-9f0b-59e4decb0522" providerId="ADAL" clId="{2ED9032E-5F0F-41B2-A494-7461C54B8C03}" dt="2026-09-29T10:15:38.684" v="192" actId="22"/>
          <ac:spMkLst>
            <pc:docMk/>
            <pc:sldMk cId="3606425298" sldId="1478"/>
            <ac:spMk id="4" creationId="{7BD5043C-0F02-A096-7B2B-C012811718A9}"/>
          </ac:spMkLst>
        </pc:spChg>
      </pc:sldChg>
      <pc:sldChg chg="add del">
        <pc:chgData name="James Martin" userId="5c604502-4ee2-4081-9f0b-59e4decb0522" providerId="ADAL" clId="{2ED9032E-5F0F-41B2-A494-7461C54B8C03}" dt="2026-09-29T10:05:21.937" v="53"/>
        <pc:sldMkLst>
          <pc:docMk/>
          <pc:sldMk cId="112518630" sldId="1491"/>
        </pc:sldMkLst>
      </pc:sldChg>
      <pc:sldChg chg="addSp modSp add mod">
        <pc:chgData name="James Martin" userId="5c604502-4ee2-4081-9f0b-59e4decb0522" providerId="ADAL" clId="{2ED9032E-5F0F-41B2-A494-7461C54B8C03}" dt="2026-09-29T10:10:37.460" v="109" actId="14100"/>
        <pc:sldMkLst>
          <pc:docMk/>
          <pc:sldMk cId="2680874440" sldId="1492"/>
        </pc:sldMkLst>
        <pc:spChg chg="add mod">
          <ac:chgData name="James Martin" userId="5c604502-4ee2-4081-9f0b-59e4decb0522" providerId="ADAL" clId="{2ED9032E-5F0F-41B2-A494-7461C54B8C03}" dt="2026-09-29T10:10:09.133" v="87" actId="14100"/>
          <ac:spMkLst>
            <pc:docMk/>
            <pc:sldMk cId="2680874440" sldId="1492"/>
            <ac:spMk id="12" creationId="{9FEF0A85-6B34-B85E-BE26-033BF7944EA2}"/>
          </ac:spMkLst>
        </pc:spChg>
        <pc:spChg chg="add mod">
          <ac:chgData name="James Martin" userId="5c604502-4ee2-4081-9f0b-59e4decb0522" providerId="ADAL" clId="{2ED9032E-5F0F-41B2-A494-7461C54B8C03}" dt="2026-09-29T10:10:33.407" v="107" actId="1076"/>
          <ac:spMkLst>
            <pc:docMk/>
            <pc:sldMk cId="2680874440" sldId="1492"/>
            <ac:spMk id="16" creationId="{F843A520-AC01-9D48-49DB-F94F1F0809C5}"/>
          </ac:spMkLst>
        </pc:spChg>
        <pc:cxnChg chg="add mod">
          <ac:chgData name="James Martin" userId="5c604502-4ee2-4081-9f0b-59e4decb0522" providerId="ADAL" clId="{2ED9032E-5F0F-41B2-A494-7461C54B8C03}" dt="2026-09-29T10:10:37.460" v="109" actId="14100"/>
          <ac:cxnSpMkLst>
            <pc:docMk/>
            <pc:sldMk cId="2680874440" sldId="1492"/>
            <ac:cxnSpMk id="13" creationId="{47F6831B-CE2D-1DB2-3BDE-239645A71C86}"/>
          </ac:cxnSpMkLst>
        </pc:cxnChg>
      </pc:sldChg>
      <pc:sldChg chg="add del">
        <pc:chgData name="James Martin" userId="5c604502-4ee2-4081-9f0b-59e4decb0522" providerId="ADAL" clId="{2ED9032E-5F0F-41B2-A494-7461C54B8C03}" dt="2026-09-29T10:09:48.290" v="84"/>
        <pc:sldMkLst>
          <pc:docMk/>
          <pc:sldMk cId="2934365542" sldId="1493"/>
        </pc:sldMkLst>
      </pc:sldChg>
      <pc:sldChg chg="delSp modSp add mod">
        <pc:chgData name="James Martin" userId="5c604502-4ee2-4081-9f0b-59e4decb0522" providerId="ADAL" clId="{2ED9032E-5F0F-41B2-A494-7461C54B8C03}" dt="2026-09-29T10:12:13.074" v="118" actId="21"/>
        <pc:sldMkLst>
          <pc:docMk/>
          <pc:sldMk cId="3075754679" sldId="1493"/>
        </pc:sldMkLst>
        <pc:spChg chg="del mod">
          <ac:chgData name="James Martin" userId="5c604502-4ee2-4081-9f0b-59e4decb0522" providerId="ADAL" clId="{2ED9032E-5F0F-41B2-A494-7461C54B8C03}" dt="2026-09-29T10:12:13.074" v="118" actId="21"/>
          <ac:spMkLst>
            <pc:docMk/>
            <pc:sldMk cId="3075754679" sldId="1493"/>
            <ac:spMk id="2" creationId="{0FC5F823-CFDD-839E-E53B-A12E5E216E7F}"/>
          </ac:spMkLst>
        </pc:spChg>
        <pc:picChg chg="mod">
          <ac:chgData name="James Martin" userId="5c604502-4ee2-4081-9f0b-59e4decb0522" providerId="ADAL" clId="{2ED9032E-5F0F-41B2-A494-7461C54B8C03}" dt="2026-09-29T10:11:51.534" v="113" actId="1076"/>
          <ac:picMkLst>
            <pc:docMk/>
            <pc:sldMk cId="3075754679" sldId="1493"/>
            <ac:picMk id="5" creationId="{1464C7AC-39B2-9AEF-414B-323C3DCF9F01}"/>
          </ac:picMkLst>
        </pc:picChg>
        <pc:cxnChg chg="del">
          <ac:chgData name="James Martin" userId="5c604502-4ee2-4081-9f0b-59e4decb0522" providerId="ADAL" clId="{2ED9032E-5F0F-41B2-A494-7461C54B8C03}" dt="2026-09-29T10:11:48.081" v="111" actId="478"/>
          <ac:cxnSpMkLst>
            <pc:docMk/>
            <pc:sldMk cId="3075754679" sldId="1493"/>
            <ac:cxnSpMk id="4" creationId="{A50413D7-AFA6-8509-F3B3-BAD31F627917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0ab001f5b_0_8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10ab001f5b_0_8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FB9A48D7-E1D0-F649-9F9A-0C2A0A952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EC353B3E-FB2C-9D64-C402-68A6406780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15BC1803-3B89-918A-E8BE-71A719DC1D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8874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5648C07-F77A-32CE-EB8B-90E3C0372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9609D0B-EEF8-1C7D-8A56-AC2C9BD0AE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FF98FAB-BC50-98AF-22B2-94E78AB053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0760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283BCF0-9AAB-809B-B33F-0CFA0EEE1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204FEC5F-A904-C224-D732-A7427BC02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D25910C4-7E95-808F-3F64-ABD6D4C1AE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48564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15065A04-B424-3314-2863-11F7A7C99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4639CF2D-38FB-9773-8FA3-50B9C1B775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815852E1-ED83-C1B3-3A17-D04F9E15C3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91897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6441CD60-1B2C-1C6F-578B-3DC49CC30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096F428E-0C92-515E-6D6B-609CB92640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A2FF4631-4A0F-5415-CA93-8FE4054E3E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25401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FFA9437E-FFA0-AE06-A47C-63587804E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D55F30DF-EA99-F557-511E-9D2B371F00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4DE13637-56EF-87E1-EAF1-AA217707C5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04654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D0A287B8-87E2-86C8-BB68-5BD2F8779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F0FC3BB1-14C9-3099-D645-A0B5D8A2C3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012A6CE5-B73D-E740-E25A-38AD76BCDD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23883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F212CE27-2AED-E978-C93D-ECF4B3107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79793213-451B-B008-DCEF-3C080F7002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6CD8F15D-4191-2AA9-56EF-806F0DB5A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2840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EB078BAA-8DAE-1A6E-1306-B7D58EA06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3B78DC1B-61D8-DD38-F4C7-B4E3B999F8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62DB5E26-B873-1EAF-86ED-E16C53BDC0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69428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10EE80AE-AABD-8C45-9571-4EABA7871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B4A38261-5C1E-49C3-1A52-D7A997E4B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3674177A-482A-FBF2-AA81-4054127371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56270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405D826B-FB31-6D3E-49A5-692620C8F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3974077B-6D6C-6A88-1646-75B86056F7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3327AE26-733A-5E23-2CAB-F38D69D797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21192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46FF8FCD-B2D7-3B84-2B8B-65B228AD0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4B9BB582-0992-B33D-71F9-AFEB1C6C48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F2AE85E6-72BF-EA87-20C3-8220B1209E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50430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DB9104FE-B736-A39D-8CEC-F4A39BC8B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4DAEAAD9-FF3D-AECF-1880-FE5390D8B1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94D6C23E-C9E2-44C2-7571-048D0F6D8B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05259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50474A41-649E-29F8-FE4A-520BAA8EA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D5706AF0-A14B-4C3E-11B2-2FB2A22272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8BB99D91-0BA8-6266-59A7-2E24405519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75849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5D6A5509-5198-3F61-75AA-8AE74A96F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A8FE6240-8795-0010-787D-C4F37EC2D7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353E6B2A-BC0D-3FE7-100C-0ECAED5327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13254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8A9B0F13-54F2-CF05-DC4F-0258F79AB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135A6C8D-3C4E-BE3F-2728-5D373FAED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D2C27717-63F9-00EF-E94C-3863945608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61278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6A87D0F1-175C-26A8-4E15-24A3A1155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4B3B25DB-DAA3-03C5-F628-764A078AE6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58AC284C-D97E-8351-F2E1-7D8EED5AA3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82996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FF87475-E6AE-A9EB-05C5-5E7398653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D2AAA87A-4118-4DC0-58B0-871E0427A7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19E5C83E-D01F-C724-A87E-5811FB5C8B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25576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8D3DDB2D-1421-8353-9E64-B7BD44BC1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1B80F5C6-A1CF-B2AC-AE3D-1877549903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7DED4B16-908A-3B33-3A62-3D1C847960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18682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AD63B7B6-48E5-9742-CF98-C9825A25A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3D8FE01C-13D7-7C27-BA33-22DFE29027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1CBEBB38-3EC2-4C66-26BB-06F0E87BC8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91463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3F82CA8C-4043-4BC2-9C12-6FE529B87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C39AAA96-0E92-98F8-BBC9-CCF635B943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F50D26D1-55E1-1636-34DE-7D3E0EF2E0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17466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B1ED20A2-AA04-FD8D-798E-0B7F19266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A63435BF-E633-5E0F-42B6-F6BCE77E7A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714FA206-11C3-4B8E-7565-66CB4DCD23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39320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3ECB2A24-4391-08A1-E175-B1D7DE93A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133344BE-9CBC-8BAE-D570-D6157140B3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44A917CA-D022-EF9C-BFCF-73B7DD2A13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7418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DC4687D7-F958-03CC-4B69-403233F98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9DBFD647-9FD7-8D84-649C-EF43239554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CC5EC907-3D60-60B3-51EE-453E7ECF9B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62324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8BF8462C-2C71-F78C-E439-3B5E9C3E2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5636D50B-0A45-D2C1-1E3B-74D539F5A6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F9CCB8AA-C4CA-F911-91A6-ACB6B9ADFB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47645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47E2717-3304-7D8D-809C-C2DFF4D7C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AB2E40CE-C9C1-0A43-0D3B-4396D663C5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F23A414B-17FD-78EC-1282-D260F11B26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79468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F38E83E8-645E-EFAF-CE62-D2088830C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A52407B6-E380-961B-7C5D-831F73A109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D51E550B-716E-E4C5-6ED0-2086CD969A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05812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4F2A379D-D04D-B27B-9F5E-2322369C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CC5B1BFC-3832-0973-10A8-79F358ACE9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17709449-D5FD-8C39-FBE2-49D7E4DF44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2671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62F452C-4398-4442-258B-58D999D49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D67E38D0-DD68-A507-203A-5DD7F51E86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C1179238-2130-A348-D471-A973DAA9DF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31843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60016487-B53E-8AA0-CEDE-491EC72FF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4FE358D1-7540-F410-5CE7-60571C0D99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66677F94-B621-D471-2E51-E997503E22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061463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68D5068-1F5C-A541-BEF2-EFE610DB3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7DBE5F0C-8BBF-2A07-5FAA-41B1C8C7D2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9FDE7C76-CB04-8A6C-F6D6-2F06894CA8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96915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8121F860-89C2-79EF-6435-8AF8A208C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7AC3308C-5023-588B-5C66-F45F20D491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81368023-EC1F-2414-709E-F9C02015D4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174160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7DAED8C3-CC67-E1DB-4619-933E2204B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0FD2AA50-7F79-F00D-524E-4E8C588CDB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59E1327A-E1EA-C704-1C43-E8AD06517C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1247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C536718C-CD74-7C4D-AD0A-3DFCFB24C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4B875AC4-38C6-7232-A42E-733C0F4AF4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AE6AC29E-3B34-0B90-5314-62B82C5B1D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589724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39C591C4-DA34-4088-65D1-40DCAC5EF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1C519CA3-FF94-C8F0-D424-645AB7B5CC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DF68ABAD-0EC1-22F6-AF68-0E19E24C9D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049071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1452B45F-96BC-3292-2034-EAC1F6311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3DB2C5C1-1F35-393E-9A26-3E419F9FE7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F92C15AB-5488-65A3-049D-FAB084F2C7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615579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DFD9DA2-E954-8F14-1045-680C740E5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A7704558-BD3C-0251-1C3F-F826DE8BE7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C40E663A-8CDB-6EC3-A60F-86FA659252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505990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E2B4D45-22DE-4F8A-34C0-034C232E5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C387EC1B-C8DA-B332-5521-4F839B5F3A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9B75ADDF-9556-A3E8-2647-3EF85D9297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426492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43EF5DC-7716-2CD2-7E43-48AA15CEC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1082E6FF-350E-5630-6B4A-F68710945E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302CF73C-605C-5FEA-F007-B1436F0FE7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19466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3D493489-0A95-4021-1062-D450E70DE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91A388FD-BFD1-37F1-C82C-ACC3BE8EEE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4D74AE1F-3F8E-8527-5712-3F0105A111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301158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96793EE-4B02-9F83-18F7-004B73413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0DD872B1-80DF-E106-F21C-50F1A4C2D8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FEAD2E76-F73A-3D8A-91C2-E13807EBA0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376244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F9102969-66E0-EBAA-C17E-FF232F64E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55E7A98C-52A0-1BB8-C8B9-542B99009F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35C32C55-5DF8-6C1B-E7A1-399A261CA1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4007624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F2164746-EC46-F997-8ADE-EB8E6E536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C0F0E6BC-2B8F-1FB9-53BE-86BCAE3F87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A277F468-9AA6-3059-ADA3-4C58F8C600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595526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6B49AFD6-3503-1619-F38B-D852DE190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D1F13EDE-2F65-214D-D199-08EF12E593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C180EF29-D338-94B4-61FC-F03465D286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2691264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C4462546-2A55-322C-ADB5-710A9D5DA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21B0FD32-39E4-95B5-8135-295EEC62C7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72CB58AB-CD95-5E79-02AD-0E5C56DCFB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248628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1C7613F3-0E5F-8CC6-71D2-B85B01CF0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8E83E823-D609-FE98-C2D6-4BE98A35FC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125F9D4E-6583-35F5-34FA-197F273E39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90066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BC04E217-0F4A-EA9F-A62D-7A49A4EDE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2A1E83E3-FAB1-253F-ACD3-14FF32D33E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2E53EB2D-1E33-F295-A177-7F831FE100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213408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C1AEB62C-BCED-82FD-F542-AEB629E00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AA9D1586-1FC6-7330-748A-7674BC2E6C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3E151B5F-43DC-B6ED-3D3F-8E07A66BDA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279480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5C9F221B-17CA-AF52-76A2-373586D0C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2A26C09E-742C-7F37-93CB-75AF94B61B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1E98612B-0A4E-989D-8466-F8727D89DC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892624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BC6FE245-81C9-6A42-3BA3-A139B64CF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C3E5E626-522F-E22E-24F6-88E242C67B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ADC681B9-5801-78AC-4169-A372748D30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670597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5D71A297-437C-FC7A-2DFC-3CE984509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35F0AF08-E232-53B8-C03E-6BD699C5EB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C428FB41-1AC0-7745-E873-6C6B454348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631114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12889507-A557-5D8E-2686-9EC451FC8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7F769F46-B859-4D5D-195F-44BC8895D2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6EDC7845-F12B-4E83-51EC-6677186107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022543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E2CB29FF-6C77-35FE-4DB8-F26D5FAC7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19A4FD23-C722-0D85-BABD-828E474C37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5069DE84-8EB5-E41E-6521-E039AB744B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094487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5536A8DB-4A85-A18A-EE98-2F02C38B0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FAAA5D3A-529E-4B21-5AA2-4A5BF85460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0C6B3CA6-1407-A25F-7DCA-6BBA4BEFEF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722716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82210235-969D-176D-C7B0-6A87D488D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351C52BF-BF86-AF07-16E1-7617490497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21083DF8-EF49-DCCD-E6A7-E44B40A064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225547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DC9AFE30-72F2-EA0E-B114-23E351D40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FFDC5AD4-D5DD-0890-22A9-D0EBC4E195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A2DEBF8B-D845-AC16-D282-C873F6411D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155561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67DDFC72-554B-5E34-F054-240F23575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89BB9CEE-E90A-A99E-3B44-459E356E2D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E6CF57DA-8BC8-52A2-421B-7ABBB31F3D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767119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8538D068-117D-3AFA-48AF-95926F83D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ED1EC336-BE5D-B5A2-571D-3B296288BF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AF60C264-3874-A0E6-9150-33FB6F7885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448781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12F5D828-BAFD-DBF6-BE72-C71C2E332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53D53156-08CD-7145-EA58-BC1B88A2C4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A464C8A3-2E1D-2042-30B5-609459C997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195798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921B840D-2001-2982-724F-F1FEF6342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FAF4823A-675C-C1E0-3846-635D187531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08DCBE4D-3EF8-363B-B834-8B358E27B2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093439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53A35396-D8C4-1B08-0218-F50559D0D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F6B56365-474A-2CD2-E131-AF76726471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CB4FCBFF-8341-0D99-B62A-9B9B528F53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941083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F4576F5E-52DB-39BD-E7CC-C90AB66C6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5B249540-A4EA-6E6A-ACBF-30DD8C0920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EBCD57BB-49E3-D0BD-4633-3768F819B3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760972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26250BF-550E-F754-6385-FE1EE4E68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22C25ECE-B972-A090-1653-D572F5CE46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F2DC7001-45E9-7325-D172-F8CED6E4C9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657028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FDCE3E90-48A3-43C1-113D-587928F9C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74415FC4-6808-88C8-BC41-70463F014C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6A4D64FD-4CBB-6A60-286C-CF49E4C537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495429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87AC025B-913B-4ECF-2D8F-0712689A9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3264C1BB-72B1-4FF5-2F97-171F88E248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824423AF-12EB-63EE-0CC4-D18901A2E1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238711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633DE721-0EF3-E397-23BD-7F0627E99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A188862F-BD16-A087-3635-CEE0C36431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F2EB24F6-16E5-541E-AC79-7E209D0CE9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648693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54F96B29-B358-34F9-B51E-7E5941A4F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675B38E4-41BF-F9F5-714D-87602B56A0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7C9174ED-DACE-A6B8-BBD5-037FA4068D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964770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E47B3E49-2CA0-8F75-705B-65346D363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224D33B8-F900-AB29-D13F-DF6EAAB1C6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4F0EFE18-EA07-F514-AB1C-FEBF06AE10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7443072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EEEE6870-D3EB-CB2C-D95A-C0D09BF0C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B8BA084D-48C3-FDC0-3D90-0451B52B3A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51DAD91B-3E26-C0F9-F399-83B97D5A59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46964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121B0C53-7EC6-9ACC-6F50-0E4588BDF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4C8FB7E6-8F71-4625-8A29-B5D8CFFBDC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0D5BE61A-EC03-F333-0FCB-21B88A7C1E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850166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3C4418EF-E543-A679-4DCA-85E764348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CEED153F-D92E-5DEE-BB11-8153E45266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76072773-E1E3-149E-2C1E-F97B2AE8F4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8198427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4CB3861E-AEBF-5607-573E-C19EC8EA9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CFB8866A-6055-1595-4B40-7A85F9D610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45C3258A-5222-B0B5-A0D6-845ECB4C77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3944632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11289697-CF9F-1B5F-28E2-69260CFB7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73831A8B-ECDB-6F0A-26CE-C1AF666FDD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F0534D3C-F620-B883-3B5D-C80B6BF3CA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4573060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3CAC6ABF-0E8D-B94E-328D-4FB88240E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AA1888DC-0BC0-145B-03C0-9B6CD57BF8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6B1B4256-D433-8DC0-DF62-34979E91A9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396959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90748997-BBCC-21EC-1CA5-7264C6DAF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745FB9EE-712D-83B6-4350-2EACC4A50E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24348728-63BF-067B-9B87-CF32F71F9C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7807148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4F7911F3-70AA-88DF-AD86-659AD271D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0597BBBE-825E-B2DD-6683-4555F6EBFA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BC13B481-8075-2A72-EE19-9BE412AF84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348215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1F686F3B-E5F4-4CB4-4DDD-CE0F0ED5C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3E13B02F-9071-C6A2-680F-F4B11991B0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64D24FB4-0FDB-44A8-1E4A-25600B1696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591869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D63D8549-A319-0130-7A71-BA1D75FFA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76D81BD6-BC32-CBAE-219A-43EAC9D9CD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DE17421B-A4E2-F8C3-3716-3B92266770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5916494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E0BCF9BF-3B07-1065-06B4-58668D75C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664F84E7-F09C-0384-271D-3DA38B636E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47A2A438-870B-191E-7F5D-7F57745673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727584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6ABF7AD-0342-E550-1AE9-149EF030E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501B0B22-8193-DED4-DD3C-5459B5AC0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EFF142AE-DDCD-1D2A-EB1F-1120222171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9438556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7F19BCAF-E8C5-1916-307F-0B683FEC2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2ECBCB51-73E6-B4F9-9C35-CAFAAFD0FB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21DD9351-5DE2-BC89-510C-3434A1B6C7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3039823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F30815C7-F89A-0C09-EAEB-34EC73185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C3A291DE-3CCA-23C1-C005-D9792D8685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154DA53A-9A42-C570-3E13-F3CBDF1A3C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0822179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150AC95B-872B-3B7B-FA28-D3F173C6A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51042528-18F4-F8CE-60F1-6BFB90B797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B5F091FB-6B85-D2EA-761C-1A07CC6EFB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4819597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E9E1480A-070B-0869-B5D1-114BDDF15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AA664EBD-37D6-B317-551E-BA38B793B3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3F1508B0-9AB2-CF43-B720-7D2BB9944F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1342955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972DDEF1-121C-D27E-2935-26BBB9657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9DB8882B-F73B-576B-8A7D-7F41D7EC11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340CEFFD-A424-2F7C-CEEE-DF2755B306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7522470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AEDF5ADE-7D53-4401-768D-D053A334E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EE94FA21-9AAB-7D1B-6363-C8EBF26BB7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AA701375-6EBE-4C9F-C54C-BE33D982F3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773746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C03ADBBD-24EE-6C09-1BC0-0BF89D0A2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FC423F64-1EC0-4589-7675-A55FD3A3E8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E48DB40E-C13B-E004-1C20-71AB1C929D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4390304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5EBB1FB-CD14-8D39-BD2E-9663539F7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D2A623D4-20C7-25F4-0B30-735DC81DEB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A2F98B27-67D0-D574-DCB9-01ECA38B85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1729134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70E38FB3-0B01-A7ED-167E-DAF6073A4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626290F7-80D8-A4C9-9A76-E0A2B4069A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0EC6BDB3-1507-48E1-4A33-2D4501FA54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1516160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5C390F2A-48AA-D015-0114-C46948665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E1A7356B-0C6A-7527-A46A-7795528709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E45F4100-141E-D4CC-739B-FB1DC4FD4D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5584000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BBF328B6-233D-3C82-60F1-91ADA1345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FF8D320D-0FAC-EF64-B480-4424C4CD61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024246BF-4D80-CEB8-327A-41512A653C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3859792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9D424D17-430E-9859-E991-FC73BF17A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2C8E0391-0951-83D6-1B40-AF64C0F718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F9916E57-B272-BB54-3D9B-E92AB978FD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8535238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7B742DB-DBFF-8AF2-1AD0-A16F55F2C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9DDD873D-496A-E82A-EFE4-D0810F5544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BD9BD51C-0927-FC66-BDE1-8C6FC265A0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3117637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CB515D7C-2BA4-EC88-72F7-3A3C10E01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CFC7FC02-E351-4A31-E867-39AB2E3CB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CE1572C2-DB58-D983-D481-637758DFC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3715457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243C170-7EC2-C86D-6A6A-D29496F4C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EA3E54D3-E451-31AF-C035-A08AC551A7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5E10CD29-1916-4575-0896-98A8E0BAF3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0832927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389B4366-7A27-D860-C109-E0575F3ED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82AEF094-82C1-BB9F-F378-717CE881D1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CFFFDCA3-FB46-6681-E810-6B2FCA884D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4318214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DA6922C-C484-2B6A-9496-BB0214CB6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EAE9BD51-F8A0-8CE4-8CDF-39A66A0F16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04208798-BB61-8397-4382-4D25BC4B5C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143755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E83ACC59-0522-46E6-E9CB-9F316E622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445BDA32-32C5-E503-6C10-00E61B6585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98F0EBBC-D2C0-02F5-2A37-5946E07D7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918417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D8B478AD-B847-1873-4F9B-5C6D10857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2E4DD47F-59A0-976F-7D91-0426A1A4B6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FB315ACD-A36C-7C3F-1EEB-A3DB8D0867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8760996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BD8B0184-9604-04DC-72A2-F0F872631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3EF32ABC-C839-4BDA-A0A1-D1F2AB52C3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ED9CC457-BD68-119F-F42F-463D8DBF66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2070872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18FB47BC-393A-3695-BF90-5BC5D1E9C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E043BA5C-6D94-751E-5EDF-6FA23394D2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A8F0E5CB-B0F8-544C-A110-8B8B396F99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9818099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1F433AF-B474-254F-91C8-166C81A54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B0BD6A41-8940-4912-ADB4-C4D5E1D854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A127084F-C985-98CB-AFB7-B09CDD0968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1789375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6A2F5456-F784-9187-4B57-A764961B0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CA16BDD7-73BD-5017-72DC-51A9B1DAF8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D0BFAD54-297F-E68F-21F9-AC691D7D0D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2615324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55DBAA0B-9525-1671-BC9D-EC1052700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EF5F8B55-FDDA-7384-CAF2-AF6896502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13F41703-D81D-3314-A68A-807975B45B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7003767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92A592BB-1033-3550-E618-BBD62B71E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4AE2C25B-8611-7EF2-EC5D-D0B3B8FB25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D62BCAF6-19CF-0F3D-CC89-B560B1E28E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3792244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4E441EC-62D2-5EBE-F626-6B0CB8732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A48E18EC-105D-E5ED-F1B8-26D847BDF3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E36DF4E3-8916-7C4E-DA81-EADC0038C2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337593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68ABFFF6-E6BB-955E-D734-D71033593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D1926D54-C778-5FB6-486C-BD983AB147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EB8A906C-B21E-B21D-9F9B-05B85B053D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7798362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E81BA552-252F-ACFE-F324-75576FF86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A6AA04F8-5E4A-81D6-BAEE-738C09728A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2048C9F7-22A0-FCA5-8742-50A88342D6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7780288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630E0ECC-63E1-2878-D63B-0CD79D2C2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FD5F4779-94AD-5BA9-F930-C01F11EDCF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CC4E3BD3-6D36-746B-FDC6-1386AB67AB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8028574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360A4B7D-7F12-CAA5-20DD-433E836CC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9B064BC2-7F60-5BEF-5CCA-3313722B67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B6CA11B2-F67D-FABB-87B1-506AB0CFDC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3793324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AAA5A9B1-7BFA-1697-C94E-B74C99D90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4E30C335-20E7-4E91-622A-D375CD5F7D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5D930B94-3431-D836-AD86-6C8ABFDC71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0249825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94F53A9E-443A-7CC3-C662-61B456346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21F0022E-05F2-A785-CAE6-39B7A38B62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1F806669-068A-728D-3F7D-9D2F2DAA2A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7969580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96FE231-DA60-B2A8-9D05-1B9478C99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BC10021A-F7EC-7451-EDE8-C047A25F6B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5699BB4F-950D-E861-71CF-98318466B6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0790870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C52DB89E-9E15-9C5B-5CC1-547FC9CF3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0DAD1499-3A34-9C5B-CFEF-A87B4C6D5C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29B3BE43-7C09-4D7B-D3E5-1622598079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5873205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41F1DD12-5124-FABA-47EF-81EE0E7A4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0841BCC2-FDE4-4D90-ACAE-167FE473E8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BA9FF643-DB14-0C63-2985-9E88D3BCA7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027792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3C2B6A55-FBB5-0F76-ADD8-3997AAB2B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D5AB09A7-4327-124F-3E4F-8CFFE29A64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7C638AE2-24E8-EB0D-B92C-EC72F2364B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4665366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96BB37BE-C7D1-01BC-416F-8DD5445D3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637EE3FD-BE5B-1496-B779-A4BA57CDB3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A89AB080-52DA-F8BB-FFD6-43095A5DDF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4567457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EB3DDCB-23AD-E64F-C5C1-7DFE684F2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F6F0DBE-A22A-751B-7181-B8DBE38360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C2832F9-FE11-1BC8-2E5C-7456CD4306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9049277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9E41391-A757-4204-C1CE-44109DC4E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244468F-768C-57C6-9746-F69B9D8F14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9D81A41-8C0C-4C33-6278-C572CAF7E4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0229710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91DA500-A9DA-58CE-4B0A-A8121B553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8F0CE10-2579-F783-CD15-7761662E4F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094A1E0-FF45-666E-E1D2-567416CBBC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4087658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BB72572-A14F-A838-438F-BC762F182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6C340AA-8FF3-76C2-2213-9CD403FCF1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4120EF3-34D1-4681-BDF4-2BCA21F86F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7911402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889D05B-CE37-4AD6-7E7E-F5B1D4EB3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38410F7-CDB3-51D6-D9F8-ED426B973A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769CB84-33D4-AA75-AEED-AB4D8499B7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1507333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37197E0-111F-89F7-6D0B-6E4AC3005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A2EC9FA-888B-ABAA-14C5-3B243B58E6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719BA9C-95F6-0C85-287D-9A58D69134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3217922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7322C38-CC41-310F-B49F-D1EA81D20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5C84F90-3E0E-9C20-0172-ACE28275D1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6635A86-ED74-3818-1916-20B9E1690F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324001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1942301-4FF7-1576-2CA4-5F9F9AACF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B37E3EA-61FC-17F0-58B2-AFAA407639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11F0574-F8D8-A0A0-9452-B5575224F7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2348173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5648C07-F77A-32CE-EB8B-90E3C0372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9609D0B-EEF8-1C7D-8A56-AC2C9BD0AE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FF98FAB-BC50-98AF-22B2-94E78AB053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0760903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2" name="Google Shape;22;p2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7" name="Google Shape;37;p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2"/>
          </p:nvPr>
        </p:nvSpPr>
        <p:spPr>
          <a:xfrm>
            <a:off x="1097280" y="2582335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10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spcFirstLastPara="1" wrap="square" lIns="457200" tIns="457200" rIns="0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  <a:defRPr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body" idx="1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body" idx="1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smartinstats/SCIF10002-2026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s://www.ole.bris.ac.uk/ultra/courses/_263550_1/outline/course-settings?courseId=_263550_1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smartinstats/SCIF10002-2026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s://www.ole.bris.ac.uk/ultra/courses/_263550_1/outline/course-settings?courseId=_263550_1" TargetMode="Externa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>
            <a:spLocks noGrp="1"/>
          </p:cNvSpPr>
          <p:nvPr>
            <p:ph type="ctrTitle"/>
          </p:nvPr>
        </p:nvSpPr>
        <p:spPr>
          <a:xfrm>
            <a:off x="956602" y="1639558"/>
            <a:ext cx="10359000" cy="13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lang="en-GB" sz="3000" b="1" dirty="0"/>
              <a:t>Lecture 3: </a:t>
            </a:r>
            <a:endParaRPr sz="3000" b="1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endParaRPr sz="3000" b="1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lang="en-GB" sz="3000" dirty="0"/>
              <a:t>Loops</a:t>
            </a:r>
            <a:endParaRPr sz="3000" dirty="0"/>
          </a:p>
        </p:txBody>
      </p:sp>
      <p:sp>
        <p:nvSpPr>
          <p:cNvPr id="102" name="Google Shape;102;p13"/>
          <p:cNvSpPr txBox="1"/>
          <p:nvPr/>
        </p:nvSpPr>
        <p:spPr>
          <a:xfrm>
            <a:off x="2897084" y="3907028"/>
            <a:ext cx="8280600" cy="17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SCIF10002 – Introduction to Coding and Data 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James S Martin</a:t>
            </a:r>
            <a:endParaRPr sz="1800"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-GB" sz="18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October 2026</a:t>
            </a:r>
            <a:endParaRPr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0/11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CD94499C-DF03-00D1-CAD7-A7FE5101C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9EEFF666-C67A-977C-03CE-95E12A3070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C65DE68C-D469-0D23-CEEB-E018EE1B0C78}"/>
              </a:ext>
            </a:extLst>
          </p:cNvPr>
          <p:cNvSpPr txBox="1"/>
          <p:nvPr/>
        </p:nvSpPr>
        <p:spPr>
          <a:xfrm>
            <a:off x="1211100" y="180030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3: Loops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Recap: Accessing </a:t>
            </a: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Recap: If Statements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For Loops</a:t>
            </a:r>
            <a:br>
              <a:rPr lang="en-GB" sz="12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While Loops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>
              <a:lnSpc>
                <a:spcPct val="90000"/>
              </a:lnSpc>
              <a:spcBef>
                <a:spcPts val="1200"/>
              </a:spcBef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4: Functions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Recap: For and While Loops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Functions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Inputs and Outputs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23DD1D0-A1E2-DA7D-CC73-63B52DD6115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695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6D5A69A-60AB-D322-6FAF-23252EB3C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25A5C96-8C5E-9536-6396-CB145EFBBFB5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CB1A462-980A-760C-C4E8-7C8BFC0F7E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1099" y="1580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Accessing </a:t>
            </a:r>
            <a:r>
              <a:rPr lang="en-GB" dirty="0" err="1"/>
              <a:t>Noteable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193D9673-EBCA-AD99-95F9-A0D742E0DA86}"/>
              </a:ext>
            </a:extLst>
          </p:cNvPr>
          <p:cNvSpPr txBox="1"/>
          <p:nvPr/>
        </p:nvSpPr>
        <p:spPr>
          <a:xfrm>
            <a:off x="489858" y="1803052"/>
            <a:ext cx="67089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Blackboard</a:t>
            </a:r>
            <a:br>
              <a:rPr lang="en-GB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 to “Introduction to Coding and Data Analysis for Scientists 2025”</a:t>
            </a:r>
            <a:endParaRPr lang="en-GB" sz="2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“Unit Information and Resources”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Open 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Make sure “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Classic (Legacy)” is selected.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Click Start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“+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GitRepo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Paste into Git Repository URL: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chemeClr val="accent2"/>
                </a:solidFill>
                <a:latin typeface="Calibri"/>
                <a:ea typeface="Calibri"/>
                <a:cs typeface="Calibri"/>
                <a:hlinkClick r:id="rId3"/>
              </a:rPr>
              <a:t>https://github.com/jsmartinstats/SCIF10002-2026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Press clone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41400" lvl="2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GB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endParaRPr sz="12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82D202-77CC-C4D3-64D4-08DAC8F0808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53339" y="4013199"/>
            <a:ext cx="3149686" cy="19272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506C95-1542-223E-E864-50251E4ECA0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98783" y="5615262"/>
            <a:ext cx="970907" cy="3251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7BDF15-7259-16B9-B1C2-F062BF2DA891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47126" y="1151474"/>
            <a:ext cx="4073775" cy="23256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E6031D92-58FB-4365-97D8-C25C98FD679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3/10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2251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4EC50AE-02AB-A42C-557E-E5A1AB748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0C525BA6-EE33-2095-71ED-53BAEA36BD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Important: Assessed Coursework 1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39F787BF-0AEF-A159-CD8F-584CEC720553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first assignment has been released this week!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Released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Wednesday 7</a:t>
            </a:r>
            <a:r>
              <a:rPr lang="en-GB" sz="1600" b="1" i="1" baseline="30000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October at 12:00PM</a:t>
            </a:r>
            <a:b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Due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Wednesday 21</a:t>
            </a:r>
            <a:r>
              <a:rPr lang="en-GB" sz="1600" b="1" i="1" baseline="300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October at 12:00PM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A7CBF54E-B219-FFDC-1513-CE442CBEC71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A939A1-CDF7-7E26-459D-054A176AE5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47115" y="2660092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3752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5E4C4B1-A5A6-EE6F-487C-9F69F5D38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7C2328A8-1D6A-0045-EC7E-666E1209CF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Important: Assessed Coursework 1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1AFC0F7E-D7CE-FC48-D138-09E201AC4715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first assignment has been released this week!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Released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Wednesday 7</a:t>
            </a:r>
            <a:r>
              <a:rPr lang="en-GB" sz="1600" b="1" i="1" baseline="30000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October at 12:00PM</a:t>
            </a:r>
            <a:b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Due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Wednesday 21</a:t>
            </a:r>
            <a:r>
              <a:rPr lang="en-GB" sz="1600" b="1" i="1" baseline="300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October at 12:00PM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assessed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15%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your grade!)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Submission is via </a:t>
            </a:r>
            <a:r>
              <a:rPr lang="en-GB" sz="1800" b="1" i="1" dirty="0" err="1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submit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 many times as you like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up until the submission date</a:t>
            </a: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BFA2715-CA31-013F-6DCB-66255C65C54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E11854-B6F4-9650-DC55-0B31FF4873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47115" y="2660092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9410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2A06AE5F-5888-D2E4-27DE-B958F4495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8D9ED902-348C-C470-14EF-AA2F89EFB643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AA233B9A-C331-C2FD-5E19-A5844AE254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D1D036E-1E2C-21ED-C681-89063FC1243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7727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DA74CBB1-77D3-5BA9-4C94-B2CE727E4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FD00CD49-818F-2237-DD52-44FA561C7DA9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8A1187A-FC35-0538-CE08-3BC8D0647DC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400"/>
            <a:ext cx="7688569" cy="39998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F88F849D-AFBE-3D8B-5C0B-4FD358D8F5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067FAF94-0F7E-FBB5-2C1F-B35D23A3AE14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E60219C-1B04-E21E-C131-CAD1B107EE3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3532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1A24A60C-54A6-B885-CEAC-E3F5A0581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3C4D60F1-F87D-74E2-4AFD-BAAB514499D9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E0FBF6-E0E3-27FE-7EEC-9E91F1024C0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400"/>
            <a:ext cx="7688569" cy="39998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96AC91C0-A629-BDDA-5C7E-A49482C304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F51E5305-30B6-A05A-E7B0-17386AD61C02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DE27529-1FDA-5DE1-683E-1F984E0800D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4" name="Google Shape;136;p17">
            <a:extLst>
              <a:ext uri="{FF2B5EF4-FFF2-40B4-BE49-F238E27FC236}">
                <a16:creationId xmlns:a16="http://schemas.microsoft.com/office/drawing/2014/main" id="{36780808-EA4E-A0F3-84A4-5C9BF1748C17}"/>
              </a:ext>
            </a:extLst>
          </p:cNvPr>
          <p:cNvSpPr/>
          <p:nvPr/>
        </p:nvSpPr>
        <p:spPr>
          <a:xfrm>
            <a:off x="5444067" y="2351293"/>
            <a:ext cx="651933" cy="26490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8717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8B74F0EA-0446-48CD-E3C4-7EB1D6DBE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8E376D51-4B07-2E5D-554C-159FB7A63006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7" name="Picture 3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9C231D6-6519-641A-3BB5-2CDDAC7EFBA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74"/>
            <a:ext cx="7688569" cy="40254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A36D58AB-95C8-7A52-A349-5BB6B89D7D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31DA5A78-0F56-7B98-BB1B-D7EFE95FAEC1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4FC3E458-EACE-80DA-5270-8A859F3CA0D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4413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7FD186F0-B096-DB62-BA41-5B2188B7E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A2FD6D3B-0010-8083-CB08-0C5A7AF87146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7" name="Picture 3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3FCBD48-1A95-047C-A2E5-04F377BA56C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74"/>
            <a:ext cx="7688569" cy="40254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95583D22-051B-4334-110E-6AB37F4AA0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AB8A6FDC-63AC-9E92-4C8C-448C4C21608C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E9AB5D44-1CA2-AC54-D17B-D024F071F2D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Google Shape;136;p17">
            <a:extLst>
              <a:ext uri="{FF2B5EF4-FFF2-40B4-BE49-F238E27FC236}">
                <a16:creationId xmlns:a16="http://schemas.microsoft.com/office/drawing/2014/main" id="{CB9B23A2-62FD-4AC8-C6EB-7E77F80DED3E}"/>
              </a:ext>
            </a:extLst>
          </p:cNvPr>
          <p:cNvSpPr/>
          <p:nvPr/>
        </p:nvSpPr>
        <p:spPr>
          <a:xfrm>
            <a:off x="10905067" y="2969359"/>
            <a:ext cx="567266" cy="247974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2615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83B93BDA-5FC2-0E51-694A-A18886B9B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6476F19A-7E5F-E3B4-BDFE-39D16D48AF6D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C0482B8A-9785-F431-1CB6-9FFDC6C3F3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5B20ACD6-F183-A18F-FE74-8E85EF688D23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AE9FF58-2C38-661C-BE18-6A0BAA10A2A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9" name="Picture 3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4A48D33-FDC8-0F7C-0474-BDEEF285E8A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400"/>
            <a:ext cx="7688569" cy="399989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5149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856C401-37CD-F9E2-AB91-E9D251605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41ECCBE6-B1B6-1A89-AE2C-6EFFAE4F2E36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5370A372-3B27-FFFE-5944-409799FE17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B6A3DE07-568F-4BAE-40BD-12B19DC5AD27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BB3A477C-5B5B-8B61-A442-FAE096ED433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9" name="Picture 3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F95609-0D05-B6A6-A0A3-48DE46B52B1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400"/>
            <a:ext cx="7688569" cy="39998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36;p17">
            <a:extLst>
              <a:ext uri="{FF2B5EF4-FFF2-40B4-BE49-F238E27FC236}">
                <a16:creationId xmlns:a16="http://schemas.microsoft.com/office/drawing/2014/main" id="{2861F07F-A91E-CB58-5E8F-DAB3C956D5C8}"/>
              </a:ext>
            </a:extLst>
          </p:cNvPr>
          <p:cNvSpPr/>
          <p:nvPr/>
        </p:nvSpPr>
        <p:spPr>
          <a:xfrm>
            <a:off x="4546601" y="3428999"/>
            <a:ext cx="533400" cy="220134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1903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E438B177-CC82-0772-CDCD-0311A655B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D104E3AA-499B-DC8C-DEBB-8D5292B10F2C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BD1FA4BE-A893-E991-8802-127E8C3E50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F06C4B41-C1A2-203F-913B-C4D10FB6C38B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4A2B4776-D794-1682-1F6B-7E49637E79C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ECCF81-079B-7300-FEE9-4DD874880CE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65"/>
            <a:ext cx="7688569" cy="40254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Google Shape;136;p17">
            <a:extLst>
              <a:ext uri="{FF2B5EF4-FFF2-40B4-BE49-F238E27FC236}">
                <a16:creationId xmlns:a16="http://schemas.microsoft.com/office/drawing/2014/main" id="{DA1C7373-C896-32D2-61A2-DD211FAA9238}"/>
              </a:ext>
            </a:extLst>
          </p:cNvPr>
          <p:cNvSpPr/>
          <p:nvPr/>
        </p:nvSpPr>
        <p:spPr>
          <a:xfrm>
            <a:off x="4546601" y="3623735"/>
            <a:ext cx="1083732" cy="21166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50328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BD8050F0-414C-2D86-78E8-2664876E6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42B6E5EA-CCE2-1983-6202-20C0D7E06D76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9" name="Picture 2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42E41F8-38F7-424C-D268-731B842674A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60"/>
            <a:ext cx="7688569" cy="40254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DA1EB601-051F-14DC-6CAA-3C641697B5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E892B45B-4A34-98FB-6628-24435C3948F5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E69A082-EE16-3859-197F-746D5606F86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044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0315C78-CF5B-A7C9-7B1E-73AFB3854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865D34EF-05FF-E8F6-AC65-3A1533D80EF5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5B27234A-64E4-DDBD-1385-D6B82A9873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772237F1-04A3-5DD7-C7D8-068CA150A8CB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Fill your answers in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44AEE153-2AEF-9898-76F3-49271291FF0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C58A573-3D5E-A7BD-AC50-90DA77EE7C2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60"/>
            <a:ext cx="7688569" cy="40254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14741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4D37915-2155-2744-E8D2-0AFEF46C2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F2269776-7686-75E2-F3FF-442283BE2AD7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4CF2E180-4662-43DE-A75E-FEF36DAEE1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A150D9F3-D161-1311-488D-97206B348FDC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Fill your answers in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B56F405D-22E9-CB34-F90F-8530CBE090D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5D923F-8AED-63E5-B5BD-6C4A8055AC8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60"/>
            <a:ext cx="7688569" cy="40254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36;p17">
            <a:extLst>
              <a:ext uri="{FF2B5EF4-FFF2-40B4-BE49-F238E27FC236}">
                <a16:creationId xmlns:a16="http://schemas.microsoft.com/office/drawing/2014/main" id="{67E94DA0-EEF7-D9C7-7441-77D3F01A2546}"/>
              </a:ext>
            </a:extLst>
          </p:cNvPr>
          <p:cNvSpPr/>
          <p:nvPr/>
        </p:nvSpPr>
        <p:spPr>
          <a:xfrm>
            <a:off x="5283201" y="3937000"/>
            <a:ext cx="1354666" cy="18626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691072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2010C766-982A-B86B-5AD4-32C82AB72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1BC1DF3D-76AD-041C-6833-6221A20F258C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5" name="Picture 2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2460B47-78DF-57EB-9800-6190926ADB5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60"/>
            <a:ext cx="7688569" cy="40254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7" name="Picture 2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BEDDA9-F268-287F-CCE0-9186087737F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60"/>
            <a:ext cx="7688569" cy="40254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F17B9733-AA0C-DAB5-D026-A09361CE18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F1DC910A-AA9E-6FD4-1AA1-B21618216E37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Fill your answers in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6C6404F4-5163-756E-9CB1-8DCADB7778F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Google Shape;136;p17">
            <a:extLst>
              <a:ext uri="{FF2B5EF4-FFF2-40B4-BE49-F238E27FC236}">
                <a16:creationId xmlns:a16="http://schemas.microsoft.com/office/drawing/2014/main" id="{9AEBC1E0-ED64-25E5-FED1-BB57B9A06237}"/>
              </a:ext>
            </a:extLst>
          </p:cNvPr>
          <p:cNvSpPr/>
          <p:nvPr/>
        </p:nvSpPr>
        <p:spPr>
          <a:xfrm>
            <a:off x="5283201" y="3937000"/>
            <a:ext cx="1354666" cy="18626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54076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132AF8BB-FBA4-F16C-E5E8-8972F5BA2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3FAE2552-2AA8-263D-3B2B-BAD58CBDD17C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5" name="Picture 2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036990A-3FA3-B939-2911-A42A84BB6A5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60"/>
            <a:ext cx="7688569" cy="40254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7" name="Picture 2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71D75E0-9D07-0EE3-60AD-CDD3CA22095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60"/>
            <a:ext cx="7688569" cy="40254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F7C87A00-3136-FA08-D1C0-406B815F83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F77F59D9-02D2-95E8-D483-090871AACEFA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Fill your answers in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39025F97-4ECB-54CA-C2B1-6E59E70A085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9158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F40D4564-00CD-D778-6EFA-07C373893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7427D286-DE06-E393-5DC3-959816A9EAC8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5" name="Picture 2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085260-DE2D-8B38-D8DF-7818ADC876E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60"/>
            <a:ext cx="7688569" cy="40254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7" name="Picture 2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8A48BF-D0D1-6F4D-9BD1-F2ADB242C28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60"/>
            <a:ext cx="7688569" cy="40254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026C6E30-CE7B-317A-A650-F16EF5FF3E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91C193F5-071A-BA8F-7626-CB2AA6B7C89E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Fill your answers in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E0479A25-DB95-2DF3-FC73-FFBC48F5FBF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Google Shape;136;p17">
            <a:extLst>
              <a:ext uri="{FF2B5EF4-FFF2-40B4-BE49-F238E27FC236}">
                <a16:creationId xmlns:a16="http://schemas.microsoft.com/office/drawing/2014/main" id="{579391EF-ECAF-6FED-C420-FA0401591910}"/>
              </a:ext>
            </a:extLst>
          </p:cNvPr>
          <p:cNvSpPr/>
          <p:nvPr/>
        </p:nvSpPr>
        <p:spPr>
          <a:xfrm>
            <a:off x="4749800" y="3936999"/>
            <a:ext cx="2565400" cy="567267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446429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1AEF1AE-0D77-361A-FDA6-7603F1FF2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76C12058-18CF-AA8C-565D-78F18388EFB9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5" name="Picture 2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2A4987-87C4-4320-4C13-52E95255B9D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60"/>
            <a:ext cx="7688569" cy="40254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7A00E59C-A121-64C6-4C59-2907B21375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A7CCD006-2005-FAED-6F0B-AF578436C689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Fill your answers in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39118CD1-04CE-FF76-D9EB-A9765A99FDF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Google Shape;136;p17">
            <a:extLst>
              <a:ext uri="{FF2B5EF4-FFF2-40B4-BE49-F238E27FC236}">
                <a16:creationId xmlns:a16="http://schemas.microsoft.com/office/drawing/2014/main" id="{402B4388-58BC-6FA0-94BC-D18A325F6AFE}"/>
              </a:ext>
            </a:extLst>
          </p:cNvPr>
          <p:cNvSpPr/>
          <p:nvPr/>
        </p:nvSpPr>
        <p:spPr>
          <a:xfrm>
            <a:off x="4749800" y="3936999"/>
            <a:ext cx="2565400" cy="567267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53878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9A5C3E32-20E1-A39B-AF3D-46C85A05A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7CA790EC-FD94-9A9A-0FA3-1AE36F4D53F2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5" name="Picture 2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3698A1F-2336-EDBD-2B6F-9D2F48114AD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60"/>
            <a:ext cx="7688569" cy="40254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829F1318-1959-63AF-74DA-B3AEC339A3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48BF45C3-E20E-8A02-02D5-8B4E2B232A5C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Fill your answers in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2D10D40A-AD3C-FE1D-9DC3-EEE5554A3A3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65338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DFC62F77-7035-0B3D-7CE6-169FF00E2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4F08E235-CE91-BC56-3D35-8D3305414B81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5" name="Picture 2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601150-FF98-FF9A-3B15-6EF6B1B6740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60"/>
            <a:ext cx="7688569" cy="40254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4F26093B-FA28-2F09-DA87-36959E6068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10565369-0611-0AAD-1507-73DF596C01EC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Fill your answers in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D1AFC4B7-14D4-95A6-4E6C-7DEDA9D3967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Google Shape;136;p17">
            <a:extLst>
              <a:ext uri="{FF2B5EF4-FFF2-40B4-BE49-F238E27FC236}">
                <a16:creationId xmlns:a16="http://schemas.microsoft.com/office/drawing/2014/main" id="{73FB31BD-806D-74C0-991D-86724B341524}"/>
              </a:ext>
            </a:extLst>
          </p:cNvPr>
          <p:cNvSpPr/>
          <p:nvPr/>
        </p:nvSpPr>
        <p:spPr>
          <a:xfrm>
            <a:off x="4563533" y="2227005"/>
            <a:ext cx="321734" cy="19195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01232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564696B3-B364-2262-B0C3-D3E5ACA24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B488300E-7059-3BE7-32BB-B51750830065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3" name="Picture 2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5737DC1-A265-7AF7-F40B-D0C32102FD5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60"/>
            <a:ext cx="7688569" cy="40254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10066E4A-98F1-D1CA-3C6A-75870D8BA0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0152C1AF-8350-1774-7323-D0B21368C214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Fill your answers in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DBFC1C1A-DE51-4763-7C0B-4F4E7CA6113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Google Shape;136;p17">
            <a:extLst>
              <a:ext uri="{FF2B5EF4-FFF2-40B4-BE49-F238E27FC236}">
                <a16:creationId xmlns:a16="http://schemas.microsoft.com/office/drawing/2014/main" id="{6CBAF40B-0BEA-085F-EC17-2F145DDA3FC5}"/>
              </a:ext>
            </a:extLst>
          </p:cNvPr>
          <p:cNvSpPr/>
          <p:nvPr/>
        </p:nvSpPr>
        <p:spPr>
          <a:xfrm>
            <a:off x="4563533" y="2227005"/>
            <a:ext cx="321734" cy="19195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438658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883892EA-9C4D-63EC-DAA6-394883487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960529F9-842E-EC08-5AD4-83E7B2AE58CA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3" name="Picture 2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1AE4D6-2B40-287B-6000-DA56A0AEC65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60"/>
            <a:ext cx="7688569" cy="40254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61958517-590C-D700-50D9-EE6CCA8DE3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8D300E2B-C4D2-9DB0-2777-582F7C414D5D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Fill your answers in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972B9371-DDF9-D0BB-F63D-FB517F23B9F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Google Shape;136;p17">
            <a:extLst>
              <a:ext uri="{FF2B5EF4-FFF2-40B4-BE49-F238E27FC236}">
                <a16:creationId xmlns:a16="http://schemas.microsoft.com/office/drawing/2014/main" id="{A71CDA61-5593-91C3-2657-C8A102FF5492}"/>
              </a:ext>
            </a:extLst>
          </p:cNvPr>
          <p:cNvSpPr/>
          <p:nvPr/>
        </p:nvSpPr>
        <p:spPr>
          <a:xfrm>
            <a:off x="4563533" y="2227005"/>
            <a:ext cx="321734" cy="19195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36;p17">
            <a:extLst>
              <a:ext uri="{FF2B5EF4-FFF2-40B4-BE49-F238E27FC236}">
                <a16:creationId xmlns:a16="http://schemas.microsoft.com/office/drawing/2014/main" id="{4BEC3F5C-37DF-E79A-D848-FD21790DD9BF}"/>
              </a:ext>
            </a:extLst>
          </p:cNvPr>
          <p:cNvSpPr/>
          <p:nvPr/>
        </p:nvSpPr>
        <p:spPr>
          <a:xfrm>
            <a:off x="4605863" y="3285340"/>
            <a:ext cx="1295404" cy="19195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14126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FEDA519B-96EB-2839-AB47-84E05700C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D2713295-59EE-4972-BB06-92044459FFC0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17BDAC53-2CCD-D8D7-2DA3-9930329583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4418392B-E503-725C-6674-96A860FAA712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Fill your answers in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FA1CB26C-00DA-0BAB-2AC7-879FC451C06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17033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1F1C45A-9C33-3CE3-A39A-EBE40CEF4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032D0E98-BFA5-582C-0BA8-B103482DD668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1" name="Picture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622F859-09DB-C684-36AC-196CF04877A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57"/>
            <a:ext cx="7688569" cy="40254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3A6E9145-F89E-3C68-EDE9-D9336145CA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9B0C6D1B-1898-F8BF-430E-AA8507D443F2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Fill your answers in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98D814F8-84ED-2B4F-E403-7AA6563612F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27276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A902CD59-4291-1135-39E6-BC7365F41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B1C1C989-3139-28D9-D1B8-14433CD463F5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1" name="Picture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EBCCD10-23C0-2749-8428-53CD2307A83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57"/>
            <a:ext cx="7688569" cy="40254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94E2883C-08BA-F716-7BEC-3EB3FBA1CC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05C8EE11-484F-B1E5-CE22-AA7CC416F11A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Fill your answers in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2BDCE0E2-4E21-51B9-EF9B-247B3C91A29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Google Shape;136;p17">
            <a:extLst>
              <a:ext uri="{FF2B5EF4-FFF2-40B4-BE49-F238E27FC236}">
                <a16:creationId xmlns:a16="http://schemas.microsoft.com/office/drawing/2014/main" id="{1CC4B958-2DD8-CDC4-616C-0AE7E3D086B8}"/>
              </a:ext>
            </a:extLst>
          </p:cNvPr>
          <p:cNvSpPr/>
          <p:nvPr/>
        </p:nvSpPr>
        <p:spPr>
          <a:xfrm>
            <a:off x="10895401" y="3624017"/>
            <a:ext cx="559999" cy="202916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07573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0FE3F212-5BF0-816F-5E21-DF706C7ED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94AE4FA4-E4FF-795E-C147-7282B6ECB807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7BB988-34C0-C936-C9D3-84078A07BAC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55"/>
            <a:ext cx="7688569" cy="40254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31F660E1-F466-33DD-2EB9-4B3B85E2D0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8EC83023-7C24-A766-FD42-C09D3DE81A4D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Fill your answers in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E8D8F24C-110E-865D-C3D7-AE68176ED68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Google Shape;136;p17">
            <a:extLst>
              <a:ext uri="{FF2B5EF4-FFF2-40B4-BE49-F238E27FC236}">
                <a16:creationId xmlns:a16="http://schemas.microsoft.com/office/drawing/2014/main" id="{1D0B557F-9165-3432-3E6D-3D2BEFDE8825}"/>
              </a:ext>
            </a:extLst>
          </p:cNvPr>
          <p:cNvSpPr/>
          <p:nvPr/>
        </p:nvSpPr>
        <p:spPr>
          <a:xfrm>
            <a:off x="10895401" y="3624017"/>
            <a:ext cx="559999" cy="202916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402372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757B4C22-31E8-9802-CA59-CDEBCE7EE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A04278D-B6D7-3D31-430B-39B467C8B8FD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6D240D-33C6-2616-AEE0-865398262F5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54"/>
            <a:ext cx="7688569" cy="40254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A695BEDD-DA22-FF32-53A3-5A087CCB61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603E8B50-ACC4-BE76-D918-14967A7D1B45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Fill your answers in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D6D331D0-6F38-A4FB-942F-CE865CEAE5B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Google Shape;136;p17">
            <a:extLst>
              <a:ext uri="{FF2B5EF4-FFF2-40B4-BE49-F238E27FC236}">
                <a16:creationId xmlns:a16="http://schemas.microsoft.com/office/drawing/2014/main" id="{5DA64422-2E8D-A2A9-BF8C-31E0C8231542}"/>
              </a:ext>
            </a:extLst>
          </p:cNvPr>
          <p:cNvSpPr/>
          <p:nvPr/>
        </p:nvSpPr>
        <p:spPr>
          <a:xfrm>
            <a:off x="10895401" y="3624017"/>
            <a:ext cx="559999" cy="202916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38935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D6E8901A-CCCF-C3AD-932B-EDA7AFCA8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980327D1-7CAF-AA5A-E03A-C1661D117D92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2C3BA8A-9E83-4B6F-ABB6-FD4BBF747B7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52"/>
            <a:ext cx="7688569" cy="40254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C6D2C144-A2AF-70D0-66D1-F9BCB2EC26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CEEA7BA0-C5FC-002A-041F-B46AD3CA4ED6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Fill your answers in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0A6D438-B6A4-33EB-4634-7B099D41FF3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19744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BB09FF9F-64D3-1BC0-DA3D-210ABF234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90E95A77-893F-BBBD-3C7C-59A8B7EEC203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79488A-CDB0-018F-7F7E-B569585A118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52"/>
            <a:ext cx="7688569" cy="40254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AC588E7E-F90F-D66A-B896-4B109A03B3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95FB1FD5-CC74-67FD-A0F4-A870FEA9707D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Fill your answers in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Once done, save your answers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Submit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A844D4B5-5843-BCB5-DA64-938219E11A9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01962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2BD7D313-1614-F1F9-FDB5-EFCF8A9A7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572BC37E-65AC-0041-8231-319822614B75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4969340-A385-14AB-CBA8-D27B953D57E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52"/>
            <a:ext cx="7688569" cy="40254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B6636202-C8B4-F6BD-E1AE-38373A531D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687CEB20-88E7-1070-A62F-D85C49145821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Fill your answers in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Once done, save your answers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Submit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EAAF13B-206E-58A2-DD37-7308BBCCB30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Google Shape;136;p17">
            <a:extLst>
              <a:ext uri="{FF2B5EF4-FFF2-40B4-BE49-F238E27FC236}">
                <a16:creationId xmlns:a16="http://schemas.microsoft.com/office/drawing/2014/main" id="{0AE3670A-EDAE-1A5A-87FC-100AD7854E27}"/>
              </a:ext>
            </a:extLst>
          </p:cNvPr>
          <p:cNvSpPr/>
          <p:nvPr/>
        </p:nvSpPr>
        <p:spPr>
          <a:xfrm>
            <a:off x="10912335" y="3420814"/>
            <a:ext cx="559999" cy="202916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876586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1FD57390-2353-D0F9-8A85-99B8EED87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B6D18721-743A-DE2B-64D6-77EE57F859F8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 descr="A screenshot of a video chat&#10;&#10;AI-generated content may be incorrect.">
            <a:extLst>
              <a:ext uri="{FF2B5EF4-FFF2-40B4-BE49-F238E27FC236}">
                <a16:creationId xmlns:a16="http://schemas.microsoft.com/office/drawing/2014/main" id="{434304DF-2431-61A1-7CA9-1BBC74BC783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50"/>
            <a:ext cx="7688569" cy="40254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C069AF9B-3A52-097B-AC92-538DEE72B8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CFAF0CC5-F527-201A-19D4-C201E226E445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Fill your answers in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Once done, save your answers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Submit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5CBB94D1-80D9-5F32-BB60-CFF33B03C0C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96313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D174364-AA1C-2173-DA53-732341365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B38D245F-6585-016A-A0C2-B5FA6BD74F3B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 descr="A screenshot of a video chat&#10;&#10;AI-generated content may be incorrect.">
            <a:extLst>
              <a:ext uri="{FF2B5EF4-FFF2-40B4-BE49-F238E27FC236}">
                <a16:creationId xmlns:a16="http://schemas.microsoft.com/office/drawing/2014/main" id="{802850A5-2235-0011-1805-E3CB8EAA6BD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50"/>
            <a:ext cx="7688569" cy="40254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F8AED1F3-8B35-F906-AB30-A699DA438A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E7BFB5FF-B25C-D051-5E12-FE6AAFFDD654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Fill your answers in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Once done, save your answers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Submit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F75BFEC1-F884-7700-22C0-04AB4C7678D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Google Shape;136;p17">
            <a:extLst>
              <a:ext uri="{FF2B5EF4-FFF2-40B4-BE49-F238E27FC236}">
                <a16:creationId xmlns:a16="http://schemas.microsoft.com/office/drawing/2014/main" id="{0AE3670A-EDAE-1A5A-87FC-100AD7854E27}"/>
              </a:ext>
            </a:extLst>
          </p:cNvPr>
          <p:cNvSpPr/>
          <p:nvPr/>
        </p:nvSpPr>
        <p:spPr>
          <a:xfrm>
            <a:off x="4604645" y="3903133"/>
            <a:ext cx="1372821" cy="38099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59454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E0C36F3B-D88C-3508-C7C1-67AEFBDFB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99CC52E6-4E35-9732-8C3B-9B677532C291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 descr="A screenshot of a video chat&#10;&#10;AI-generated content may be incorrect.">
            <a:extLst>
              <a:ext uri="{FF2B5EF4-FFF2-40B4-BE49-F238E27FC236}">
                <a16:creationId xmlns:a16="http://schemas.microsoft.com/office/drawing/2014/main" id="{A7329A20-20CA-F6C0-A06B-1FA0131D711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50"/>
            <a:ext cx="7688569" cy="40254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03814D1E-9262-CEA4-5209-C2AFD5F2E4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4B57D529-21BD-CA74-30B3-46A5CABC2A2E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Fill your answers in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Once done, save your answers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Submit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8902FB6-6208-2927-4BF4-5208DC781B7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76908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4D32EB66-ECD1-D717-9230-591ABB840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85B99208-5E34-F820-55C1-2E9FA2848EAD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38CE5A0-0335-2DC3-7DAE-43C48060BA5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48"/>
            <a:ext cx="7688569" cy="40254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B97186B6-6895-2B30-9045-5188811498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0305BBAB-1B74-7178-00DB-F309792063F5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Fill your answers in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Once done, save your answers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Submit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Feedback will be available when you see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(view feedback)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6AE39396-484E-553B-8C10-489737F9D79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9755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3CD95124-3278-F651-2D03-43FBC813D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4E5547C7-5EE1-4591-89AD-0DAAB46E408F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E4967F0-20DA-43E0-5116-CE0226743CB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48"/>
            <a:ext cx="7688569" cy="40254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0768AAD1-73A9-EF75-7E26-4C71306EB2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1D28AABB-E996-F0E8-8D9A-50440D789002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Fill your answers in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Once done, save your answers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Submit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Feedback will be available when you see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(view feedback)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B3820A7-C9A5-06FA-ECA6-77AFA1D465F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Google Shape;136;p17">
            <a:extLst>
              <a:ext uri="{FF2B5EF4-FFF2-40B4-BE49-F238E27FC236}">
                <a16:creationId xmlns:a16="http://schemas.microsoft.com/office/drawing/2014/main" id="{F32F6CE0-2DB4-45B9-2607-33A6B2E2AC87}"/>
              </a:ext>
            </a:extLst>
          </p:cNvPr>
          <p:cNvSpPr/>
          <p:nvPr/>
        </p:nvSpPr>
        <p:spPr>
          <a:xfrm>
            <a:off x="5671446" y="4089400"/>
            <a:ext cx="619288" cy="194733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69744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CD3FBED0-0D8C-3429-907A-F235F1E94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89A22166-28BE-B7D1-27DF-1E4E9E3C8214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 descr="A screenshot of a video&#10;&#10;AI-generated content may be incorrect.">
            <a:extLst>
              <a:ext uri="{FF2B5EF4-FFF2-40B4-BE49-F238E27FC236}">
                <a16:creationId xmlns:a16="http://schemas.microsoft.com/office/drawing/2014/main" id="{1B418F25-8731-6A58-AB64-8879DEE3324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47"/>
            <a:ext cx="7688569" cy="40254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C7AA961B-4BC5-8EFE-ADD8-A9B3BFC55A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A0F79DC4-16C2-AA34-1448-A8F5C254DB43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Fill your answers in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Once done, save your answers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Submit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Feedback will be available when you see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(view feedback)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4AB98569-ED64-D430-0CE9-4FC1B713DA8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87592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8A23857D-ED8B-CD68-9511-E0056542A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1A567D8-D417-6813-DD26-836A56EE1D23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 descr="A screenshot of a video&#10;&#10;AI-generated content may be incorrect.">
            <a:extLst>
              <a:ext uri="{FF2B5EF4-FFF2-40B4-BE49-F238E27FC236}">
                <a16:creationId xmlns:a16="http://schemas.microsoft.com/office/drawing/2014/main" id="{BE78338C-71FB-2D90-9832-73DB2424D2B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47"/>
            <a:ext cx="7688569" cy="40254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B743E046-3CA0-DAE2-0798-602CEC641B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1FE29292-A1A7-AF6A-20EC-A2B65454B0CF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Fill your answers in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Once done, save your answers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Submit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Feedback will be available when you see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(view feedback)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36161891-ED6F-9937-553E-46D77CCF646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Google Shape;136;p17">
            <a:extLst>
              <a:ext uri="{FF2B5EF4-FFF2-40B4-BE49-F238E27FC236}">
                <a16:creationId xmlns:a16="http://schemas.microsoft.com/office/drawing/2014/main" id="{FC6C2FA6-CCBF-B610-9A16-22CADD135E95}"/>
              </a:ext>
            </a:extLst>
          </p:cNvPr>
          <p:cNvSpPr/>
          <p:nvPr/>
        </p:nvSpPr>
        <p:spPr>
          <a:xfrm>
            <a:off x="4867109" y="3234267"/>
            <a:ext cx="1152688" cy="194733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864055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726FD984-0071-5298-1185-315430D47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2B3DA7A0-F358-04D0-D70F-172796135DBD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FC7FB73A-972F-2DD8-3B8B-01AFB76284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A6126E44-33A5-6985-0371-D084AF6F518B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Fill your answers in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Once done, save your answers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Submit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Feedback will be available when you see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(view feedback)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F3A74C9F-2356-1146-FC04-F7D42E257F3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2CDB87D-83CF-371A-5334-0A9BDBDD501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45"/>
            <a:ext cx="7688569" cy="40254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583943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A07E95C7-8871-A16B-31E7-471C592DE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72B22833-3654-62B7-2909-D5058681FC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4306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7C3BC701-B867-14CD-6721-9F2CF9D44100}"/>
              </a:ext>
            </a:extLst>
          </p:cNvPr>
          <p:cNvSpPr txBox="1"/>
          <p:nvPr/>
        </p:nvSpPr>
        <p:spPr>
          <a:xfrm>
            <a:off x="1203929" y="1759174"/>
            <a:ext cx="5501672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Last week, we looked at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statement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490071F-F518-8596-884A-50E0B3156A9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2964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0FF35E30-5F46-0DE5-3615-E94014AD6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B199ABFD-11FC-3E1B-528D-3BFDC9F9C9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4306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A3309332-F56F-165B-8EBE-2358FA8454FC}"/>
              </a:ext>
            </a:extLst>
          </p:cNvPr>
          <p:cNvSpPr txBox="1"/>
          <p:nvPr/>
        </p:nvSpPr>
        <p:spPr>
          <a:xfrm>
            <a:off x="1203929" y="1759174"/>
            <a:ext cx="5501672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Last week, we looked at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statement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statements allow us run code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only when a specific condition is true</a:t>
            </a:r>
            <a:b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61E42D-D756-E8DF-00CA-E44B245FC55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97482" y="2412317"/>
            <a:ext cx="3980119" cy="29584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2034AF-B2C9-E87E-4B47-B4C39066023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95659" y="3878982"/>
            <a:ext cx="3783763" cy="1442214"/>
          </a:xfrm>
          <a:prstGeom prst="rect">
            <a:avLst/>
          </a:prstGeom>
          <a:ln>
            <a:noFill/>
          </a:ln>
        </p:spPr>
      </p:pic>
      <p:sp>
        <p:nvSpPr>
          <p:cNvPr id="4" name="Google Shape;103;p13">
            <a:extLst>
              <a:ext uri="{FF2B5EF4-FFF2-40B4-BE49-F238E27FC236}">
                <a16:creationId xmlns:a16="http://schemas.microsoft.com/office/drawing/2014/main" id="{11FABD39-F628-9F6B-2BE9-91D08CAA198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54034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66CC2B5-0689-ADBF-5FB6-3F8BBF369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F1158F99-4BC6-DF83-ACEC-28F8E41EC6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4306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1E48CB00-49A3-F295-0798-AF3798D16E62}"/>
              </a:ext>
            </a:extLst>
          </p:cNvPr>
          <p:cNvSpPr txBox="1"/>
          <p:nvPr/>
        </p:nvSpPr>
        <p:spPr>
          <a:xfrm>
            <a:off x="1203929" y="1759174"/>
            <a:ext cx="5501672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Last week, we looked at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statement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statements allow us run code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only when a specific condition is true</a:t>
            </a:r>
            <a:b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add </a:t>
            </a:r>
            <a:r>
              <a:rPr lang="en-GB" sz="16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elif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statements to give us finer control over when code is executed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GB" sz="1600" b="1" i="1" dirty="0" err="1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elif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runs if it’s Boolean is True and all previous clauses (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 and </a:t>
            </a:r>
            <a:r>
              <a:rPr lang="en-GB" sz="1600" b="1" i="1" dirty="0" err="1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elif</a:t>
            </a:r>
            <a:r>
              <a:rPr lang="en-GB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did not execute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An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else 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runs if all other clauses did not execute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2B22E2-0916-A4F9-0478-2CAEE2A1B52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97482" y="2412317"/>
            <a:ext cx="3980119" cy="29584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03ABED-ECFE-4797-E779-40CC7033882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95659" y="3927108"/>
            <a:ext cx="3783763" cy="1394088"/>
          </a:xfrm>
          <a:prstGeom prst="rect">
            <a:avLst/>
          </a:prstGeom>
          <a:ln>
            <a:noFill/>
          </a:ln>
        </p:spPr>
      </p:pic>
      <p:sp>
        <p:nvSpPr>
          <p:cNvPr id="4" name="Google Shape;103;p13">
            <a:extLst>
              <a:ext uri="{FF2B5EF4-FFF2-40B4-BE49-F238E27FC236}">
                <a16:creationId xmlns:a16="http://schemas.microsoft.com/office/drawing/2014/main" id="{01F25A19-E7EB-D4AD-002C-01B0E572858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0853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905BBA14-383D-6A47-8FEA-887A3DAEE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77972E3E-4810-5456-4685-AF4BBD8B26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4306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FE5C2E46-B12C-491A-7163-201406699319}"/>
              </a:ext>
            </a:extLst>
          </p:cNvPr>
          <p:cNvSpPr txBox="1"/>
          <p:nvPr/>
        </p:nvSpPr>
        <p:spPr>
          <a:xfrm>
            <a:off x="1203929" y="1759174"/>
            <a:ext cx="5501672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Last week, we looked at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statement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statements allow us run code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only when a specific condition is true</a:t>
            </a:r>
            <a:b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add </a:t>
            </a:r>
            <a:r>
              <a:rPr lang="en-GB" sz="16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elif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statements to give us finer control over when code is executed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GB" sz="1600" b="1" i="1" dirty="0" err="1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elif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runs if it’s Boolean is True and all previous clauses (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 and </a:t>
            </a:r>
            <a:r>
              <a:rPr lang="en-GB" sz="1600" b="1" i="1" dirty="0" err="1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elif</a:t>
            </a:r>
            <a:r>
              <a:rPr lang="en-GB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did not execute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An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else 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runs if all other clauses did not execute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E94FE1-2F62-8B09-C69F-9E4E4301100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97482" y="2412317"/>
            <a:ext cx="3980119" cy="29584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4EF13C-7E4B-D44F-8DC9-76E3097D117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95659" y="4620126"/>
            <a:ext cx="3783763" cy="701070"/>
          </a:xfrm>
          <a:prstGeom prst="rect">
            <a:avLst/>
          </a:prstGeom>
          <a:ln>
            <a:noFill/>
          </a:ln>
        </p:spPr>
      </p:pic>
      <p:sp>
        <p:nvSpPr>
          <p:cNvPr id="4" name="Google Shape;103;p13">
            <a:extLst>
              <a:ext uri="{FF2B5EF4-FFF2-40B4-BE49-F238E27FC236}">
                <a16:creationId xmlns:a16="http://schemas.microsoft.com/office/drawing/2014/main" id="{CC9B1F43-14AB-B576-9C95-8E1823F3B55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70917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1FF36B66-6EB9-356E-1046-3AD979C4D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BBF9D8C8-04B0-F7D1-06AF-53C65F4EA6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4306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A0E606E8-A785-4C3B-0E43-3424C0D37E34}"/>
              </a:ext>
            </a:extLst>
          </p:cNvPr>
          <p:cNvSpPr txBox="1"/>
          <p:nvPr/>
        </p:nvSpPr>
        <p:spPr>
          <a:xfrm>
            <a:off x="1203929" y="1759174"/>
            <a:ext cx="5501672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Last week, we looked at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statement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statements allow us run code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only when a specific condition is true</a:t>
            </a:r>
            <a:b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add </a:t>
            </a:r>
            <a:r>
              <a:rPr lang="en-GB" sz="16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elif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statements to give us finer control over when code is executed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GB" sz="1600" b="1" i="1" dirty="0" err="1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elif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runs if it’s Boolean is True and all previous clauses (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 and </a:t>
            </a:r>
            <a:r>
              <a:rPr lang="en-GB" sz="1600" b="1" i="1" dirty="0" err="1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elif</a:t>
            </a:r>
            <a:r>
              <a:rPr lang="en-GB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did not execute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An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else 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runs if all other clauses did not execute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6CA2E8-A034-B9B3-AAF8-4050B1EE21E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97482" y="2412317"/>
            <a:ext cx="3980119" cy="29584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03;p13">
            <a:extLst>
              <a:ext uri="{FF2B5EF4-FFF2-40B4-BE49-F238E27FC236}">
                <a16:creationId xmlns:a16="http://schemas.microsoft.com/office/drawing/2014/main" id="{38965561-7F11-4BE2-692C-CC0E3136F52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91617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C6668AD5-D770-96A4-3477-7383B22D0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2BC7B4AE-CFA7-0DB7-285A-A43EF350A0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4306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EA96E482-A4F1-07CA-8637-E58C445D4B2F}"/>
              </a:ext>
            </a:extLst>
          </p:cNvPr>
          <p:cNvSpPr txBox="1"/>
          <p:nvPr/>
        </p:nvSpPr>
        <p:spPr>
          <a:xfrm>
            <a:off x="1203929" y="1759174"/>
            <a:ext cx="5501672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Last week, we looked at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statement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statements allow us run code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only when a specific condition is true</a:t>
            </a:r>
            <a:b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add </a:t>
            </a:r>
            <a:r>
              <a:rPr lang="en-GB" sz="16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elif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statements to give us finer control over when code is executed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GB" sz="1600" b="1" i="1" dirty="0" err="1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elif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runs if it’s Boolean is True and all previous clauses (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 and </a:t>
            </a:r>
            <a:r>
              <a:rPr lang="en-GB" sz="1600" b="1" i="1" dirty="0" err="1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elif</a:t>
            </a:r>
            <a:r>
              <a:rPr lang="en-GB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did not execute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An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else 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runs if all other clauses did not execute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 will look at another feature of Python that gives us finer control over our code -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loops</a:t>
            </a:r>
            <a:b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A88205-32F4-CE76-6AD4-02026A62924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97482" y="2412317"/>
            <a:ext cx="3980119" cy="29584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03;p13">
            <a:extLst>
              <a:ext uri="{FF2B5EF4-FFF2-40B4-BE49-F238E27FC236}">
                <a16:creationId xmlns:a16="http://schemas.microsoft.com/office/drawing/2014/main" id="{C33B3833-8B4F-D163-BC12-B0331B8D710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30910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A55791A1-7596-BAF1-B5F2-7B3632F91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0AD9A62-6648-8A0C-FE26-17B99CE3CE6E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3274AB9B-63E2-C808-A95A-6EEB409580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30122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Motivation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B5079F17-0B86-3E58-CFF0-EDDB5845693F}"/>
              </a:ext>
            </a:extLst>
          </p:cNvPr>
          <p:cNvSpPr txBox="1"/>
          <p:nvPr/>
        </p:nvSpPr>
        <p:spPr>
          <a:xfrm>
            <a:off x="1203929" y="1149571"/>
            <a:ext cx="513155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want to do a very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repetitive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computation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EADC961-8FF8-D72C-64B4-6ED95E59341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78332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8F8F825E-DC64-59E8-4F6D-8B5BCD814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834E7C9-60BD-8987-67FD-7939DD2E2E7D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DA331D51-596A-0482-250E-61498C0199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30122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Motivation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96110C82-81BD-8217-A7DE-66DB8EC142BC}"/>
              </a:ext>
            </a:extLst>
          </p:cNvPr>
          <p:cNvSpPr txBox="1"/>
          <p:nvPr/>
        </p:nvSpPr>
        <p:spPr>
          <a:xfrm>
            <a:off x="1203929" y="1149571"/>
            <a:ext cx="513155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want to do a very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repetitive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computation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instance, suppose we want to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 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square of each item in this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E18DB2-149A-0D4A-44BA-304FA32770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51314" y="2579911"/>
            <a:ext cx="3277664" cy="3902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72408A8-04EE-6ABE-B9AF-FD161B67DE0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92484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E39A29DA-C1AB-DA7F-776E-E876F8C99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A49809-A1DB-292A-70FF-AB274C0FA9A4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ECC23169-C264-5219-F330-24D6C474CF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30122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Motivation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B73DA28B-9910-25DB-58E6-65ED73A7265D}"/>
              </a:ext>
            </a:extLst>
          </p:cNvPr>
          <p:cNvSpPr txBox="1"/>
          <p:nvPr/>
        </p:nvSpPr>
        <p:spPr>
          <a:xfrm>
            <a:off x="1203929" y="1149571"/>
            <a:ext cx="513155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want to do a very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repetitive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computation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instance, suppose we want to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 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square of each item in this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could just write something like this…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AFB396-7FE8-535E-9894-2C0E09DFAA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51314" y="2579911"/>
            <a:ext cx="3277664" cy="3902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56785C4-9627-168B-23D4-3BC75AF9E2E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2C925E-8ABC-7BAB-35F1-AF3EA0DCBE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98971" y="670170"/>
            <a:ext cx="2699658" cy="51460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D26153-0077-F511-9C9F-62AE181CED2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87746" y="1344304"/>
            <a:ext cx="2522108" cy="432445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4042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48016F5E-1D01-4736-35F2-CA626BC10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8E259FF-EB9E-40AF-2BD3-FB1D13CB3916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BF8AFD1B-E8BD-F376-736B-938F5E1B57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30122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Motivation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1E39A3BA-9ADE-C8F6-6DEA-FA3F222974AC}"/>
              </a:ext>
            </a:extLst>
          </p:cNvPr>
          <p:cNvSpPr txBox="1"/>
          <p:nvPr/>
        </p:nvSpPr>
        <p:spPr>
          <a:xfrm>
            <a:off x="1203929" y="1149571"/>
            <a:ext cx="513155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want to do a very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repetitive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computation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instance, suppose we want to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 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square of each item in this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could just write something like this…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220E41-D705-859C-BAA7-46F70E2FE8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51314" y="2579911"/>
            <a:ext cx="3277664" cy="3902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263761A-D984-F4C4-15C1-5E2E53ED2A2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502324-078B-58E4-4567-1EC13331C8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98971" y="670170"/>
            <a:ext cx="2699658" cy="51460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1851BD-313C-7AC1-5AD3-2BEB5C7F633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87746" y="2013045"/>
            <a:ext cx="2522108" cy="365571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897230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8EA4E15-00DB-7658-7739-7AEADE52B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FB9DE48-5AD2-8C1F-61DE-48D4919A96ED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FEB2BBA0-817A-4DB0-134D-D7C706A1A5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30122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Motivation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96C92F8B-22F2-9692-505B-034091411F57}"/>
              </a:ext>
            </a:extLst>
          </p:cNvPr>
          <p:cNvSpPr txBox="1"/>
          <p:nvPr/>
        </p:nvSpPr>
        <p:spPr>
          <a:xfrm>
            <a:off x="1203929" y="1149571"/>
            <a:ext cx="513155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want to do a very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repetitive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computation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instance, suppose we want to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 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square of each item in this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could just write something like this…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02C34F-3A76-9ED8-D39E-C4AC6E4D24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51314" y="2579911"/>
            <a:ext cx="3277664" cy="3902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61D5ED0-0630-8A3B-25CC-0FA65716CAF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75205F-8D7B-75E6-4651-47AEB24477E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98971" y="670170"/>
            <a:ext cx="2699658" cy="51460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328F929-908E-3733-5013-80ECC8DDCC4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87746" y="2831911"/>
            <a:ext cx="2522108" cy="283685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35857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A76FC3F3-AFE5-2CDE-3C63-F87D5A73A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6861375-F32D-AF14-D999-F6FDDD4C2BB8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423A33C9-DA22-7767-2C2B-A7FC032F0A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30122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Motivation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1E9A4CB0-BC61-659D-1B7F-7355BE06A1BE}"/>
              </a:ext>
            </a:extLst>
          </p:cNvPr>
          <p:cNvSpPr txBox="1"/>
          <p:nvPr/>
        </p:nvSpPr>
        <p:spPr>
          <a:xfrm>
            <a:off x="1203929" y="1149571"/>
            <a:ext cx="513155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want to do a very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repetitive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computation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instance, suppose we want to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 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square of each item in this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could just write something like this…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81C1BA-5D47-7C15-977D-3620CB070E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51314" y="2579911"/>
            <a:ext cx="3277664" cy="3902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8C438E8-B5C3-3BE5-93CD-20B7F46F846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94D136-D5D4-3CA0-B01A-E1FD2797D1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98971" y="670170"/>
            <a:ext cx="2699658" cy="514606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463259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16D790F0-B78B-F182-C427-A006B273B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E68F3E-13E0-031F-2BE5-5E5D42E6389F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EC24FA31-EF27-B149-8AF8-A7CD858601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30122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Motivation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50425E74-B5E9-0DAD-286E-12969BE36C9B}"/>
              </a:ext>
            </a:extLst>
          </p:cNvPr>
          <p:cNvSpPr txBox="1"/>
          <p:nvPr/>
        </p:nvSpPr>
        <p:spPr>
          <a:xfrm>
            <a:off x="1203929" y="1149571"/>
            <a:ext cx="513155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want to do a very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repetitive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computation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instance, suppose we want to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 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square of each item in this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could just write something like this…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it would be nice to be able to do this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automatically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73C78B-46EB-9AE4-C761-4E2B974EC0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51314" y="2579911"/>
            <a:ext cx="3277664" cy="3902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49FFD3D-FE3F-4A78-A6D8-0F186C4011E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FA5205-950D-DE0C-A0F1-B7631976948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98971" y="670170"/>
            <a:ext cx="2699658" cy="514606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3852827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C912ABEE-D0BA-32C1-36AC-01B974E84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E723282-9E96-6099-FE42-A13692911272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ECF541A4-EF67-59D3-03B1-1A6DB4A1F5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30122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Motivation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47BEC3BB-9E68-434F-F29F-8589B2CC087B}"/>
              </a:ext>
            </a:extLst>
          </p:cNvPr>
          <p:cNvSpPr txBox="1"/>
          <p:nvPr/>
        </p:nvSpPr>
        <p:spPr>
          <a:xfrm>
            <a:off x="1203929" y="1149571"/>
            <a:ext cx="513155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want to do a very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repetitive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computation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instance, suppose we want to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 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square of each item in this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could just write something like this…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it would be nice to be able to do this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automatically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what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loops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do!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EA49C6-2456-F359-8BDB-1AD64BD6D5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98971" y="670170"/>
            <a:ext cx="2699658" cy="51460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86314B-F10F-CE98-8089-14A8A1ED44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51314" y="2579911"/>
            <a:ext cx="3277664" cy="3902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BC48CB-2384-0411-358D-67234ABE512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12758" y="4520786"/>
            <a:ext cx="3152963" cy="12954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0929C69-29D7-CE92-9E14-62715403950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82291" y="4993970"/>
            <a:ext cx="2597217" cy="82226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358C9E2-7043-AA95-73B3-01675105F44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73236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C653B39D-8694-FCFC-C12D-C37AFBEA6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71BDCCC-2DF5-9F25-52FC-0B17D44A30AA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AF35F6BF-BB60-9E38-38D5-AFFDDCFBA8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30122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Motivation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A63DC004-0581-5587-6212-B506D2940C9C}"/>
              </a:ext>
            </a:extLst>
          </p:cNvPr>
          <p:cNvSpPr txBox="1"/>
          <p:nvPr/>
        </p:nvSpPr>
        <p:spPr>
          <a:xfrm>
            <a:off x="1203929" y="1149571"/>
            <a:ext cx="513155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want to do a very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repetitive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computation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instance, suppose we want to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 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square of each item in this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could just write something like this…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it would be nice to be able to do this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automatically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what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loops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do!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281073-9B2A-57B5-85C6-5344B2CBE3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98971" y="670170"/>
            <a:ext cx="2699658" cy="51460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C0388C-5C64-E658-FFAF-1F3FE6F505E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51314" y="2579911"/>
            <a:ext cx="3277664" cy="3902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712D64-5575-0926-A365-AC620514661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12758" y="4520786"/>
            <a:ext cx="3152963" cy="1295445"/>
          </a:xfrm>
          <a:prstGeom prst="rect">
            <a:avLst/>
          </a:prstGeom>
          <a:ln>
            <a:solidFill>
              <a:srgbClr val="000000">
                <a:alpha val="40000"/>
              </a:srgb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38FC94-AEBA-B1AD-B1A7-3B522154F51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82291" y="4993970"/>
            <a:ext cx="2597217" cy="82226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E3FFF6B-2F48-57FD-7D14-EE8C591C9E0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6/11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4" name="Google Shape;198;p20">
            <a:extLst>
              <a:ext uri="{FF2B5EF4-FFF2-40B4-BE49-F238E27FC236}">
                <a16:creationId xmlns:a16="http://schemas.microsoft.com/office/drawing/2014/main" id="{464464A6-5396-7323-87E8-B6DF8173FE07}"/>
              </a:ext>
            </a:extLst>
          </p:cNvPr>
          <p:cNvSpPr txBox="1"/>
          <p:nvPr/>
        </p:nvSpPr>
        <p:spPr>
          <a:xfrm>
            <a:off x="841679" y="5816231"/>
            <a:ext cx="3532412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For Loop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990985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A04FA0B7-9BBA-8851-6C6D-1C5194E29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8CE5AE1-2682-BADD-5091-EA239279AF05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322798C7-BBB1-A654-62DA-6996D5B04C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30122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Motivation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72DBB967-B535-E120-17F4-C7A3BCEED980}"/>
              </a:ext>
            </a:extLst>
          </p:cNvPr>
          <p:cNvSpPr txBox="1"/>
          <p:nvPr/>
        </p:nvSpPr>
        <p:spPr>
          <a:xfrm>
            <a:off x="1203929" y="1149571"/>
            <a:ext cx="513155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want to do a very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repetitive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computation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instance, suppose we want to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 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square of each item in this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could just write something like this…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it would be nice to be able to do this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automatically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what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loops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do!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47C695-FC3B-CB0B-B0CB-DD1B490050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98971" y="670170"/>
            <a:ext cx="2699658" cy="51460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5E4DE6-1867-81FB-36FC-A7E76DB77D6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51314" y="2579911"/>
            <a:ext cx="3277664" cy="3902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2D26A3-8EF3-866A-B067-4096B38C7EE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12758" y="4520786"/>
            <a:ext cx="3152963" cy="12954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124F95-812C-8404-1BEA-AC734FCB6923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82291" y="4993970"/>
            <a:ext cx="2597217" cy="822261"/>
          </a:xfrm>
          <a:prstGeom prst="rect">
            <a:avLst/>
          </a:prstGeom>
          <a:ln>
            <a:solidFill>
              <a:schemeClr val="tx1">
                <a:alpha val="40000"/>
              </a:schemeClr>
            </a:solidFill>
          </a:ln>
        </p:spPr>
      </p:pic>
      <p:sp>
        <p:nvSpPr>
          <p:cNvPr id="13" name="Google Shape;198;p20">
            <a:extLst>
              <a:ext uri="{FF2B5EF4-FFF2-40B4-BE49-F238E27FC236}">
                <a16:creationId xmlns:a16="http://schemas.microsoft.com/office/drawing/2014/main" id="{A1C115F2-3C06-B39F-CAB7-C8F6928C4755}"/>
              </a:ext>
            </a:extLst>
          </p:cNvPr>
          <p:cNvSpPr txBox="1"/>
          <p:nvPr/>
        </p:nvSpPr>
        <p:spPr>
          <a:xfrm>
            <a:off x="4209508" y="5819931"/>
            <a:ext cx="3532412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While Loop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271C6A0-751D-5D0A-19C0-FC9E1344A9D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704250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7367DF4C-8FDB-A108-0945-8B317F345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868DC77-4471-C76B-073E-6D18E4E152D7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1E0BA45D-25B1-0394-7E22-763C8EEB8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30122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Motivation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B04FB7D0-3F0D-72D0-3A45-580E3D99AA38}"/>
              </a:ext>
            </a:extLst>
          </p:cNvPr>
          <p:cNvSpPr txBox="1"/>
          <p:nvPr/>
        </p:nvSpPr>
        <p:spPr>
          <a:xfrm>
            <a:off x="1203929" y="1149571"/>
            <a:ext cx="513155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want to do a very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repetitive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computation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instance, suppose we want to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 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square of each item in this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could just write something like this…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it would be nice to be able to do this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automatically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what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loops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do!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D0BFC6-5F7E-83EC-EAA0-CFE2008624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98971" y="670170"/>
            <a:ext cx="2699658" cy="51460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A594D9-AB62-06BC-7CA1-A8EB05079AF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51314" y="2579911"/>
            <a:ext cx="3277664" cy="3902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4093C8-CD87-2E79-125B-CE400A9568A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12758" y="4520786"/>
            <a:ext cx="3152963" cy="12954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1888DCC-8C81-FD90-FCDD-F1EDB264533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82291" y="4993970"/>
            <a:ext cx="2597217" cy="82226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3168CB8-A67D-637E-C1EA-66CC2328415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6/11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4" name="Google Shape;198;p20">
            <a:extLst>
              <a:ext uri="{FF2B5EF4-FFF2-40B4-BE49-F238E27FC236}">
                <a16:creationId xmlns:a16="http://schemas.microsoft.com/office/drawing/2014/main" id="{C18B1C8C-9159-9F0F-2012-051054915376}"/>
              </a:ext>
            </a:extLst>
          </p:cNvPr>
          <p:cNvSpPr txBox="1"/>
          <p:nvPr/>
        </p:nvSpPr>
        <p:spPr>
          <a:xfrm>
            <a:off x="2487484" y="5833174"/>
            <a:ext cx="3532412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Both: much shorter code!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9279491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C922B2CF-AFC2-F48C-8BC7-4B7A1F572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51B34F9-40CA-3A20-936E-4A362D326653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DED80097-3E64-C062-6726-8F87C560BA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-30614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Iterable</a:t>
            </a:r>
            <a:r>
              <a:rPr lang="en-GB" dirty="0"/>
              <a:t> Objects</a:t>
            </a:r>
            <a:endParaRPr dirty="0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A39359C2-67ED-8CAB-39B6-7DB0BD6649C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7572CA3-646A-8075-C685-3699BB007E8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907566" y="5646247"/>
            <a:ext cx="1934969" cy="28095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93965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14BC6A66-F4E3-B745-7FF3-E7373C547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49F6769-A6A5-7865-57BA-17EAB392E60B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5C28D9A9-24B9-9E0E-601C-D7C6EBAA25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-30614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Iterable</a:t>
            </a:r>
            <a:r>
              <a:rPr lang="en-GB" dirty="0"/>
              <a:t> Objects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CAB8BE65-9043-9252-0E21-45690E265D0C}"/>
              </a:ext>
            </a:extLst>
          </p:cNvPr>
          <p:cNvSpPr txBox="1"/>
          <p:nvPr/>
        </p:nvSpPr>
        <p:spPr>
          <a:xfrm>
            <a:off x="1176380" y="1360054"/>
            <a:ext cx="1223482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iterable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object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an object which contains lots of elements that we could list one by one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7ADCAAC-294D-CE48-D27B-631BE26D15A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53646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53670138-22FF-7143-1172-20B7094F4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03709BD-79E5-A3A4-79C6-98C04290DA33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F1B9D87D-C4DE-F268-BC8C-B44C31D211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-30614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Iterable</a:t>
            </a:r>
            <a:r>
              <a:rPr lang="en-GB" dirty="0"/>
              <a:t> Objects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D0C5FE13-89F8-387F-32BD-ED8577045F96}"/>
              </a:ext>
            </a:extLst>
          </p:cNvPr>
          <p:cNvSpPr txBox="1"/>
          <p:nvPr/>
        </p:nvSpPr>
        <p:spPr>
          <a:xfrm>
            <a:off x="1176380" y="1360054"/>
            <a:ext cx="1223482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iterable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object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an object which contains lots of elements that we could list one by one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already seen an example –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list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72318C9-B577-DA7D-6ECB-48F7E2ABB1E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089732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51FFFD1F-C73A-B340-1686-F6C8CDE16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E161E74-AFE8-AC5C-5A1A-13B6E7B45E1A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73A98A54-5013-51FB-A63A-E41AF28C55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-30614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Iterable</a:t>
            </a:r>
            <a:r>
              <a:rPr lang="en-GB" dirty="0"/>
              <a:t> Objects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2CDD9BE3-2AAC-B86C-15BD-55E0FE46691D}"/>
              </a:ext>
            </a:extLst>
          </p:cNvPr>
          <p:cNvSpPr txBox="1"/>
          <p:nvPr/>
        </p:nvSpPr>
        <p:spPr>
          <a:xfrm>
            <a:off x="1176380" y="1360054"/>
            <a:ext cx="1223482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iterable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object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an object which contains lots of elements that we could list one by one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already seen an example –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list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Other examples include: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Tuples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like lists but use round brackets and can’t be changed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33867D-5BCB-99DC-7EB2-0E5EB0977F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76380" y="5459234"/>
            <a:ext cx="2231758" cy="3746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0396694-A180-2F2B-CE04-D19D0A0D071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755601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8F83854C-1D87-A017-E60B-20E591EC7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6859298-2BBA-D397-14F3-65A2DA8911EB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C04E89BE-8DC0-B31A-BB00-8E31B92885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-30614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Iterable</a:t>
            </a:r>
            <a:r>
              <a:rPr lang="en-GB" dirty="0"/>
              <a:t> Objects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CA38D148-A4E3-9636-40E2-5DE6950A39A4}"/>
              </a:ext>
            </a:extLst>
          </p:cNvPr>
          <p:cNvSpPr txBox="1"/>
          <p:nvPr/>
        </p:nvSpPr>
        <p:spPr>
          <a:xfrm>
            <a:off x="1176380" y="1360054"/>
            <a:ext cx="1223482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iterable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object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an object which contains lots of elements that we could list one by one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already seen an example –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list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Other examples include: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Tuples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like lists but use round brackets and can’t be changed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Dictionaries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records “keys” and “values” so that we can look up data using labels of our choosing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74EFD7-B257-6C7F-D7B9-FE0A99D78B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76380" y="5459234"/>
            <a:ext cx="2231758" cy="3746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243A54-466F-9D2F-011B-D7DB31470D7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32420" y="5365297"/>
            <a:ext cx="4646904" cy="5619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0EF6762-6548-B388-1676-12B4712ABCE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86199" y="5646247"/>
            <a:ext cx="1962687" cy="248670"/>
          </a:xfrm>
          <a:prstGeom prst="rect">
            <a:avLst/>
          </a:prstGeom>
          <a:ln>
            <a:noFill/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231CE65-A3C2-8933-2012-3D3368258A1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812210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A02BF06F-6615-4975-32FE-6BA452762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DF04D09-C6E9-1D56-2DB9-A36336611FB1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D5B1369C-DDC6-44A3-613E-9AF456D046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-30614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Iterable</a:t>
            </a:r>
            <a:r>
              <a:rPr lang="en-GB" dirty="0"/>
              <a:t> Objects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5B96EF6D-1867-AFE6-A6BC-54E96C023E48}"/>
              </a:ext>
            </a:extLst>
          </p:cNvPr>
          <p:cNvSpPr txBox="1"/>
          <p:nvPr/>
        </p:nvSpPr>
        <p:spPr>
          <a:xfrm>
            <a:off x="1176380" y="1360054"/>
            <a:ext cx="1223482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iterable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object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an object which contains lots of elements that we could list one by one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already seen an example –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list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Other examples include: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Tuples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like lists but use round brackets and can’t be changed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Dictionaries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records “keys” and “values” so that we can look up data using labels of our choosing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DA21E1-1D02-CC75-3067-321F9B13E8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76380" y="5459234"/>
            <a:ext cx="2231758" cy="3746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1B13CC-E98A-59AA-9A35-9CD1B46AF1C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32420" y="5365297"/>
            <a:ext cx="4646904" cy="5619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6973A1C-77F6-0EB6-3E25-A1952BB8C77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240141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1203F992-D3CD-0282-1CEA-8582368C3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B70D2E-5513-D7CC-9CE2-2C2688C1B8AB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9F26FC4F-0CB7-0B95-33E1-A772F94B0E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-30614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Iterable</a:t>
            </a:r>
            <a:r>
              <a:rPr lang="en-GB" dirty="0"/>
              <a:t> Objects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ABCA5434-AA76-4AB1-4ECD-ABA765C1E428}"/>
              </a:ext>
            </a:extLst>
          </p:cNvPr>
          <p:cNvSpPr txBox="1"/>
          <p:nvPr/>
        </p:nvSpPr>
        <p:spPr>
          <a:xfrm>
            <a:off x="1176380" y="1360054"/>
            <a:ext cx="1223482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iterable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object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an object which contains lots of elements that we could list one by one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already seen an example –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list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Other examples include: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Tuples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like lists but use round brackets and can’t be changed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Dictionaries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records “keys” and “values” so that we can look up data using labels of our choosing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range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object – a python object that represents a sequence of numbers, saved in a useful, memory-efficient way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2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1555E6-8ACC-B41B-9F8F-EFD60F3402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76380" y="5459234"/>
            <a:ext cx="2231758" cy="3746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ABFEB9-1C00-8DC8-E55B-27C65030F0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04236" y="5457905"/>
            <a:ext cx="1965058" cy="4024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9D96E0-6842-88B8-8237-ADFC26F2E35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32420" y="5365297"/>
            <a:ext cx="4646904" cy="5619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BBBA70A-127F-05C8-7C15-9D8FABAF6F2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000208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3596CC1A-2A6A-C31F-5D5F-F380E1FA1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877FDFD-87E8-B387-0595-F15C201C7A5A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90768557-AA6B-2503-2169-6651B31C43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-30614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Iterable</a:t>
            </a:r>
            <a:r>
              <a:rPr lang="en-GB" dirty="0"/>
              <a:t> Objects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B24732D1-CC00-F340-1066-9F9C44FCB57F}"/>
              </a:ext>
            </a:extLst>
          </p:cNvPr>
          <p:cNvSpPr txBox="1"/>
          <p:nvPr/>
        </p:nvSpPr>
        <p:spPr>
          <a:xfrm>
            <a:off x="1176380" y="1360054"/>
            <a:ext cx="1223482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iterable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object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an object which contains lots of elements that we could list one by one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already seen an example –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list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Other examples include: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Tuples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like lists but use round brackets and can’t be changed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Dictionaries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records “keys” and “values” so that we can look up data using labels of our choosing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range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object – a python object that represents a sequence of numbers, saved in a useful, memory-efficient way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2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for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performs an operation on each element in an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iterable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object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53C6BF-7A90-75B3-EF6A-FA6B420075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76380" y="5459234"/>
            <a:ext cx="2231758" cy="3746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2C9329-DD6E-D047-5A3F-7DD81352DFE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04236" y="5457905"/>
            <a:ext cx="1965058" cy="4024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3143BA-E449-5CE1-4951-F156B0BBB86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32420" y="5365297"/>
            <a:ext cx="4646904" cy="5619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71651E5-E97C-44F3-C7D4-BDC13D15E17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903461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17A6C8CE-F13D-62EE-FAB7-F9ABC5CCD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11F2E25E-FF1B-B2DD-BFD1-E3B3A9D32F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For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9A002F79-6985-F1D8-72AD-70808BCB337B}"/>
              </a:ext>
            </a:extLst>
          </p:cNvPr>
          <p:cNvSpPr txBox="1"/>
          <p:nvPr/>
        </p:nvSpPr>
        <p:spPr>
          <a:xfrm>
            <a:off x="1176379" y="1882572"/>
            <a:ext cx="685109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for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for every element in an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iterable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6F5B84C-B4E2-ECC5-1840-27FE0AB2896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464836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F65A9B96-852A-8114-9133-BA29C760D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A8968F9A-A2DA-F134-E2ED-CBA61C5FB0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For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47716D60-6FC8-C10C-7ADD-4D150DA344CA}"/>
              </a:ext>
            </a:extLst>
          </p:cNvPr>
          <p:cNvSpPr txBox="1"/>
          <p:nvPr/>
        </p:nvSpPr>
        <p:spPr>
          <a:xfrm>
            <a:off x="1176379" y="1882572"/>
            <a:ext cx="685109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for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for every element in an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iterable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example:</a:t>
            </a:r>
            <a:endParaRPr lang="en-GB" sz="1800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61C581-BB2F-058C-57F6-F0F8C49161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19174" y="3590772"/>
            <a:ext cx="4087731" cy="15587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3C27815-DDAE-B2A7-2FA1-C15FB6E813D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454349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EC28EE7E-8E66-FA48-999D-B1B3935A4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4E6B8999-5CD8-46CE-E5C5-1FD22CD4FE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For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A8B206BD-4F53-2F11-A5E5-4498E3A19D7C}"/>
              </a:ext>
            </a:extLst>
          </p:cNvPr>
          <p:cNvSpPr txBox="1"/>
          <p:nvPr/>
        </p:nvSpPr>
        <p:spPr>
          <a:xfrm>
            <a:off x="1176379" y="1882572"/>
            <a:ext cx="685109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for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for every element in an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iterable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example:</a:t>
            </a:r>
            <a:endParaRPr lang="en-GB" sz="1800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D5B3B0-0C7A-6BE2-7430-28FC332029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19174" y="3590772"/>
            <a:ext cx="4087731" cy="15587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5169588-A2DD-1588-8297-AB91B05F328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8/11</a:t>
            </a:r>
            <a:endParaRPr dirty="0">
              <a:solidFill>
                <a:srgbClr val="FFFFFF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7EF989D-4D55-9957-F6B3-CC4C77EDDCBA}"/>
              </a:ext>
            </a:extLst>
          </p:cNvPr>
          <p:cNvGrpSpPr/>
          <p:nvPr/>
        </p:nvGrpSpPr>
        <p:grpSpPr>
          <a:xfrm>
            <a:off x="-834577" y="4169343"/>
            <a:ext cx="3532412" cy="812452"/>
            <a:chOff x="-834577" y="4169343"/>
            <a:chExt cx="3532412" cy="812452"/>
          </a:xfrm>
        </p:grpSpPr>
        <p:sp>
          <p:nvSpPr>
            <p:cNvPr id="11" name="Google Shape;200;p20">
              <a:extLst>
                <a:ext uri="{FF2B5EF4-FFF2-40B4-BE49-F238E27FC236}">
                  <a16:creationId xmlns:a16="http://schemas.microsoft.com/office/drawing/2014/main" id="{8D2E1144-7F48-D1A0-4F54-3954A01ED7C7}"/>
                </a:ext>
              </a:extLst>
            </p:cNvPr>
            <p:cNvSpPr/>
            <p:nvPr/>
          </p:nvSpPr>
          <p:spPr>
            <a:xfrm>
              <a:off x="1974337" y="4169343"/>
              <a:ext cx="514863" cy="320040"/>
            </a:xfrm>
            <a:prstGeom prst="rect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FB64BBE-E0D6-F5E7-E0A8-6751908031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379" y="4370144"/>
              <a:ext cx="642795" cy="11770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Google Shape;198;p20">
              <a:extLst>
                <a:ext uri="{FF2B5EF4-FFF2-40B4-BE49-F238E27FC236}">
                  <a16:creationId xmlns:a16="http://schemas.microsoft.com/office/drawing/2014/main" id="{EFF77735-ED35-FD54-82B9-C7B10D56042D}"/>
                </a:ext>
              </a:extLst>
            </p:cNvPr>
            <p:cNvSpPr txBox="1"/>
            <p:nvPr/>
          </p:nvSpPr>
          <p:spPr>
            <a:xfrm>
              <a:off x="-834577" y="4489383"/>
              <a:ext cx="3532412" cy="4924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“for” keyword</a:t>
              </a:r>
              <a:endParaRPr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41019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4303B9B8-8E3A-B871-D97C-420580A5B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90A7E770-6161-4B9C-0D56-0E91E335D0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For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5D28DA3B-5B5E-A388-ACB1-10E9E6757DBC}"/>
              </a:ext>
            </a:extLst>
          </p:cNvPr>
          <p:cNvSpPr txBox="1"/>
          <p:nvPr/>
        </p:nvSpPr>
        <p:spPr>
          <a:xfrm>
            <a:off x="1176379" y="1882572"/>
            <a:ext cx="685109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for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for every element in an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iterable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example:</a:t>
            </a:r>
            <a:endParaRPr lang="en-GB" sz="1800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6B6211A-5D97-D56B-C0E4-DF228D4D3FF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8/11</a:t>
            </a:r>
            <a:endParaRPr dirty="0">
              <a:solidFill>
                <a:srgbClr val="FFFFFF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3D10A0F-3661-5764-FC83-BD25CC9A82E1}"/>
              </a:ext>
            </a:extLst>
          </p:cNvPr>
          <p:cNvGrpSpPr/>
          <p:nvPr/>
        </p:nvGrpSpPr>
        <p:grpSpPr>
          <a:xfrm>
            <a:off x="1819174" y="2726154"/>
            <a:ext cx="5784799" cy="2423362"/>
            <a:chOff x="1819174" y="2726154"/>
            <a:chExt cx="5784799" cy="242336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22592D2-77FE-151E-BBB9-23B40A38B8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819174" y="3590772"/>
              <a:ext cx="4087731" cy="155874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2" name="Google Shape;200;p20">
              <a:extLst>
                <a:ext uri="{FF2B5EF4-FFF2-40B4-BE49-F238E27FC236}">
                  <a16:creationId xmlns:a16="http://schemas.microsoft.com/office/drawing/2014/main" id="{9EE05B04-3F6F-2A22-950A-D06385036F1C}"/>
                </a:ext>
              </a:extLst>
            </p:cNvPr>
            <p:cNvSpPr/>
            <p:nvPr/>
          </p:nvSpPr>
          <p:spPr>
            <a:xfrm>
              <a:off x="2884590" y="4167805"/>
              <a:ext cx="370843" cy="320040"/>
            </a:xfrm>
            <a:prstGeom prst="rect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17C487C-E06C-B87B-85B5-66C9F58E48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55433" y="3108118"/>
              <a:ext cx="1870840" cy="87456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Google Shape;198;p20">
              <a:extLst>
                <a:ext uri="{FF2B5EF4-FFF2-40B4-BE49-F238E27FC236}">
                  <a16:creationId xmlns:a16="http://schemas.microsoft.com/office/drawing/2014/main" id="{12B909D6-741E-525F-9CAB-70B970689AE9}"/>
                </a:ext>
              </a:extLst>
            </p:cNvPr>
            <p:cNvSpPr txBox="1"/>
            <p:nvPr/>
          </p:nvSpPr>
          <p:spPr>
            <a:xfrm>
              <a:off x="4071561" y="2726154"/>
              <a:ext cx="3532412" cy="4924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“in” keyword</a:t>
              </a:r>
              <a:endParaRPr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2FF2FF1-5251-0839-A7C8-565CD98E2EFA}"/>
              </a:ext>
            </a:extLst>
          </p:cNvPr>
          <p:cNvGrpSpPr/>
          <p:nvPr/>
        </p:nvGrpSpPr>
        <p:grpSpPr>
          <a:xfrm>
            <a:off x="-834577" y="4169343"/>
            <a:ext cx="3532412" cy="812452"/>
            <a:chOff x="-834577" y="4169343"/>
            <a:chExt cx="3532412" cy="812452"/>
          </a:xfrm>
        </p:grpSpPr>
        <p:sp>
          <p:nvSpPr>
            <p:cNvPr id="15" name="Google Shape;200;p20">
              <a:extLst>
                <a:ext uri="{FF2B5EF4-FFF2-40B4-BE49-F238E27FC236}">
                  <a16:creationId xmlns:a16="http://schemas.microsoft.com/office/drawing/2014/main" id="{50D8C03D-413F-E165-5D20-7D2B236B59C4}"/>
                </a:ext>
              </a:extLst>
            </p:cNvPr>
            <p:cNvSpPr/>
            <p:nvPr/>
          </p:nvSpPr>
          <p:spPr>
            <a:xfrm>
              <a:off x="1974337" y="4169343"/>
              <a:ext cx="514863" cy="320040"/>
            </a:xfrm>
            <a:prstGeom prst="rect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8A500CD-B8C7-287E-3B62-FB0CD9ED64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379" y="4370144"/>
              <a:ext cx="642795" cy="11770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Google Shape;198;p20">
              <a:extLst>
                <a:ext uri="{FF2B5EF4-FFF2-40B4-BE49-F238E27FC236}">
                  <a16:creationId xmlns:a16="http://schemas.microsoft.com/office/drawing/2014/main" id="{7E9B1661-9C86-5C02-E429-37798F7F6573}"/>
                </a:ext>
              </a:extLst>
            </p:cNvPr>
            <p:cNvSpPr txBox="1"/>
            <p:nvPr/>
          </p:nvSpPr>
          <p:spPr>
            <a:xfrm>
              <a:off x="-834577" y="4489383"/>
              <a:ext cx="3532412" cy="4924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“for” keyword</a:t>
              </a:r>
              <a:endParaRPr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74999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F6FA7E06-2F2F-9785-372E-457C0AA9E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465FB568-046A-742F-686F-45E154086D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For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C9613625-B5CC-ACB6-A4F5-BC11F1B4561E}"/>
              </a:ext>
            </a:extLst>
          </p:cNvPr>
          <p:cNvSpPr txBox="1"/>
          <p:nvPr/>
        </p:nvSpPr>
        <p:spPr>
          <a:xfrm>
            <a:off x="1176379" y="1882572"/>
            <a:ext cx="685109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for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for every element in an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iterable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example:</a:t>
            </a:r>
            <a:endParaRPr lang="en-GB" sz="1800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330537-4F8F-B75A-D58D-0F20A94487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19174" y="3590772"/>
            <a:ext cx="4087731" cy="15587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F07F3FB-4176-F0C8-2356-1FC64D39463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8/11</a:t>
            </a:r>
            <a:endParaRPr dirty="0">
              <a:solidFill>
                <a:srgbClr val="FFFFFF"/>
              </a:solidFill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AFE99A8-017F-6C46-663A-FAA686914C0F}"/>
              </a:ext>
            </a:extLst>
          </p:cNvPr>
          <p:cNvGrpSpPr/>
          <p:nvPr/>
        </p:nvGrpSpPr>
        <p:grpSpPr>
          <a:xfrm>
            <a:off x="-834577" y="2726154"/>
            <a:ext cx="10980763" cy="2255641"/>
            <a:chOff x="-834577" y="2726154"/>
            <a:chExt cx="10980763" cy="2255641"/>
          </a:xfrm>
        </p:grpSpPr>
        <p:sp>
          <p:nvSpPr>
            <p:cNvPr id="37" name="Google Shape;200;p20">
              <a:extLst>
                <a:ext uri="{FF2B5EF4-FFF2-40B4-BE49-F238E27FC236}">
                  <a16:creationId xmlns:a16="http://schemas.microsoft.com/office/drawing/2014/main" id="{CF53BC97-9CD3-91F8-7DEC-CBED8AD12AD7}"/>
                </a:ext>
              </a:extLst>
            </p:cNvPr>
            <p:cNvSpPr/>
            <p:nvPr/>
          </p:nvSpPr>
          <p:spPr>
            <a:xfrm>
              <a:off x="4456557" y="4170277"/>
              <a:ext cx="134695" cy="320040"/>
            </a:xfrm>
            <a:prstGeom prst="rect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198;p20">
              <a:extLst>
                <a:ext uri="{FF2B5EF4-FFF2-40B4-BE49-F238E27FC236}">
                  <a16:creationId xmlns:a16="http://schemas.microsoft.com/office/drawing/2014/main" id="{9B31BA00-D694-7FCB-33D0-72A8B85445CE}"/>
                </a:ext>
              </a:extLst>
            </p:cNvPr>
            <p:cNvSpPr txBox="1"/>
            <p:nvPr/>
          </p:nvSpPr>
          <p:spPr>
            <a:xfrm>
              <a:off x="6613774" y="4243177"/>
              <a:ext cx="3532412" cy="4924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Colon</a:t>
              </a:r>
              <a:endParaRPr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B2E94667-22BE-E704-06FE-80D5650AB5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31907" y="4327825"/>
              <a:ext cx="3106380" cy="16155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94B527C8-8A61-ABBC-FD24-A0D4AD4E7E6F}"/>
                </a:ext>
              </a:extLst>
            </p:cNvPr>
            <p:cNvGrpSpPr/>
            <p:nvPr/>
          </p:nvGrpSpPr>
          <p:grpSpPr>
            <a:xfrm>
              <a:off x="2884590" y="2726154"/>
              <a:ext cx="4719383" cy="1761691"/>
              <a:chOff x="2884590" y="2726154"/>
              <a:chExt cx="4719383" cy="1761691"/>
            </a:xfrm>
          </p:grpSpPr>
          <p:sp>
            <p:nvSpPr>
              <p:cNvPr id="45" name="Google Shape;200;p20">
                <a:extLst>
                  <a:ext uri="{FF2B5EF4-FFF2-40B4-BE49-F238E27FC236}">
                    <a16:creationId xmlns:a16="http://schemas.microsoft.com/office/drawing/2014/main" id="{F36E5936-93FC-EC4A-818C-3808E4930C83}"/>
                  </a:ext>
                </a:extLst>
              </p:cNvPr>
              <p:cNvSpPr/>
              <p:nvPr/>
            </p:nvSpPr>
            <p:spPr>
              <a:xfrm>
                <a:off x="2884590" y="4167805"/>
                <a:ext cx="370843" cy="320040"/>
              </a:xfrm>
              <a:prstGeom prst="rect">
                <a:avLst/>
              </a:prstGeom>
              <a:noFill/>
              <a:ln w="5715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9D0FD145-B71D-FEAF-ACDC-89C4AC492FE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255433" y="3108118"/>
                <a:ext cx="1870840" cy="87456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Google Shape;198;p20">
                <a:extLst>
                  <a:ext uri="{FF2B5EF4-FFF2-40B4-BE49-F238E27FC236}">
                    <a16:creationId xmlns:a16="http://schemas.microsoft.com/office/drawing/2014/main" id="{06CAA946-6820-5ACA-2D0B-5D8C197C8EE0}"/>
                  </a:ext>
                </a:extLst>
              </p:cNvPr>
              <p:cNvSpPr txBox="1"/>
              <p:nvPr/>
            </p:nvSpPr>
            <p:spPr>
              <a:xfrm>
                <a:off x="4071561" y="2726154"/>
                <a:ext cx="3532412" cy="4924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 b="1" dirty="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“in” keyword</a:t>
                </a:r>
                <a:endParaRPr sz="20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F9680CA-8846-2B8A-4F65-F846338519E2}"/>
                </a:ext>
              </a:extLst>
            </p:cNvPr>
            <p:cNvGrpSpPr/>
            <p:nvPr/>
          </p:nvGrpSpPr>
          <p:grpSpPr>
            <a:xfrm>
              <a:off x="-834577" y="4169343"/>
              <a:ext cx="3532412" cy="812452"/>
              <a:chOff x="-834577" y="4169343"/>
              <a:chExt cx="3532412" cy="812452"/>
            </a:xfrm>
          </p:grpSpPr>
          <p:sp>
            <p:nvSpPr>
              <p:cNvPr id="42" name="Google Shape;200;p20">
                <a:extLst>
                  <a:ext uri="{FF2B5EF4-FFF2-40B4-BE49-F238E27FC236}">
                    <a16:creationId xmlns:a16="http://schemas.microsoft.com/office/drawing/2014/main" id="{F9703392-C616-D747-16B2-48F1F956145E}"/>
                  </a:ext>
                </a:extLst>
              </p:cNvPr>
              <p:cNvSpPr/>
              <p:nvPr/>
            </p:nvSpPr>
            <p:spPr>
              <a:xfrm>
                <a:off x="1974337" y="4169343"/>
                <a:ext cx="514863" cy="320040"/>
              </a:xfrm>
              <a:prstGeom prst="rect">
                <a:avLst/>
              </a:prstGeom>
              <a:noFill/>
              <a:ln w="5715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CEDA0CAD-AF9D-159A-1BCC-C0E50BC9A69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76379" y="4370144"/>
                <a:ext cx="642795" cy="11770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Google Shape;198;p20">
                <a:extLst>
                  <a:ext uri="{FF2B5EF4-FFF2-40B4-BE49-F238E27FC236}">
                    <a16:creationId xmlns:a16="http://schemas.microsoft.com/office/drawing/2014/main" id="{66971407-0FB2-3562-A0A6-C5186BAFB19E}"/>
                  </a:ext>
                </a:extLst>
              </p:cNvPr>
              <p:cNvSpPr txBox="1"/>
              <p:nvPr/>
            </p:nvSpPr>
            <p:spPr>
              <a:xfrm>
                <a:off x="-834577" y="4489383"/>
                <a:ext cx="3532412" cy="4924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 b="1" dirty="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“for” keyword</a:t>
                </a:r>
                <a:endParaRPr sz="20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7021545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A2BA7DF8-6AB6-9FEC-9929-5E075709E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A652ACCD-D075-D57F-3687-128E883FE5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For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9DBA8E21-C7B2-8DB0-9B74-DEB85B8F34A4}"/>
              </a:ext>
            </a:extLst>
          </p:cNvPr>
          <p:cNvSpPr txBox="1"/>
          <p:nvPr/>
        </p:nvSpPr>
        <p:spPr>
          <a:xfrm>
            <a:off x="1176379" y="1882572"/>
            <a:ext cx="685109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for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for every element in an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iterable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example:</a:t>
            </a:r>
            <a:endParaRPr lang="en-GB" sz="1800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B59671-CB39-419F-C47B-92C60B0FD0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19174" y="3590772"/>
            <a:ext cx="4087731" cy="15587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Google Shape;200;p20">
            <a:extLst>
              <a:ext uri="{FF2B5EF4-FFF2-40B4-BE49-F238E27FC236}">
                <a16:creationId xmlns:a16="http://schemas.microsoft.com/office/drawing/2014/main" id="{66122CFC-1C67-6A44-90EB-EE7A72DA8A8B}"/>
              </a:ext>
            </a:extLst>
          </p:cNvPr>
          <p:cNvSpPr/>
          <p:nvPr/>
        </p:nvSpPr>
        <p:spPr>
          <a:xfrm>
            <a:off x="1974337" y="4701622"/>
            <a:ext cx="572383" cy="24659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2E5167C-3038-858E-4EFE-7CC1C3E0CD24}"/>
              </a:ext>
            </a:extLst>
          </p:cNvPr>
          <p:cNvCxnSpPr>
            <a:cxnSpLocks/>
          </p:cNvCxnSpPr>
          <p:nvPr/>
        </p:nvCxnSpPr>
        <p:spPr>
          <a:xfrm flipH="1" flipV="1">
            <a:off x="2546721" y="4986525"/>
            <a:ext cx="786011" cy="42507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Google Shape;198;p20">
            <a:extLst>
              <a:ext uri="{FF2B5EF4-FFF2-40B4-BE49-F238E27FC236}">
                <a16:creationId xmlns:a16="http://schemas.microsoft.com/office/drawing/2014/main" id="{D8BC1C41-837E-AAF2-972E-B3F44A356184}"/>
              </a:ext>
            </a:extLst>
          </p:cNvPr>
          <p:cNvSpPr txBox="1"/>
          <p:nvPr/>
        </p:nvSpPr>
        <p:spPr>
          <a:xfrm>
            <a:off x="2432469" y="5043121"/>
            <a:ext cx="5387608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Indentation – This is important!</a:t>
            </a:r>
            <a:b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is how Python tells what is inside the loop!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F04C514-2CE6-B830-2E7D-DFAF1565470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8/11</a:t>
            </a:r>
            <a:endParaRPr dirty="0">
              <a:solidFill>
                <a:srgbClr val="FFFFFF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791705C-6F31-2369-1201-10952EB260D0}"/>
              </a:ext>
            </a:extLst>
          </p:cNvPr>
          <p:cNvGrpSpPr/>
          <p:nvPr/>
        </p:nvGrpSpPr>
        <p:grpSpPr>
          <a:xfrm>
            <a:off x="-834577" y="2726154"/>
            <a:ext cx="10980763" cy="2255641"/>
            <a:chOff x="-834577" y="2726154"/>
            <a:chExt cx="10980763" cy="2255641"/>
          </a:xfrm>
        </p:grpSpPr>
        <p:sp>
          <p:nvSpPr>
            <p:cNvPr id="4" name="Google Shape;200;p20">
              <a:extLst>
                <a:ext uri="{FF2B5EF4-FFF2-40B4-BE49-F238E27FC236}">
                  <a16:creationId xmlns:a16="http://schemas.microsoft.com/office/drawing/2014/main" id="{8182BA8E-123C-0970-E08D-0CBB75C19F05}"/>
                </a:ext>
              </a:extLst>
            </p:cNvPr>
            <p:cNvSpPr/>
            <p:nvPr/>
          </p:nvSpPr>
          <p:spPr>
            <a:xfrm>
              <a:off x="4456557" y="4170277"/>
              <a:ext cx="134695" cy="320040"/>
            </a:xfrm>
            <a:prstGeom prst="rect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198;p20">
              <a:extLst>
                <a:ext uri="{FF2B5EF4-FFF2-40B4-BE49-F238E27FC236}">
                  <a16:creationId xmlns:a16="http://schemas.microsoft.com/office/drawing/2014/main" id="{75F9188B-55FF-0A33-390A-DE3B599FDEC0}"/>
                </a:ext>
              </a:extLst>
            </p:cNvPr>
            <p:cNvSpPr txBox="1"/>
            <p:nvPr/>
          </p:nvSpPr>
          <p:spPr>
            <a:xfrm>
              <a:off x="6613774" y="4243177"/>
              <a:ext cx="3532412" cy="4924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Colon</a:t>
              </a:r>
              <a:endParaRPr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B8945DE2-4FDF-0B7B-42A5-E25E3790FF7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31907" y="4327825"/>
              <a:ext cx="3106380" cy="16155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30347CC-A1C4-F6B9-460B-FF68F5D6C4DF}"/>
                </a:ext>
              </a:extLst>
            </p:cNvPr>
            <p:cNvGrpSpPr/>
            <p:nvPr/>
          </p:nvGrpSpPr>
          <p:grpSpPr>
            <a:xfrm>
              <a:off x="2884590" y="2726154"/>
              <a:ext cx="4719383" cy="1761691"/>
              <a:chOff x="2884590" y="2726154"/>
              <a:chExt cx="4719383" cy="1761691"/>
            </a:xfrm>
          </p:grpSpPr>
          <p:sp>
            <p:nvSpPr>
              <p:cNvPr id="13" name="Google Shape;200;p20">
                <a:extLst>
                  <a:ext uri="{FF2B5EF4-FFF2-40B4-BE49-F238E27FC236}">
                    <a16:creationId xmlns:a16="http://schemas.microsoft.com/office/drawing/2014/main" id="{5F705C76-184D-6C9F-6240-9738A717099C}"/>
                  </a:ext>
                </a:extLst>
              </p:cNvPr>
              <p:cNvSpPr/>
              <p:nvPr/>
            </p:nvSpPr>
            <p:spPr>
              <a:xfrm>
                <a:off x="2884590" y="4167805"/>
                <a:ext cx="370843" cy="320040"/>
              </a:xfrm>
              <a:prstGeom prst="rect">
                <a:avLst/>
              </a:prstGeom>
              <a:noFill/>
              <a:ln w="5715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220F67CC-E447-A870-FAA0-04BE27E6CA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255433" y="3108118"/>
                <a:ext cx="1870840" cy="87456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Google Shape;198;p20">
                <a:extLst>
                  <a:ext uri="{FF2B5EF4-FFF2-40B4-BE49-F238E27FC236}">
                    <a16:creationId xmlns:a16="http://schemas.microsoft.com/office/drawing/2014/main" id="{0018E06A-BDA1-2B0C-62D3-85D4F79C5DBF}"/>
                  </a:ext>
                </a:extLst>
              </p:cNvPr>
              <p:cNvSpPr txBox="1"/>
              <p:nvPr/>
            </p:nvSpPr>
            <p:spPr>
              <a:xfrm>
                <a:off x="4071561" y="2726154"/>
                <a:ext cx="3532412" cy="4924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 b="1" dirty="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“in” keyword</a:t>
                </a:r>
                <a:endParaRPr sz="20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F4318F1-AA61-3EB6-71DB-1C74E891FFB3}"/>
                </a:ext>
              </a:extLst>
            </p:cNvPr>
            <p:cNvGrpSpPr/>
            <p:nvPr/>
          </p:nvGrpSpPr>
          <p:grpSpPr>
            <a:xfrm>
              <a:off x="-834577" y="4169343"/>
              <a:ext cx="3532412" cy="812452"/>
              <a:chOff x="-834577" y="4169343"/>
              <a:chExt cx="3532412" cy="812452"/>
            </a:xfrm>
          </p:grpSpPr>
          <p:sp>
            <p:nvSpPr>
              <p:cNvPr id="12" name="Google Shape;198;p20">
                <a:extLst>
                  <a:ext uri="{FF2B5EF4-FFF2-40B4-BE49-F238E27FC236}">
                    <a16:creationId xmlns:a16="http://schemas.microsoft.com/office/drawing/2014/main" id="{072E8E5B-98D5-AB49-6E7D-AF1A8AF140E2}"/>
                  </a:ext>
                </a:extLst>
              </p:cNvPr>
              <p:cNvSpPr txBox="1"/>
              <p:nvPr/>
            </p:nvSpPr>
            <p:spPr>
              <a:xfrm>
                <a:off x="-834577" y="4489383"/>
                <a:ext cx="3532412" cy="4924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 b="1" dirty="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“for” keyword</a:t>
                </a:r>
                <a:endParaRPr sz="20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" name="Google Shape;200;p20">
                <a:extLst>
                  <a:ext uri="{FF2B5EF4-FFF2-40B4-BE49-F238E27FC236}">
                    <a16:creationId xmlns:a16="http://schemas.microsoft.com/office/drawing/2014/main" id="{14FF4062-846D-0BCD-E804-4B86355F271A}"/>
                  </a:ext>
                </a:extLst>
              </p:cNvPr>
              <p:cNvSpPr/>
              <p:nvPr/>
            </p:nvSpPr>
            <p:spPr>
              <a:xfrm>
                <a:off x="1974337" y="4169343"/>
                <a:ext cx="514863" cy="320040"/>
              </a:xfrm>
              <a:prstGeom prst="rect">
                <a:avLst/>
              </a:prstGeom>
              <a:noFill/>
              <a:ln w="5715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83C169A3-5350-DE21-F8C7-38B5794E55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76379" y="4370144"/>
                <a:ext cx="642795" cy="11770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16477588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B4415B26-4D0E-B742-1824-D5AAC86F1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5EB7A21C-CC1B-22CB-C198-9FB88C3A8E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For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7BEA2AAE-5943-0744-A543-5E3CD60DDB24}"/>
              </a:ext>
            </a:extLst>
          </p:cNvPr>
          <p:cNvSpPr txBox="1"/>
          <p:nvPr/>
        </p:nvSpPr>
        <p:spPr>
          <a:xfrm>
            <a:off x="1176379" y="1882572"/>
            <a:ext cx="685109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for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for every element in an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iterable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example:</a:t>
            </a:r>
            <a:endParaRPr lang="en-GB" sz="1800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31EC89-BA77-2CA2-321C-557D9E6369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19174" y="3590772"/>
            <a:ext cx="4087731" cy="15587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CB2B8DC-E414-0873-E8A6-81B97B8231F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1863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E4E13AFB-D58F-D574-FF9B-0E91E4639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D1CB9B3E-3BDE-91A5-AAD2-454347846C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For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DFC411A8-15F2-22FC-A4BD-84DC9B0C4CBB}"/>
              </a:ext>
            </a:extLst>
          </p:cNvPr>
          <p:cNvSpPr txBox="1"/>
          <p:nvPr/>
        </p:nvSpPr>
        <p:spPr>
          <a:xfrm>
            <a:off x="1176379" y="1882572"/>
            <a:ext cx="685109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for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for every element in an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iterable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example:</a:t>
            </a:r>
            <a:endParaRPr lang="en-GB" sz="1800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9A4FF9-92BB-3226-4D75-16FA0B126A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19174" y="3590772"/>
            <a:ext cx="4087731" cy="15587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Google Shape;198;p20">
            <a:extLst>
              <a:ext uri="{FF2B5EF4-FFF2-40B4-BE49-F238E27FC236}">
                <a16:creationId xmlns:a16="http://schemas.microsoft.com/office/drawing/2014/main" id="{F63B9D51-AD4F-AA5D-9390-09DB6ADF2EDE}"/>
              </a:ext>
            </a:extLst>
          </p:cNvPr>
          <p:cNvSpPr txBox="1"/>
          <p:nvPr/>
        </p:nvSpPr>
        <p:spPr>
          <a:xfrm>
            <a:off x="6968132" y="3779974"/>
            <a:ext cx="3532412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Iterable</a:t>
            </a: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object </a:t>
            </a:r>
            <a:b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(something we can list the elements in one by one)</a:t>
            </a:r>
            <a:endParaRPr sz="2000"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11DE4E4-22E0-CAD7-5BFF-1F027982D95A}"/>
              </a:ext>
            </a:extLst>
          </p:cNvPr>
          <p:cNvCxnSpPr>
            <a:cxnSpLocks/>
          </p:cNvCxnSpPr>
          <p:nvPr/>
        </p:nvCxnSpPr>
        <p:spPr>
          <a:xfrm flipH="1" flipV="1">
            <a:off x="6042601" y="3853954"/>
            <a:ext cx="1795686" cy="11770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oogle Shape;200;p20">
            <a:extLst>
              <a:ext uri="{FF2B5EF4-FFF2-40B4-BE49-F238E27FC236}">
                <a16:creationId xmlns:a16="http://schemas.microsoft.com/office/drawing/2014/main" id="{BCA8BFB0-A0AD-23F4-ACA7-8740B5361E48}"/>
              </a:ext>
            </a:extLst>
          </p:cNvPr>
          <p:cNvSpPr/>
          <p:nvPr/>
        </p:nvSpPr>
        <p:spPr>
          <a:xfrm>
            <a:off x="1954870" y="3626504"/>
            <a:ext cx="3882897" cy="454901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2E334D4-8E08-BE29-CFDC-FB5D6EA3067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149763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2B45041A-E4EC-C32D-B718-CBA20CA93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F5E25EE5-444C-206A-51BB-EC1EE33CC1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For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0F74301B-B4DF-976C-8A62-41F0EE981D67}"/>
              </a:ext>
            </a:extLst>
          </p:cNvPr>
          <p:cNvSpPr txBox="1"/>
          <p:nvPr/>
        </p:nvSpPr>
        <p:spPr>
          <a:xfrm>
            <a:off x="1176379" y="1882572"/>
            <a:ext cx="685109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for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for every element in an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iterable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example:</a:t>
            </a:r>
            <a:endParaRPr lang="en-GB" sz="1800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1029D5-AB99-B17B-0985-041EA8C869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19174" y="3590772"/>
            <a:ext cx="4087731" cy="15587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Google Shape;198;p20">
            <a:extLst>
              <a:ext uri="{FF2B5EF4-FFF2-40B4-BE49-F238E27FC236}">
                <a16:creationId xmlns:a16="http://schemas.microsoft.com/office/drawing/2014/main" id="{E7BBC538-DA29-4C93-1DBF-A2B24B55FDE5}"/>
              </a:ext>
            </a:extLst>
          </p:cNvPr>
          <p:cNvSpPr txBox="1"/>
          <p:nvPr/>
        </p:nvSpPr>
        <p:spPr>
          <a:xfrm>
            <a:off x="6968132" y="3779974"/>
            <a:ext cx="3532412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Iterable</a:t>
            </a: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object </a:t>
            </a:r>
            <a:b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(something we can list the elements in one by one)</a:t>
            </a:r>
            <a:endParaRPr sz="2000"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F0BBE05-A5DB-AADD-32FD-11F9586F88A2}"/>
              </a:ext>
            </a:extLst>
          </p:cNvPr>
          <p:cNvCxnSpPr>
            <a:cxnSpLocks/>
          </p:cNvCxnSpPr>
          <p:nvPr/>
        </p:nvCxnSpPr>
        <p:spPr>
          <a:xfrm flipH="1" flipV="1">
            <a:off x="6042601" y="3853954"/>
            <a:ext cx="1795686" cy="11770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oogle Shape;200;p20">
            <a:extLst>
              <a:ext uri="{FF2B5EF4-FFF2-40B4-BE49-F238E27FC236}">
                <a16:creationId xmlns:a16="http://schemas.microsoft.com/office/drawing/2014/main" id="{02321F5D-AA9F-21DA-2A1F-A4088EBF8FDA}"/>
              </a:ext>
            </a:extLst>
          </p:cNvPr>
          <p:cNvSpPr/>
          <p:nvPr/>
        </p:nvSpPr>
        <p:spPr>
          <a:xfrm>
            <a:off x="3363137" y="4167805"/>
            <a:ext cx="1047996" cy="32004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200;p20">
            <a:extLst>
              <a:ext uri="{FF2B5EF4-FFF2-40B4-BE49-F238E27FC236}">
                <a16:creationId xmlns:a16="http://schemas.microsoft.com/office/drawing/2014/main" id="{39135491-BE10-2B0A-583F-0A7F7AAC8592}"/>
              </a:ext>
            </a:extLst>
          </p:cNvPr>
          <p:cNvSpPr/>
          <p:nvPr/>
        </p:nvSpPr>
        <p:spPr>
          <a:xfrm>
            <a:off x="1954870" y="3626504"/>
            <a:ext cx="3882897" cy="454901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CD3EE8E-2CFC-3ED3-2277-38CB3F475FC2}"/>
              </a:ext>
            </a:extLst>
          </p:cNvPr>
          <p:cNvCxnSpPr>
            <a:cxnSpLocks/>
          </p:cNvCxnSpPr>
          <p:nvPr/>
        </p:nvCxnSpPr>
        <p:spPr>
          <a:xfrm flipH="1">
            <a:off x="4727509" y="4081405"/>
            <a:ext cx="3101329" cy="20657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BE7A3BF-3C3F-2009-21A9-C87051ABF35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763012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33FF1B97-89DC-A6CF-5DCA-723A98E56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CE2E5399-0695-8038-0360-84226D3037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For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7BA2FD08-761C-BAA4-EF1C-EA483BA6AA5D}"/>
              </a:ext>
            </a:extLst>
          </p:cNvPr>
          <p:cNvSpPr txBox="1"/>
          <p:nvPr/>
        </p:nvSpPr>
        <p:spPr>
          <a:xfrm>
            <a:off x="1176379" y="1882572"/>
            <a:ext cx="685109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for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for every element in an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iterable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example:</a:t>
            </a:r>
            <a:endParaRPr lang="en-GB" sz="1800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13A694-F4C7-105D-26F1-BCC523613E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19174" y="3590772"/>
            <a:ext cx="4087731" cy="15587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Google Shape;198;p20">
            <a:extLst>
              <a:ext uri="{FF2B5EF4-FFF2-40B4-BE49-F238E27FC236}">
                <a16:creationId xmlns:a16="http://schemas.microsoft.com/office/drawing/2014/main" id="{87689709-703A-65D8-AC04-719F9E95A791}"/>
              </a:ext>
            </a:extLst>
          </p:cNvPr>
          <p:cNvSpPr txBox="1"/>
          <p:nvPr/>
        </p:nvSpPr>
        <p:spPr>
          <a:xfrm>
            <a:off x="6968132" y="3779974"/>
            <a:ext cx="3532412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Iterable</a:t>
            </a: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object </a:t>
            </a:r>
            <a:b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(a collection of all the values we want to iterate through)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7105B0A-D8F1-A89F-A95B-0D6FAC41C76A}"/>
              </a:ext>
            </a:extLst>
          </p:cNvPr>
          <p:cNvCxnSpPr>
            <a:cxnSpLocks/>
          </p:cNvCxnSpPr>
          <p:nvPr/>
        </p:nvCxnSpPr>
        <p:spPr>
          <a:xfrm flipH="1" flipV="1">
            <a:off x="6042601" y="3853954"/>
            <a:ext cx="1795686" cy="11770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oogle Shape;200;p20">
            <a:extLst>
              <a:ext uri="{FF2B5EF4-FFF2-40B4-BE49-F238E27FC236}">
                <a16:creationId xmlns:a16="http://schemas.microsoft.com/office/drawing/2014/main" id="{1C93B693-D3BD-A365-84EE-D69C540946AB}"/>
              </a:ext>
            </a:extLst>
          </p:cNvPr>
          <p:cNvSpPr/>
          <p:nvPr/>
        </p:nvSpPr>
        <p:spPr>
          <a:xfrm>
            <a:off x="3363137" y="4167805"/>
            <a:ext cx="1047996" cy="32004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200;p20">
            <a:extLst>
              <a:ext uri="{FF2B5EF4-FFF2-40B4-BE49-F238E27FC236}">
                <a16:creationId xmlns:a16="http://schemas.microsoft.com/office/drawing/2014/main" id="{1F8E91C8-02C8-ED30-5215-ADE4DC4DAD19}"/>
              </a:ext>
            </a:extLst>
          </p:cNvPr>
          <p:cNvSpPr/>
          <p:nvPr/>
        </p:nvSpPr>
        <p:spPr>
          <a:xfrm>
            <a:off x="1954870" y="3626504"/>
            <a:ext cx="3882897" cy="454901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1FF93F8-0D9D-6F5B-DA9C-7BFFF0ED3DE1}"/>
              </a:ext>
            </a:extLst>
          </p:cNvPr>
          <p:cNvCxnSpPr>
            <a:cxnSpLocks/>
          </p:cNvCxnSpPr>
          <p:nvPr/>
        </p:nvCxnSpPr>
        <p:spPr>
          <a:xfrm flipH="1">
            <a:off x="4727509" y="4081405"/>
            <a:ext cx="3101329" cy="20657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2A5452A-29C9-E7F9-F827-DBE21AA1E66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388952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21B5CF2A-0333-A3C6-C30F-31457A422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975FCB4F-4CFF-75A9-F90B-C4A0BEF212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For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3C6E5DE2-9231-BBE7-9D38-DB03FBF215B4}"/>
              </a:ext>
            </a:extLst>
          </p:cNvPr>
          <p:cNvSpPr txBox="1"/>
          <p:nvPr/>
        </p:nvSpPr>
        <p:spPr>
          <a:xfrm>
            <a:off x="1176379" y="1882572"/>
            <a:ext cx="685109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for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for every element in an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iterable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example:</a:t>
            </a:r>
            <a:endParaRPr lang="en-GB" sz="1800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AA6E1C-B639-0D61-EF31-8BC90C6755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19174" y="3590772"/>
            <a:ext cx="4087731" cy="15587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7668990-7D92-E1E7-347B-8F8315608F1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251737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78E32840-B634-176B-7881-05FB679E5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F085172C-E130-EF4F-5DFE-9BC13967E5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For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E668076B-2988-9192-B140-8F2AF96F6F45}"/>
              </a:ext>
            </a:extLst>
          </p:cNvPr>
          <p:cNvSpPr txBox="1"/>
          <p:nvPr/>
        </p:nvSpPr>
        <p:spPr>
          <a:xfrm>
            <a:off x="1176379" y="1882572"/>
            <a:ext cx="685109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for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for every element in an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iterable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example:</a:t>
            </a:r>
            <a:endParaRPr lang="en-GB" sz="1800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525479-79BD-C18F-78A2-FBD2FF21A3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19174" y="3590772"/>
            <a:ext cx="4087731" cy="15587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Google Shape;200;p20">
            <a:extLst>
              <a:ext uri="{FF2B5EF4-FFF2-40B4-BE49-F238E27FC236}">
                <a16:creationId xmlns:a16="http://schemas.microsoft.com/office/drawing/2014/main" id="{8F912EA8-4C2D-F104-664E-27232813B497}"/>
              </a:ext>
            </a:extLst>
          </p:cNvPr>
          <p:cNvSpPr/>
          <p:nvPr/>
        </p:nvSpPr>
        <p:spPr>
          <a:xfrm>
            <a:off x="2557603" y="4187045"/>
            <a:ext cx="219283" cy="270111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1C943B9-A665-D699-2353-07CB59AFF14F}"/>
              </a:ext>
            </a:extLst>
          </p:cNvPr>
          <p:cNvCxnSpPr>
            <a:cxnSpLocks/>
          </p:cNvCxnSpPr>
          <p:nvPr/>
        </p:nvCxnSpPr>
        <p:spPr>
          <a:xfrm flipH="1" flipV="1">
            <a:off x="2860777" y="4501049"/>
            <a:ext cx="4079667" cy="5743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Google Shape;198;p20">
            <a:extLst>
              <a:ext uri="{FF2B5EF4-FFF2-40B4-BE49-F238E27FC236}">
                <a16:creationId xmlns:a16="http://schemas.microsoft.com/office/drawing/2014/main" id="{8FEEE255-D0CB-0BEC-A8B9-11A7D2832F8A}"/>
              </a:ext>
            </a:extLst>
          </p:cNvPr>
          <p:cNvSpPr txBox="1"/>
          <p:nvPr/>
        </p:nvSpPr>
        <p:spPr>
          <a:xfrm>
            <a:off x="6109772" y="4854825"/>
            <a:ext cx="3532412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Variable name </a:t>
            </a:r>
            <a:b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is a name we choose for an arbitrary element in the list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7F8969B-C13B-5AE1-FE8A-82EFBB61023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282160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7F5625BC-B507-C4E9-8620-E0FE5AE94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40CF7D49-DF19-70DC-A437-D6DCC2CE24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For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1B4BB6A8-6001-DDEA-E95F-5E92B8D1F0FA}"/>
              </a:ext>
            </a:extLst>
          </p:cNvPr>
          <p:cNvSpPr txBox="1"/>
          <p:nvPr/>
        </p:nvSpPr>
        <p:spPr>
          <a:xfrm>
            <a:off x="1176379" y="1882572"/>
            <a:ext cx="685109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for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for every element in an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iterable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example:</a:t>
            </a:r>
            <a:endParaRPr lang="en-GB" sz="1800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E758AE-D74F-8725-26DF-46B070391C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19174" y="3590772"/>
            <a:ext cx="4087731" cy="15587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8845A82-6E93-AB38-92D7-DB7C02D3EAB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447806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15694C14-039E-0794-88FE-95680EB67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ECEE4743-13CF-D6D1-789F-28A34D0627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For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CE081679-E41A-C255-C872-BAC2A2D85DCE}"/>
              </a:ext>
            </a:extLst>
          </p:cNvPr>
          <p:cNvSpPr txBox="1"/>
          <p:nvPr/>
        </p:nvSpPr>
        <p:spPr>
          <a:xfrm>
            <a:off x="1176379" y="1882572"/>
            <a:ext cx="685109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for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for every element in an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iterable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example:</a:t>
            </a:r>
            <a:endParaRPr lang="en-GB" sz="1800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004817-8420-8F88-7B13-545472AA7C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19174" y="3590772"/>
            <a:ext cx="4087731" cy="15587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Google Shape;200;p20">
            <a:extLst>
              <a:ext uri="{FF2B5EF4-FFF2-40B4-BE49-F238E27FC236}">
                <a16:creationId xmlns:a16="http://schemas.microsoft.com/office/drawing/2014/main" id="{912618AB-1591-EAEE-A75C-EB302AE78560}"/>
              </a:ext>
            </a:extLst>
          </p:cNvPr>
          <p:cNvSpPr/>
          <p:nvPr/>
        </p:nvSpPr>
        <p:spPr>
          <a:xfrm>
            <a:off x="2489199" y="4615572"/>
            <a:ext cx="1439333" cy="375528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9B56AC1-9B41-A68B-6F12-EA736A0F83FE}"/>
              </a:ext>
            </a:extLst>
          </p:cNvPr>
          <p:cNvCxnSpPr>
            <a:cxnSpLocks/>
          </p:cNvCxnSpPr>
          <p:nvPr/>
        </p:nvCxnSpPr>
        <p:spPr>
          <a:xfrm flipH="1">
            <a:off x="4177365" y="4357018"/>
            <a:ext cx="3218810" cy="41744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Google Shape;198;p20">
            <a:extLst>
              <a:ext uri="{FF2B5EF4-FFF2-40B4-BE49-F238E27FC236}">
                <a16:creationId xmlns:a16="http://schemas.microsoft.com/office/drawing/2014/main" id="{766A7B0C-B3C7-C754-E5D7-EDAE34F44039}"/>
              </a:ext>
            </a:extLst>
          </p:cNvPr>
          <p:cNvSpPr txBox="1"/>
          <p:nvPr/>
        </p:nvSpPr>
        <p:spPr>
          <a:xfrm>
            <a:off x="6693814" y="4045002"/>
            <a:ext cx="3532412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Body of the loop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code will be run for every element in the </a:t>
            </a:r>
            <a:r>
              <a:rPr lang="en-GB" sz="2000" b="1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iterable</a:t>
            </a: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object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57A984D-584C-0395-D332-B257BEFA59B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676047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EEAF16EE-6B7E-3FC9-F32F-0004533DA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855E589C-4ADF-E59B-D92C-8F631DAC7D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For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5DE4F49D-3048-2808-F3E5-43FE72EF0D6D}"/>
              </a:ext>
            </a:extLst>
          </p:cNvPr>
          <p:cNvSpPr txBox="1"/>
          <p:nvPr/>
        </p:nvSpPr>
        <p:spPr>
          <a:xfrm>
            <a:off x="1176379" y="1882572"/>
            <a:ext cx="685109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for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for every element in an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iterable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example:</a:t>
            </a:r>
            <a:endParaRPr lang="en-GB" sz="1800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FF8851-F4E9-C347-1EB7-4188BAA9B1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19174" y="3590772"/>
            <a:ext cx="4087731" cy="15587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40F09C2-BD13-BB1D-3840-D545258BFC6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60377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7C1A99DB-5EB2-CA6E-D7C7-7CDF23C9A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4997F9FE-65AE-36DF-37C0-3E39278C47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For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692BB1FB-7B33-C39F-8068-DF841E7048B1}"/>
              </a:ext>
            </a:extLst>
          </p:cNvPr>
          <p:cNvSpPr txBox="1"/>
          <p:nvPr/>
        </p:nvSpPr>
        <p:spPr>
          <a:xfrm>
            <a:off x="1176379" y="1882572"/>
            <a:ext cx="685109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for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for every element in an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iterable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example:</a:t>
            </a:r>
            <a:endParaRPr lang="en-GB" sz="1800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AEB3C4-882A-60F7-2F0C-9A0240A144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19174" y="3590772"/>
            <a:ext cx="4087731" cy="15587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1" name="Google Shape;198;p20">
            <a:extLst>
              <a:ext uri="{FF2B5EF4-FFF2-40B4-BE49-F238E27FC236}">
                <a16:creationId xmlns:a16="http://schemas.microsoft.com/office/drawing/2014/main" id="{90D4D079-D52D-BEED-B34C-728BF3012676}"/>
              </a:ext>
            </a:extLst>
          </p:cNvPr>
          <p:cNvSpPr txBox="1"/>
          <p:nvPr/>
        </p:nvSpPr>
        <p:spPr>
          <a:xfrm>
            <a:off x="7483209" y="3831602"/>
            <a:ext cx="3532412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Translation: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“For every number in the list, print that number”</a:t>
            </a:r>
            <a:endParaRPr sz="2000" b="1" i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5BDEEAD-7D1E-A9CB-451C-153120CB215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83783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99DEBE33-DCD8-2685-7261-AD9B0B3DA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52133546-3071-DD1E-2CF7-86A813A1C2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For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5830F0AD-4001-9E1E-FCD1-CD6ABC45923F}"/>
              </a:ext>
            </a:extLst>
          </p:cNvPr>
          <p:cNvSpPr txBox="1"/>
          <p:nvPr/>
        </p:nvSpPr>
        <p:spPr>
          <a:xfrm>
            <a:off x="1176379" y="1882572"/>
            <a:ext cx="685109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for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for every element in an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iterable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example:</a:t>
            </a:r>
            <a:endParaRPr lang="en-GB" sz="1800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21E2F2-A07B-BFA3-2494-E5358358E1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19174" y="3590772"/>
            <a:ext cx="4087731" cy="15587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1" name="Google Shape;198;p20">
            <a:extLst>
              <a:ext uri="{FF2B5EF4-FFF2-40B4-BE49-F238E27FC236}">
                <a16:creationId xmlns:a16="http://schemas.microsoft.com/office/drawing/2014/main" id="{8E8CC5E7-74BA-65CF-7C0A-C6E9DD9084D9}"/>
              </a:ext>
            </a:extLst>
          </p:cNvPr>
          <p:cNvSpPr txBox="1"/>
          <p:nvPr/>
        </p:nvSpPr>
        <p:spPr>
          <a:xfrm>
            <a:off x="7483209" y="3429000"/>
            <a:ext cx="3532412" cy="233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code will print: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98C30CA-C050-D2C0-0572-C25000F17CB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054593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7B895B92-E3CE-0F28-9D1D-DB890867A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5083F3D9-8DFC-3504-2C97-ED1E1C11CE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For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0065F2A9-81DF-A010-1B98-441F36423072}"/>
              </a:ext>
            </a:extLst>
          </p:cNvPr>
          <p:cNvSpPr txBox="1"/>
          <p:nvPr/>
        </p:nvSpPr>
        <p:spPr>
          <a:xfrm>
            <a:off x="1176379" y="1882572"/>
            <a:ext cx="685109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for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for every element in an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iterable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example:</a:t>
            </a:r>
            <a:endParaRPr lang="en-GB" sz="1800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104940-73EA-6D7F-F1BA-73F99B16F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19174" y="3590772"/>
            <a:ext cx="4087731" cy="15587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1" name="Google Shape;198;p20">
            <a:extLst>
              <a:ext uri="{FF2B5EF4-FFF2-40B4-BE49-F238E27FC236}">
                <a16:creationId xmlns:a16="http://schemas.microsoft.com/office/drawing/2014/main" id="{E4737ACF-F81D-D708-8C6C-CD74F9B12257}"/>
              </a:ext>
            </a:extLst>
          </p:cNvPr>
          <p:cNvSpPr txBox="1"/>
          <p:nvPr/>
        </p:nvSpPr>
        <p:spPr>
          <a:xfrm>
            <a:off x="7483209" y="3429000"/>
            <a:ext cx="3532412" cy="233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code will print: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3AB6A88-9F10-597A-4490-1EEF37606FE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8991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5755298E-62BC-F24E-E267-86A6F8BFB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54FD30CB-67BA-4D59-EA2C-F098F7CFF0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For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914E9473-B360-6CA3-7EEA-00F10AEF4B6B}"/>
              </a:ext>
            </a:extLst>
          </p:cNvPr>
          <p:cNvSpPr txBox="1"/>
          <p:nvPr/>
        </p:nvSpPr>
        <p:spPr>
          <a:xfrm>
            <a:off x="1176379" y="1882572"/>
            <a:ext cx="685109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for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for every element in an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iterable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example:</a:t>
            </a:r>
            <a:endParaRPr lang="en-GB" sz="1800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23527A-7631-EDB8-27BD-EF7CE943A2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19174" y="3590772"/>
            <a:ext cx="4087731" cy="15587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1" name="Google Shape;198;p20">
            <a:extLst>
              <a:ext uri="{FF2B5EF4-FFF2-40B4-BE49-F238E27FC236}">
                <a16:creationId xmlns:a16="http://schemas.microsoft.com/office/drawing/2014/main" id="{E39E6B49-F025-717C-6CFF-13B0AD31874B}"/>
              </a:ext>
            </a:extLst>
          </p:cNvPr>
          <p:cNvSpPr txBox="1"/>
          <p:nvPr/>
        </p:nvSpPr>
        <p:spPr>
          <a:xfrm>
            <a:off x="7483209" y="3429000"/>
            <a:ext cx="3532412" cy="233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code will print: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2D83622-3BDD-B29A-D682-26BE0A04F37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498918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79E53DB5-2A15-3466-CE08-6945DC227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D4753020-00E5-B038-E417-BA0022477A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For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0D304768-D140-9F99-FD8B-27BE773B57B3}"/>
              </a:ext>
            </a:extLst>
          </p:cNvPr>
          <p:cNvSpPr txBox="1"/>
          <p:nvPr/>
        </p:nvSpPr>
        <p:spPr>
          <a:xfrm>
            <a:off x="1176379" y="1882572"/>
            <a:ext cx="685109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for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for every element in an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iterable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example:</a:t>
            </a:r>
            <a:endParaRPr lang="en-GB" sz="1800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1EF013-1DAA-A02A-36D3-15D3ADC687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19174" y="3590772"/>
            <a:ext cx="4087731" cy="15587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1" name="Google Shape;198;p20">
            <a:extLst>
              <a:ext uri="{FF2B5EF4-FFF2-40B4-BE49-F238E27FC236}">
                <a16:creationId xmlns:a16="http://schemas.microsoft.com/office/drawing/2014/main" id="{BD92598C-A28D-0402-0A3E-8D1247804ADF}"/>
              </a:ext>
            </a:extLst>
          </p:cNvPr>
          <p:cNvSpPr txBox="1"/>
          <p:nvPr/>
        </p:nvSpPr>
        <p:spPr>
          <a:xfrm>
            <a:off x="7483209" y="3429000"/>
            <a:ext cx="3532412" cy="233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code will print: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4A6130B-F75D-35F8-BEAB-E6956E1B02B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009265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02F57F52-7769-4D32-1851-898D594E5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F68A5083-0482-07AA-AAB7-C64DD34483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For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B4D79CB5-FB67-C065-35D9-D10B86555BCB}"/>
              </a:ext>
            </a:extLst>
          </p:cNvPr>
          <p:cNvSpPr txBox="1"/>
          <p:nvPr/>
        </p:nvSpPr>
        <p:spPr>
          <a:xfrm>
            <a:off x="1176379" y="1882572"/>
            <a:ext cx="685109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for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for every element in an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iterable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example:</a:t>
            </a:r>
            <a:endParaRPr lang="en-GB" sz="1800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B2FD59-0D96-3105-5E11-4EE04594AD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19174" y="3590772"/>
            <a:ext cx="4087731" cy="15587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1" name="Google Shape;198;p20">
            <a:extLst>
              <a:ext uri="{FF2B5EF4-FFF2-40B4-BE49-F238E27FC236}">
                <a16:creationId xmlns:a16="http://schemas.microsoft.com/office/drawing/2014/main" id="{C9733987-E885-CDDE-F203-8E13CDD27E3E}"/>
              </a:ext>
            </a:extLst>
          </p:cNvPr>
          <p:cNvSpPr txBox="1"/>
          <p:nvPr/>
        </p:nvSpPr>
        <p:spPr>
          <a:xfrm>
            <a:off x="7483209" y="3429000"/>
            <a:ext cx="3532412" cy="233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code will print: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3A6A50E-4CBB-81C9-5E00-68E56221909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50418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90DC4F6B-79E9-9839-79A6-D8FBC8169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52F6329D-118F-71FD-2847-7E85E2A6AC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For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34098161-87A7-1906-7423-7E62CF005254}"/>
              </a:ext>
            </a:extLst>
          </p:cNvPr>
          <p:cNvSpPr txBox="1"/>
          <p:nvPr/>
        </p:nvSpPr>
        <p:spPr>
          <a:xfrm>
            <a:off x="1176379" y="1882572"/>
            <a:ext cx="685109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for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for every element in an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iterable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example:</a:t>
            </a:r>
            <a:endParaRPr lang="en-GB" sz="1800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19727-EC3D-01B7-3982-F79F1A26F3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19174" y="3590772"/>
            <a:ext cx="4087731" cy="15587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1" name="Google Shape;198;p20">
            <a:extLst>
              <a:ext uri="{FF2B5EF4-FFF2-40B4-BE49-F238E27FC236}">
                <a16:creationId xmlns:a16="http://schemas.microsoft.com/office/drawing/2014/main" id="{4877F5ED-706B-DA0D-6399-6721EB59A09A}"/>
              </a:ext>
            </a:extLst>
          </p:cNvPr>
          <p:cNvSpPr txBox="1"/>
          <p:nvPr/>
        </p:nvSpPr>
        <p:spPr>
          <a:xfrm>
            <a:off x="7483209" y="3429000"/>
            <a:ext cx="3532412" cy="233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code will print: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92A9897-03F5-B404-A1D4-384992E6DA6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078293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4AA97F07-2738-AFF9-3827-530E4FE66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60E6DFF6-3742-638B-6913-3B4707C271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While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64B66914-301E-E38B-60A2-54761FECD796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while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repeatedly so long as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0322AF4-20AD-6232-9CE9-08BC45C5CDA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747275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1F88F5A1-1CAF-1501-BF02-34149F0D0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8478D87E-CBF2-DC17-E237-44D7FAF361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While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66931FD6-179A-0110-1C1B-658AF50C91A2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while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repeatedly so long as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B5BA5D-D53B-0E1D-579D-863F1DBDB0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63486" y="3064117"/>
            <a:ext cx="3918858" cy="257603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C11DA880-1C67-0D18-2DDD-8227A9E588D7}"/>
              </a:ext>
            </a:extLst>
          </p:cNvPr>
          <p:cNvGrpSpPr/>
          <p:nvPr/>
        </p:nvGrpSpPr>
        <p:grpSpPr>
          <a:xfrm>
            <a:off x="-8099" y="4342598"/>
            <a:ext cx="2414415" cy="960209"/>
            <a:chOff x="-8099" y="4342598"/>
            <a:chExt cx="2414415" cy="960209"/>
          </a:xfrm>
        </p:grpSpPr>
        <p:sp>
          <p:nvSpPr>
            <p:cNvPr id="15" name="Google Shape;200;p20">
              <a:extLst>
                <a:ext uri="{FF2B5EF4-FFF2-40B4-BE49-F238E27FC236}">
                  <a16:creationId xmlns:a16="http://schemas.microsoft.com/office/drawing/2014/main" id="{D0DBEEE5-ECFA-3082-A8B9-D08ED71B1EBA}"/>
                </a:ext>
              </a:extLst>
            </p:cNvPr>
            <p:cNvSpPr/>
            <p:nvPr/>
          </p:nvSpPr>
          <p:spPr>
            <a:xfrm>
              <a:off x="1814612" y="4342598"/>
              <a:ext cx="591704" cy="320040"/>
            </a:xfrm>
            <a:prstGeom prst="rect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98;p20">
              <a:extLst>
                <a:ext uri="{FF2B5EF4-FFF2-40B4-BE49-F238E27FC236}">
                  <a16:creationId xmlns:a16="http://schemas.microsoft.com/office/drawing/2014/main" id="{42FA273E-C8AF-AD94-3635-9221D9A81392}"/>
                </a:ext>
              </a:extLst>
            </p:cNvPr>
            <p:cNvSpPr txBox="1"/>
            <p:nvPr/>
          </p:nvSpPr>
          <p:spPr>
            <a:xfrm>
              <a:off x="-8099" y="4502618"/>
              <a:ext cx="1469456" cy="8001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“while” 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keyword</a:t>
              </a:r>
              <a:endParaRPr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49CAF2E-6883-9DCA-D1B6-327E9AE3DF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379" y="4494998"/>
              <a:ext cx="497597" cy="32004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85EF7AF-A0C6-029F-C21B-C3C9F2C382D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393790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93640F83-2663-5DD8-B377-3941608BF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38F8BF83-B27D-7C21-7142-597653396B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While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7362FC83-5DE1-AF36-CF93-9A4F5204EA46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while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repeatedly so long as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C3B9F7-3B8E-56C6-6217-E55BDC0563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63486" y="3064117"/>
            <a:ext cx="3918858" cy="25760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Google Shape;200;p20">
            <a:extLst>
              <a:ext uri="{FF2B5EF4-FFF2-40B4-BE49-F238E27FC236}">
                <a16:creationId xmlns:a16="http://schemas.microsoft.com/office/drawing/2014/main" id="{2F7303D0-76C1-D71E-0937-0817E3CC1B09}"/>
              </a:ext>
            </a:extLst>
          </p:cNvPr>
          <p:cNvSpPr/>
          <p:nvPr/>
        </p:nvSpPr>
        <p:spPr>
          <a:xfrm>
            <a:off x="3473870" y="4342598"/>
            <a:ext cx="121726" cy="32004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98;p20">
            <a:extLst>
              <a:ext uri="{FF2B5EF4-FFF2-40B4-BE49-F238E27FC236}">
                <a16:creationId xmlns:a16="http://schemas.microsoft.com/office/drawing/2014/main" id="{CA4F3F49-116B-6721-E7D6-58F93BD1BF6F}"/>
              </a:ext>
            </a:extLst>
          </p:cNvPr>
          <p:cNvSpPr txBox="1"/>
          <p:nvPr/>
        </p:nvSpPr>
        <p:spPr>
          <a:xfrm>
            <a:off x="5642309" y="4416432"/>
            <a:ext cx="3532412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Colon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B713856-A04B-5931-533D-3EC85B8C6E99}"/>
              </a:ext>
            </a:extLst>
          </p:cNvPr>
          <p:cNvCxnSpPr>
            <a:cxnSpLocks/>
          </p:cNvCxnSpPr>
          <p:nvPr/>
        </p:nvCxnSpPr>
        <p:spPr>
          <a:xfrm flipH="1" flipV="1">
            <a:off x="3760442" y="4501080"/>
            <a:ext cx="3106380" cy="1615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DB132A2-446F-2BC0-1E7C-5081293334B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A4C01B6-E433-EB96-4CCD-139A144EEAEF}"/>
              </a:ext>
            </a:extLst>
          </p:cNvPr>
          <p:cNvGrpSpPr/>
          <p:nvPr/>
        </p:nvGrpSpPr>
        <p:grpSpPr>
          <a:xfrm>
            <a:off x="-8099" y="4342598"/>
            <a:ext cx="2414415" cy="960209"/>
            <a:chOff x="-8099" y="4342598"/>
            <a:chExt cx="2414415" cy="960209"/>
          </a:xfrm>
        </p:grpSpPr>
        <p:sp>
          <p:nvSpPr>
            <p:cNvPr id="4" name="Google Shape;200;p20">
              <a:extLst>
                <a:ext uri="{FF2B5EF4-FFF2-40B4-BE49-F238E27FC236}">
                  <a16:creationId xmlns:a16="http://schemas.microsoft.com/office/drawing/2014/main" id="{CE05F103-0557-618F-12BB-2FCE78FF6A5A}"/>
                </a:ext>
              </a:extLst>
            </p:cNvPr>
            <p:cNvSpPr/>
            <p:nvPr/>
          </p:nvSpPr>
          <p:spPr>
            <a:xfrm>
              <a:off x="1814612" y="4342598"/>
              <a:ext cx="591704" cy="320040"/>
            </a:xfrm>
            <a:prstGeom prst="rect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98;p20">
              <a:extLst>
                <a:ext uri="{FF2B5EF4-FFF2-40B4-BE49-F238E27FC236}">
                  <a16:creationId xmlns:a16="http://schemas.microsoft.com/office/drawing/2014/main" id="{8D6EDFF0-7D5B-A398-5EA9-42A28504A473}"/>
                </a:ext>
              </a:extLst>
            </p:cNvPr>
            <p:cNvSpPr txBox="1"/>
            <p:nvPr/>
          </p:nvSpPr>
          <p:spPr>
            <a:xfrm>
              <a:off x="-8099" y="4502618"/>
              <a:ext cx="1469456" cy="8001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“while” 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keyword</a:t>
              </a:r>
              <a:endParaRPr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FF25D4E7-FF9B-DDB3-20F9-AC02B624B6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379" y="4494998"/>
              <a:ext cx="497597" cy="32004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4473546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7BCBB012-DE88-5E53-8AF1-26BAD1EDA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2E60B7B3-72D7-3D7C-D441-8D7B4A1BEF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While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9E5370BF-EEBA-901F-2E57-4C925CDEF2AC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while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repeatedly so long as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D160BC-DA96-23C9-1331-B0EC682715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63486" y="3064117"/>
            <a:ext cx="3918858" cy="25760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Google Shape;200;p20">
            <a:extLst>
              <a:ext uri="{FF2B5EF4-FFF2-40B4-BE49-F238E27FC236}">
                <a16:creationId xmlns:a16="http://schemas.microsoft.com/office/drawing/2014/main" id="{64BB315C-B037-609F-938A-A68DC486E851}"/>
              </a:ext>
            </a:extLst>
          </p:cNvPr>
          <p:cNvSpPr/>
          <p:nvPr/>
        </p:nvSpPr>
        <p:spPr>
          <a:xfrm>
            <a:off x="3473870" y="4342598"/>
            <a:ext cx="121726" cy="32004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98;p20">
            <a:extLst>
              <a:ext uri="{FF2B5EF4-FFF2-40B4-BE49-F238E27FC236}">
                <a16:creationId xmlns:a16="http://schemas.microsoft.com/office/drawing/2014/main" id="{3B1A7234-A75C-BDE5-E0AF-B16B8CC37C26}"/>
              </a:ext>
            </a:extLst>
          </p:cNvPr>
          <p:cNvSpPr txBox="1"/>
          <p:nvPr/>
        </p:nvSpPr>
        <p:spPr>
          <a:xfrm>
            <a:off x="5642309" y="4416432"/>
            <a:ext cx="3532412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Colon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3DCF90F-D818-2A70-4DA9-B2CABB931C3E}"/>
              </a:ext>
            </a:extLst>
          </p:cNvPr>
          <p:cNvCxnSpPr>
            <a:cxnSpLocks/>
          </p:cNvCxnSpPr>
          <p:nvPr/>
        </p:nvCxnSpPr>
        <p:spPr>
          <a:xfrm flipH="1" flipV="1">
            <a:off x="3760442" y="4501080"/>
            <a:ext cx="3106380" cy="1615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EA4A85D-ABE5-DFDC-0BD9-22144FDE9A5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89980C7-80BF-DFAD-C020-7E2771E8513F}"/>
              </a:ext>
            </a:extLst>
          </p:cNvPr>
          <p:cNvGrpSpPr/>
          <p:nvPr/>
        </p:nvGrpSpPr>
        <p:grpSpPr>
          <a:xfrm>
            <a:off x="-8099" y="4342598"/>
            <a:ext cx="2414415" cy="960209"/>
            <a:chOff x="-8099" y="4342598"/>
            <a:chExt cx="2414415" cy="960209"/>
          </a:xfrm>
        </p:grpSpPr>
        <p:sp>
          <p:nvSpPr>
            <p:cNvPr id="4" name="Google Shape;200;p20">
              <a:extLst>
                <a:ext uri="{FF2B5EF4-FFF2-40B4-BE49-F238E27FC236}">
                  <a16:creationId xmlns:a16="http://schemas.microsoft.com/office/drawing/2014/main" id="{6E0361AB-9173-D7F9-F761-650E0FB7907F}"/>
                </a:ext>
              </a:extLst>
            </p:cNvPr>
            <p:cNvSpPr/>
            <p:nvPr/>
          </p:nvSpPr>
          <p:spPr>
            <a:xfrm>
              <a:off x="1814612" y="4342598"/>
              <a:ext cx="591704" cy="320040"/>
            </a:xfrm>
            <a:prstGeom prst="rect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98;p20">
              <a:extLst>
                <a:ext uri="{FF2B5EF4-FFF2-40B4-BE49-F238E27FC236}">
                  <a16:creationId xmlns:a16="http://schemas.microsoft.com/office/drawing/2014/main" id="{D97C372D-EDE9-F484-8686-38B9E1B59259}"/>
                </a:ext>
              </a:extLst>
            </p:cNvPr>
            <p:cNvSpPr txBox="1"/>
            <p:nvPr/>
          </p:nvSpPr>
          <p:spPr>
            <a:xfrm>
              <a:off x="-8099" y="4502618"/>
              <a:ext cx="1469456" cy="8001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“while” 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keyword</a:t>
              </a:r>
              <a:endParaRPr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FC6B5F8D-D1EE-B1E8-C6D9-D46FD14FBC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379" y="4494998"/>
              <a:ext cx="497597" cy="32004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Google Shape;200;p20">
            <a:extLst>
              <a:ext uri="{FF2B5EF4-FFF2-40B4-BE49-F238E27FC236}">
                <a16:creationId xmlns:a16="http://schemas.microsoft.com/office/drawing/2014/main" id="{9FEF0A85-6B34-B85E-BE26-033BF7944EA2}"/>
              </a:ext>
            </a:extLst>
          </p:cNvPr>
          <p:cNvSpPr/>
          <p:nvPr/>
        </p:nvSpPr>
        <p:spPr>
          <a:xfrm>
            <a:off x="1814612" y="4742692"/>
            <a:ext cx="351072" cy="80146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7F6831B-CE2D-1DB2-3BDE-239645A71C86}"/>
              </a:ext>
            </a:extLst>
          </p:cNvPr>
          <p:cNvCxnSpPr>
            <a:cxnSpLocks/>
          </p:cNvCxnSpPr>
          <p:nvPr/>
        </p:nvCxnSpPr>
        <p:spPr>
          <a:xfrm flipH="1" flipV="1">
            <a:off x="1990148" y="5624206"/>
            <a:ext cx="531671" cy="34679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oogle Shape;198;p20">
            <a:extLst>
              <a:ext uri="{FF2B5EF4-FFF2-40B4-BE49-F238E27FC236}">
                <a16:creationId xmlns:a16="http://schemas.microsoft.com/office/drawing/2014/main" id="{F843A520-AC01-9D48-49DB-F94F1F0809C5}"/>
              </a:ext>
            </a:extLst>
          </p:cNvPr>
          <p:cNvSpPr txBox="1"/>
          <p:nvPr/>
        </p:nvSpPr>
        <p:spPr>
          <a:xfrm>
            <a:off x="2329313" y="5724795"/>
            <a:ext cx="200205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Indentation!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8087444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AA64D179-ACA7-D3B5-9551-3167BEECD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1C5D54E0-D417-B7B1-3692-198F47B6B9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While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CC5B1014-E824-48FC-149D-8CBF4E3677A9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while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repeatedly so long as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F6E170-587A-E26A-9F2D-9148DE590A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63486" y="3064117"/>
            <a:ext cx="3918858" cy="25760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253EB58-A1CB-40B4-0BC7-5297B9526CC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60277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BE284C69-5CFF-A23E-4D04-9138D7023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3EA06645-1E70-E4E5-E31A-42C47ECA59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While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E8B8AF96-5717-1FC8-FAE7-DE5E01B8E4CA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while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repeatedly so long as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E1D9C8-1026-5EF9-301E-E5ACC6BA01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63486" y="3064117"/>
            <a:ext cx="3918858" cy="25760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200;p20">
            <a:extLst>
              <a:ext uri="{FF2B5EF4-FFF2-40B4-BE49-F238E27FC236}">
                <a16:creationId xmlns:a16="http://schemas.microsoft.com/office/drawing/2014/main" id="{34CEBF4F-D50C-AEEE-7D90-5FC313CF220F}"/>
              </a:ext>
            </a:extLst>
          </p:cNvPr>
          <p:cNvSpPr/>
          <p:nvPr/>
        </p:nvSpPr>
        <p:spPr>
          <a:xfrm>
            <a:off x="1861239" y="3751910"/>
            <a:ext cx="2362418" cy="24951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98;p20">
            <a:extLst>
              <a:ext uri="{FF2B5EF4-FFF2-40B4-BE49-F238E27FC236}">
                <a16:creationId xmlns:a16="http://schemas.microsoft.com/office/drawing/2014/main" id="{16BA3ACE-32ED-1853-DCB0-24388F0D9727}"/>
              </a:ext>
            </a:extLst>
          </p:cNvPr>
          <p:cNvSpPr txBox="1"/>
          <p:nvPr/>
        </p:nvSpPr>
        <p:spPr>
          <a:xfrm>
            <a:off x="6845050" y="3782200"/>
            <a:ext cx="3532412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Boolean Condition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1016510-229A-0969-968F-1413A59EA6EC}"/>
              </a:ext>
            </a:extLst>
          </p:cNvPr>
          <p:cNvCxnSpPr>
            <a:cxnSpLocks/>
          </p:cNvCxnSpPr>
          <p:nvPr/>
        </p:nvCxnSpPr>
        <p:spPr>
          <a:xfrm flipH="1" flipV="1">
            <a:off x="4321410" y="3864746"/>
            <a:ext cx="3187210" cy="13667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D69E55F-D8AA-3545-FEC5-7E69CD9F689A}"/>
              </a:ext>
            </a:extLst>
          </p:cNvPr>
          <p:cNvCxnSpPr>
            <a:cxnSpLocks/>
          </p:cNvCxnSpPr>
          <p:nvPr/>
        </p:nvCxnSpPr>
        <p:spPr>
          <a:xfrm flipH="1">
            <a:off x="3561538" y="4075257"/>
            <a:ext cx="3947082" cy="36878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Google Shape;200;p20">
            <a:extLst>
              <a:ext uri="{FF2B5EF4-FFF2-40B4-BE49-F238E27FC236}">
                <a16:creationId xmlns:a16="http://schemas.microsoft.com/office/drawing/2014/main" id="{157E1777-DF30-B2EF-A543-8AE94BD46616}"/>
              </a:ext>
            </a:extLst>
          </p:cNvPr>
          <p:cNvSpPr/>
          <p:nvPr/>
        </p:nvSpPr>
        <p:spPr>
          <a:xfrm>
            <a:off x="2430475" y="4352132"/>
            <a:ext cx="1068687" cy="32004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03;p13">
            <a:extLst>
              <a:ext uri="{FF2B5EF4-FFF2-40B4-BE49-F238E27FC236}">
                <a16:creationId xmlns:a16="http://schemas.microsoft.com/office/drawing/2014/main" id="{60121D42-692B-AE3D-EC30-9FDBF33E83C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35553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22AE8742-732B-799B-9BDC-4CFB90995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507DF828-7F21-A6F0-020D-035EDCE4FA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While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4BC9EA01-917D-E301-26AF-6BA30401FA68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while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repeatedly so long as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6F8B25-7122-9272-549B-3C527E56E9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63486" y="3064117"/>
            <a:ext cx="3918858" cy="25760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Google Shape;198;p20">
            <a:extLst>
              <a:ext uri="{FF2B5EF4-FFF2-40B4-BE49-F238E27FC236}">
                <a16:creationId xmlns:a16="http://schemas.microsoft.com/office/drawing/2014/main" id="{2364B81D-D2A4-945C-72B7-7D17A0ECA88F}"/>
              </a:ext>
            </a:extLst>
          </p:cNvPr>
          <p:cNvSpPr txBox="1"/>
          <p:nvPr/>
        </p:nvSpPr>
        <p:spPr>
          <a:xfrm>
            <a:off x="7453929" y="2284989"/>
            <a:ext cx="4067137" cy="156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Body of the loop:</a:t>
            </a:r>
          </a:p>
          <a:p>
            <a:pPr marL="358775" lvl="1"/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will execute over and over again until the Boolean is set to False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84998E8-D857-D232-8898-91385AD144B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Google Shape;200;p20">
            <a:extLst>
              <a:ext uri="{FF2B5EF4-FFF2-40B4-BE49-F238E27FC236}">
                <a16:creationId xmlns:a16="http://schemas.microsoft.com/office/drawing/2014/main" id="{B8582DE3-88F5-1F66-5C7C-FFB4140EED68}"/>
              </a:ext>
            </a:extLst>
          </p:cNvPr>
          <p:cNvSpPr/>
          <p:nvPr/>
        </p:nvSpPr>
        <p:spPr>
          <a:xfrm>
            <a:off x="2219565" y="4702841"/>
            <a:ext cx="3422743" cy="863472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65B5CA5-E0D3-D7EE-4336-050760953967}"/>
              </a:ext>
            </a:extLst>
          </p:cNvPr>
          <p:cNvCxnSpPr>
            <a:cxnSpLocks/>
          </p:cNvCxnSpPr>
          <p:nvPr/>
        </p:nvCxnSpPr>
        <p:spPr>
          <a:xfrm flipH="1">
            <a:off x="5838092" y="2722098"/>
            <a:ext cx="1723293" cy="198074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890010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B79279B1-D68A-B211-FDB3-C51CA6459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B49596D9-3482-B4BC-8E92-128DDCC82F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While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8F3D9A4C-C6AD-6C9D-1E9B-A60E45E75045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while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repeatedly so long as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64C7AC-39B2-9AEF-414B-323C3DCF9F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63486" y="3064117"/>
            <a:ext cx="3918858" cy="25760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Google Shape;198;p20">
            <a:extLst>
              <a:ext uri="{FF2B5EF4-FFF2-40B4-BE49-F238E27FC236}">
                <a16:creationId xmlns:a16="http://schemas.microsoft.com/office/drawing/2014/main" id="{6F34D6AD-B601-EB9F-060E-3FC021E9D9F9}"/>
              </a:ext>
            </a:extLst>
          </p:cNvPr>
          <p:cNvSpPr txBox="1"/>
          <p:nvPr/>
        </p:nvSpPr>
        <p:spPr>
          <a:xfrm>
            <a:off x="7453929" y="2284989"/>
            <a:ext cx="4067137" cy="156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Body of the loop:</a:t>
            </a:r>
          </a:p>
          <a:p>
            <a:pPr marL="358775" lvl="1"/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will execute over and over again until the Boolean is set to False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B3EA730-1B0C-8BFA-8744-6502724BDFD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75467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9C29D753-A301-F4EA-E4C4-5DEE7ED4A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7D35DA4F-B0BB-2F38-904C-B3F26050EA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While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B5EE406C-6252-A23D-91B3-ED3219EEE49D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while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repeatedly so long as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AA9C3D-E87A-95D8-95E5-79F9C87BB3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63486" y="3064117"/>
            <a:ext cx="3918858" cy="25760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Google Shape;198;p20">
            <a:extLst>
              <a:ext uri="{FF2B5EF4-FFF2-40B4-BE49-F238E27FC236}">
                <a16:creationId xmlns:a16="http://schemas.microsoft.com/office/drawing/2014/main" id="{E7CEDF46-858A-7F59-DE3E-F47EEB34FA1E}"/>
              </a:ext>
            </a:extLst>
          </p:cNvPr>
          <p:cNvSpPr txBox="1"/>
          <p:nvPr/>
        </p:nvSpPr>
        <p:spPr>
          <a:xfrm>
            <a:off x="7453929" y="2284989"/>
            <a:ext cx="4067137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Body of the loop:</a:t>
            </a:r>
          </a:p>
          <a:p>
            <a:pPr marL="358775" lvl="1"/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will execute over and over again until the Boolean is set to False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First, set number = 5.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1AE1CEE-94D8-B5E4-E563-F45CE7250FD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4" name="Google Shape;200;p20">
            <a:extLst>
              <a:ext uri="{FF2B5EF4-FFF2-40B4-BE49-F238E27FC236}">
                <a16:creationId xmlns:a16="http://schemas.microsoft.com/office/drawing/2014/main" id="{476D0F94-00BD-24E1-59CA-930FFBF6357A}"/>
              </a:ext>
            </a:extLst>
          </p:cNvPr>
          <p:cNvSpPr/>
          <p:nvPr/>
        </p:nvSpPr>
        <p:spPr>
          <a:xfrm>
            <a:off x="1814287" y="3118093"/>
            <a:ext cx="1167038" cy="285508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382341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B155F688-985F-67FB-8F27-69ECBEBAB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E9B83272-B862-98D7-E3D5-F7789981C3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While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1C17DE2C-005B-6B60-6CFC-948CF1A902AC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while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repeatedly so long as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F9C5C0-A609-2559-3F1B-FAEA17D2C6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63486" y="3064117"/>
            <a:ext cx="3918858" cy="25760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Google Shape;198;p20">
            <a:extLst>
              <a:ext uri="{FF2B5EF4-FFF2-40B4-BE49-F238E27FC236}">
                <a16:creationId xmlns:a16="http://schemas.microsoft.com/office/drawing/2014/main" id="{E42A1827-9C24-25BF-5513-9D4AFED9D9F7}"/>
              </a:ext>
            </a:extLst>
          </p:cNvPr>
          <p:cNvSpPr txBox="1"/>
          <p:nvPr/>
        </p:nvSpPr>
        <p:spPr>
          <a:xfrm>
            <a:off x="7453929" y="2284989"/>
            <a:ext cx="4067137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Body of the loop:</a:t>
            </a:r>
          </a:p>
          <a:p>
            <a:pPr marL="358775" lvl="1"/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will execute over and over again until the Boolean is set to False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First, set number = 5.</a:t>
            </a: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Define the Boolean condition.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08E5BE4-404B-865E-3B24-75C09273B9C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4" name="Google Shape;200;p20">
            <a:extLst>
              <a:ext uri="{FF2B5EF4-FFF2-40B4-BE49-F238E27FC236}">
                <a16:creationId xmlns:a16="http://schemas.microsoft.com/office/drawing/2014/main" id="{69DD13C1-DE58-35C8-FE20-947BA2456D55}"/>
              </a:ext>
            </a:extLst>
          </p:cNvPr>
          <p:cNvSpPr/>
          <p:nvPr/>
        </p:nvSpPr>
        <p:spPr>
          <a:xfrm>
            <a:off x="1814287" y="3756268"/>
            <a:ext cx="2481488" cy="285508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4236589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EF78A000-5C72-BD2D-AA22-F900D12BB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A2E88461-4E3D-D258-080F-8B4C05FCC6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While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7D9C4587-1EB0-2497-76EF-FC6F3711AA8E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while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repeatedly so long as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81E067-D4DA-D144-ACD2-2F8F991504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63486" y="3064117"/>
            <a:ext cx="3918858" cy="25760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Google Shape;198;p20">
            <a:extLst>
              <a:ext uri="{FF2B5EF4-FFF2-40B4-BE49-F238E27FC236}">
                <a16:creationId xmlns:a16="http://schemas.microsoft.com/office/drawing/2014/main" id="{91496F0A-4CD6-8051-DB15-ADD25FA9A030}"/>
              </a:ext>
            </a:extLst>
          </p:cNvPr>
          <p:cNvSpPr txBox="1"/>
          <p:nvPr/>
        </p:nvSpPr>
        <p:spPr>
          <a:xfrm>
            <a:off x="7453929" y="2284989"/>
            <a:ext cx="4067137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Body of the loop:</a:t>
            </a:r>
          </a:p>
          <a:p>
            <a:pPr marL="358775" lvl="1"/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will execute over and over again until the Boolean is set to False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First, set number = 5.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Define the Boolean condition.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Check the Boolean condition.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8EC8979-EB46-D1E4-5AD1-BDAA4EACCEA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4" name="Google Shape;200;p20">
            <a:extLst>
              <a:ext uri="{FF2B5EF4-FFF2-40B4-BE49-F238E27FC236}">
                <a16:creationId xmlns:a16="http://schemas.microsoft.com/office/drawing/2014/main" id="{063BA41F-579B-696F-1696-75DE397F6586}"/>
              </a:ext>
            </a:extLst>
          </p:cNvPr>
          <p:cNvSpPr/>
          <p:nvPr/>
        </p:nvSpPr>
        <p:spPr>
          <a:xfrm>
            <a:off x="1819274" y="4380707"/>
            <a:ext cx="1685925" cy="285508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08940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41237BA5-E5B0-491D-FC1B-C8A7126F0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3DCD4A7B-CD34-5C40-ED36-9546FF4635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While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6EBA9C26-E344-FA50-0274-A041218359F3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while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repeatedly so long as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D23E70-19D9-A685-2B6D-3073F48410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63486" y="3064117"/>
            <a:ext cx="3918858" cy="25760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Google Shape;198;p20">
            <a:extLst>
              <a:ext uri="{FF2B5EF4-FFF2-40B4-BE49-F238E27FC236}">
                <a16:creationId xmlns:a16="http://schemas.microsoft.com/office/drawing/2014/main" id="{2F3E0D43-06AF-F2A2-FF14-D427EA58D9FA}"/>
              </a:ext>
            </a:extLst>
          </p:cNvPr>
          <p:cNvSpPr txBox="1"/>
          <p:nvPr/>
        </p:nvSpPr>
        <p:spPr>
          <a:xfrm>
            <a:off x="7453929" y="2284989"/>
            <a:ext cx="4067137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Body of the loop:</a:t>
            </a:r>
          </a:p>
          <a:p>
            <a:pPr marL="358775" lvl="1"/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will execute over and over again until the Boolean is set to False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First, set number = 5.</a:t>
            </a: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Define the Boolean condition.</a:t>
            </a: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Check the Boolean condition.</a:t>
            </a: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Since number &gt; 0, we move into the body of the while loop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076CE47-82E8-A78F-4185-04B2E8B595F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549503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A5A46E2B-02CE-BE02-D8B1-0A25D048B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52935D2A-26B1-70E1-B37C-3BED70A0C9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While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F59FC4F8-0C9C-57FD-F012-001B22775CE6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while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repeatedly so long as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919493-B37B-6D81-5BD6-599497599A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63486" y="3064117"/>
            <a:ext cx="3918858" cy="25760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Google Shape;198;p20">
            <a:extLst>
              <a:ext uri="{FF2B5EF4-FFF2-40B4-BE49-F238E27FC236}">
                <a16:creationId xmlns:a16="http://schemas.microsoft.com/office/drawing/2014/main" id="{44F4993A-E0D4-4C68-0170-292E2D9C34B4}"/>
              </a:ext>
            </a:extLst>
          </p:cNvPr>
          <p:cNvSpPr txBox="1"/>
          <p:nvPr/>
        </p:nvSpPr>
        <p:spPr>
          <a:xfrm>
            <a:off x="7453929" y="2284989"/>
            <a:ext cx="4067137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Body of the loop:</a:t>
            </a:r>
          </a:p>
          <a:p>
            <a:pPr marL="358775" lvl="1"/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will execute over and over again until the Boolean is set to False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First, set number = 5.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Define the Boolean condition.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Check the Boolean condition.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Since number &gt; 0, we move into the body of the while loop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8E1FF35-F088-E437-AA2B-DF040E78F33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86316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D5016307-3E0E-5972-097F-DC12F4CF3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03FD1F10-C23A-9860-0003-EF7B110E1E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While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6F756128-5925-EA0F-5503-6F6274D774EA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while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repeatedly so long as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7BBA54-9F0F-0314-1EE1-89DDB648E8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63486" y="3064117"/>
            <a:ext cx="3918858" cy="25760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Google Shape;198;p20">
            <a:extLst>
              <a:ext uri="{FF2B5EF4-FFF2-40B4-BE49-F238E27FC236}">
                <a16:creationId xmlns:a16="http://schemas.microsoft.com/office/drawing/2014/main" id="{2B531AD6-A6E3-E214-4972-A0481F620AAF}"/>
              </a:ext>
            </a:extLst>
          </p:cNvPr>
          <p:cNvSpPr txBox="1"/>
          <p:nvPr/>
        </p:nvSpPr>
        <p:spPr>
          <a:xfrm>
            <a:off x="7453929" y="2284989"/>
            <a:ext cx="4067137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Body of the loop:</a:t>
            </a:r>
          </a:p>
          <a:p>
            <a:pPr marL="358775" lvl="1"/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will execute over and over again until the Boolean is set to False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Next, set number = number – 1 = 4.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Define the Boolean condition.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Check the Boolean condition.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Since number &gt; 0, we move into the body of the while loop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0CC6F7C-70EF-C5D2-5058-5AA7EA5DCCB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4" name="Google Shape;200;p20">
            <a:extLst>
              <a:ext uri="{FF2B5EF4-FFF2-40B4-BE49-F238E27FC236}">
                <a16:creationId xmlns:a16="http://schemas.microsoft.com/office/drawing/2014/main" id="{E37E9D1E-EAF8-FAFA-DA7F-5AEC5DCA2A94}"/>
              </a:ext>
            </a:extLst>
          </p:cNvPr>
          <p:cNvSpPr/>
          <p:nvPr/>
        </p:nvSpPr>
        <p:spPr>
          <a:xfrm>
            <a:off x="2195286" y="4670668"/>
            <a:ext cx="2110013" cy="285508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557803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DCFC3C4D-2306-AFF2-E45C-2E19460EC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1486D7EB-9E0B-720E-C761-0DAB3BD463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While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983DBC5E-1B00-48CB-D4D5-3797D003BA53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while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repeatedly so long as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8B8C9D-B86C-DF6D-9D85-C802DA1ADB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63486" y="3064117"/>
            <a:ext cx="3918858" cy="25760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Google Shape;198;p20">
            <a:extLst>
              <a:ext uri="{FF2B5EF4-FFF2-40B4-BE49-F238E27FC236}">
                <a16:creationId xmlns:a16="http://schemas.microsoft.com/office/drawing/2014/main" id="{05F58A75-B73F-22BD-1783-36D4C9927041}"/>
              </a:ext>
            </a:extLst>
          </p:cNvPr>
          <p:cNvSpPr txBox="1"/>
          <p:nvPr/>
        </p:nvSpPr>
        <p:spPr>
          <a:xfrm>
            <a:off x="7453929" y="2284989"/>
            <a:ext cx="4067137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Body of the loop:</a:t>
            </a:r>
          </a:p>
          <a:p>
            <a:pPr marL="358775" lvl="1"/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will execute over and over again until the Boolean is set to False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Next, set number = number – 1 = 4.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i="1" dirty="0">
                <a:latin typeface="Calibri"/>
                <a:ea typeface="Calibri"/>
                <a:cs typeface="Calibri"/>
                <a:sym typeface="Calibri"/>
              </a:rPr>
              <a:t>Re</a:t>
            </a: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define the Boolean condition.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Check the Boolean condition.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Since number &gt; 0, we move into the body of the while loop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98AD5C2-DADF-CBB9-AE0D-43926A1B999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4" name="Google Shape;200;p20">
            <a:extLst>
              <a:ext uri="{FF2B5EF4-FFF2-40B4-BE49-F238E27FC236}">
                <a16:creationId xmlns:a16="http://schemas.microsoft.com/office/drawing/2014/main" id="{ADABDBAE-B553-8A01-3A26-BBF00A0FB885}"/>
              </a:ext>
            </a:extLst>
          </p:cNvPr>
          <p:cNvSpPr/>
          <p:nvPr/>
        </p:nvSpPr>
        <p:spPr>
          <a:xfrm>
            <a:off x="2197669" y="5013464"/>
            <a:ext cx="2491013" cy="285508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2284620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A65C03E6-CFA5-C57C-A1B3-A0D16030E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8487B98B-A590-C046-754D-C4C771E8E7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While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2246FC1C-93F0-9D07-25C9-E4D6D6923DD7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while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repeatedly so long as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C59F3F-EC34-CCD6-A85D-407C5914C2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63486" y="3064117"/>
            <a:ext cx="3918858" cy="25760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Google Shape;198;p20">
            <a:extLst>
              <a:ext uri="{FF2B5EF4-FFF2-40B4-BE49-F238E27FC236}">
                <a16:creationId xmlns:a16="http://schemas.microsoft.com/office/drawing/2014/main" id="{2F643D89-372A-151C-57F2-E49939B05919}"/>
              </a:ext>
            </a:extLst>
          </p:cNvPr>
          <p:cNvSpPr txBox="1"/>
          <p:nvPr/>
        </p:nvSpPr>
        <p:spPr>
          <a:xfrm>
            <a:off x="7453929" y="2284989"/>
            <a:ext cx="4067137" cy="323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Body of the loop:</a:t>
            </a:r>
          </a:p>
          <a:p>
            <a:pPr marL="358775" lvl="1"/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will execute over and over again until the Boolean is set to False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Next, set number = number – 1 = 4.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i="1" dirty="0">
                <a:latin typeface="Calibri"/>
                <a:ea typeface="Calibri"/>
                <a:cs typeface="Calibri"/>
                <a:sym typeface="Calibri"/>
              </a:rPr>
              <a:t>Re</a:t>
            </a: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define the Boolean condition.</a:t>
            </a:r>
          </a:p>
          <a:p>
            <a:pPr lvl="0">
              <a:buClrTx/>
            </a:pPr>
            <a:endParaRPr lang="en-GB" sz="1800" dirty="0"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Check the Boolean condition.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Since number &gt; 0, we move into the body of the while loop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03048D0-5471-81BB-9399-41E30AD1EEB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4" name="Google Shape;200;p20">
            <a:extLst>
              <a:ext uri="{FF2B5EF4-FFF2-40B4-BE49-F238E27FC236}">
                <a16:creationId xmlns:a16="http://schemas.microsoft.com/office/drawing/2014/main" id="{913C3A0E-2013-CF3B-FFF8-C1DEB705C02F}"/>
              </a:ext>
            </a:extLst>
          </p:cNvPr>
          <p:cNvSpPr/>
          <p:nvPr/>
        </p:nvSpPr>
        <p:spPr>
          <a:xfrm>
            <a:off x="2197669" y="5013464"/>
            <a:ext cx="2491013" cy="285508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308278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8C924AC-2342-3852-E54E-E79602D36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359378A4-ED5F-23D5-8F7B-BEF0E5585C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While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31AE40C9-E6EA-D5D1-60EB-FFB41E7E3A86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while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repeatedly so long as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D09511-66A9-990F-BA4E-87F1C66E76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63486" y="3064117"/>
            <a:ext cx="3918858" cy="25760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Google Shape;198;p20">
            <a:extLst>
              <a:ext uri="{FF2B5EF4-FFF2-40B4-BE49-F238E27FC236}">
                <a16:creationId xmlns:a16="http://schemas.microsoft.com/office/drawing/2014/main" id="{4243E3DE-0C79-A3AA-E78F-75798BF66644}"/>
              </a:ext>
            </a:extLst>
          </p:cNvPr>
          <p:cNvSpPr txBox="1"/>
          <p:nvPr/>
        </p:nvSpPr>
        <p:spPr>
          <a:xfrm>
            <a:off x="7453929" y="2284989"/>
            <a:ext cx="4067137" cy="323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Body of the loop:</a:t>
            </a:r>
          </a:p>
          <a:p>
            <a:pPr marL="358775" lvl="1"/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will execute over and over again until the Boolean is set to False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Next, set number = number – 1 = 4.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i="1" dirty="0">
                <a:latin typeface="Calibri"/>
                <a:ea typeface="Calibri"/>
                <a:cs typeface="Calibri"/>
                <a:sym typeface="Calibri"/>
              </a:rPr>
              <a:t>Re</a:t>
            </a: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define the Boolean condition.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We print the number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Check the Boolean condition.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Since number &gt; 0, we move into the body of the while loop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ABD4330-F46B-189F-3110-77D3A981112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4" name="Google Shape;200;p20">
            <a:extLst>
              <a:ext uri="{FF2B5EF4-FFF2-40B4-BE49-F238E27FC236}">
                <a16:creationId xmlns:a16="http://schemas.microsoft.com/office/drawing/2014/main" id="{ED04F4D7-69BF-B2D2-28F0-89F5C330A257}"/>
              </a:ext>
            </a:extLst>
          </p:cNvPr>
          <p:cNvSpPr/>
          <p:nvPr/>
        </p:nvSpPr>
        <p:spPr>
          <a:xfrm>
            <a:off x="2197669" y="5311839"/>
            <a:ext cx="3413859" cy="285508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1045375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712DDBB2-8FC8-DB8A-B8E4-422A63E4F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1FF0FEC8-5E7B-8293-1A2E-BB77207799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While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A85DC11D-ADD6-D2E2-3899-950341D1049E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while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repeatedly so long as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AF1FB9-9374-28CF-FA49-6AEE8EA48A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63486" y="3064117"/>
            <a:ext cx="3918858" cy="25760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Google Shape;198;p20">
            <a:extLst>
              <a:ext uri="{FF2B5EF4-FFF2-40B4-BE49-F238E27FC236}">
                <a16:creationId xmlns:a16="http://schemas.microsoft.com/office/drawing/2014/main" id="{903242B3-3EF2-7CE9-851D-ADB9ACA99E64}"/>
              </a:ext>
            </a:extLst>
          </p:cNvPr>
          <p:cNvSpPr txBox="1"/>
          <p:nvPr/>
        </p:nvSpPr>
        <p:spPr>
          <a:xfrm>
            <a:off x="7453929" y="2284989"/>
            <a:ext cx="4067137" cy="323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Body of the loop:</a:t>
            </a:r>
          </a:p>
          <a:p>
            <a:pPr marL="358775" lvl="1"/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will execute over and over again until the Boolean is set to False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Next, set number = number – 1 = 4.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i="1" dirty="0">
                <a:latin typeface="Calibri"/>
                <a:ea typeface="Calibri"/>
                <a:cs typeface="Calibri"/>
                <a:sym typeface="Calibri"/>
              </a:rPr>
              <a:t>Re</a:t>
            </a: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define the Boolean condition.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We print the number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Check the Boolean condition.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Since number &gt; 0, we move into the body of the while loop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2C9DD5D-A685-34CA-FA18-6C9497F242D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4" name="Google Shape;200;p20">
            <a:extLst>
              <a:ext uri="{FF2B5EF4-FFF2-40B4-BE49-F238E27FC236}">
                <a16:creationId xmlns:a16="http://schemas.microsoft.com/office/drawing/2014/main" id="{7BD5043C-0F02-A096-7B2B-C012811718A9}"/>
              </a:ext>
            </a:extLst>
          </p:cNvPr>
          <p:cNvSpPr/>
          <p:nvPr/>
        </p:nvSpPr>
        <p:spPr>
          <a:xfrm>
            <a:off x="1819274" y="4380707"/>
            <a:ext cx="1685925" cy="285508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0642529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803212AC-7CFA-FA5A-F5C1-D21969D59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C289D14B-E933-F454-EF8D-6CB02E43E9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While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40D71633-B0C3-F8BD-0174-62300FFE3F67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while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repeatedly so long as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422D77-2349-770D-55C3-7BA497B0B5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63486" y="3064117"/>
            <a:ext cx="3918858" cy="25760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Google Shape;198;p20">
            <a:extLst>
              <a:ext uri="{FF2B5EF4-FFF2-40B4-BE49-F238E27FC236}">
                <a16:creationId xmlns:a16="http://schemas.microsoft.com/office/drawing/2014/main" id="{777BEDF2-6E57-A628-C36C-11A62BC2ABB1}"/>
              </a:ext>
            </a:extLst>
          </p:cNvPr>
          <p:cNvSpPr txBox="1"/>
          <p:nvPr/>
        </p:nvSpPr>
        <p:spPr>
          <a:xfrm>
            <a:off x="7453929" y="2284989"/>
            <a:ext cx="4067137" cy="323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Body of the loop:</a:t>
            </a:r>
          </a:p>
          <a:p>
            <a:pPr marL="358775" lvl="1"/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will execute over and over again until the Boolean is set to False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Next, set number = number – 1 = 4.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i="1" dirty="0">
                <a:latin typeface="Calibri"/>
                <a:ea typeface="Calibri"/>
                <a:cs typeface="Calibri"/>
                <a:sym typeface="Calibri"/>
              </a:rPr>
              <a:t>Re</a:t>
            </a: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define the Boolean condition.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We print the number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Check the Boolean condition.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Since number &gt; 0 (still) we repeat the loop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7486FE4-98FF-6C59-ACB8-66C5B0F168D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41201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1DEEE6F1-0A16-708F-840B-E9A21B669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14A66CFF-DBA2-B86A-7BB6-27D9DEF729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While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C77604B8-EBF8-4D32-A53A-463449970156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while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repeatedly so long as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3E6581-7A74-128D-8D7B-7E31BBA762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63486" y="3064117"/>
            <a:ext cx="3918858" cy="25760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Google Shape;198;p20">
            <a:extLst>
              <a:ext uri="{FF2B5EF4-FFF2-40B4-BE49-F238E27FC236}">
                <a16:creationId xmlns:a16="http://schemas.microsoft.com/office/drawing/2014/main" id="{923E9537-AFDE-1FC1-EADB-C2221F75DBA1}"/>
              </a:ext>
            </a:extLst>
          </p:cNvPr>
          <p:cNvSpPr txBox="1"/>
          <p:nvPr/>
        </p:nvSpPr>
        <p:spPr>
          <a:xfrm>
            <a:off x="7453929" y="2284989"/>
            <a:ext cx="4067137" cy="3785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Body of the loop:</a:t>
            </a:r>
          </a:p>
          <a:p>
            <a:pPr marL="358775" lvl="1"/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will execute over and over again until the Boolean is set to False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Next, set number = number – 1 = 4.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i="1" dirty="0">
                <a:latin typeface="Calibri"/>
                <a:ea typeface="Calibri"/>
                <a:cs typeface="Calibri"/>
                <a:sym typeface="Calibri"/>
              </a:rPr>
              <a:t>Re</a:t>
            </a: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define the Boolean condition.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We print the number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Check the Boolean condition.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Since number &gt; 0 (still) we repeat the loop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endParaRPr lang="en-GB" sz="1800" dirty="0"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Tx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What will the final printed output be?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4F1D871-A83B-D1EA-B654-73712047B09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017142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25D86F96-052D-FAB4-B890-30C02CFB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82C718AE-03ED-6126-F1DC-4AB4E071DB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While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1D3D60C4-BEC6-47D5-F7FB-060278E3AF13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while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repeatedly so long as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9769B2-AD88-E6BB-97AF-555078436C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63486" y="3064117"/>
            <a:ext cx="3918858" cy="25760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Google Shape;198;p20">
            <a:extLst>
              <a:ext uri="{FF2B5EF4-FFF2-40B4-BE49-F238E27FC236}">
                <a16:creationId xmlns:a16="http://schemas.microsoft.com/office/drawing/2014/main" id="{04AF7A70-92A4-C86B-2C83-86D35BE62B5C}"/>
              </a:ext>
            </a:extLst>
          </p:cNvPr>
          <p:cNvSpPr txBox="1"/>
          <p:nvPr/>
        </p:nvSpPr>
        <p:spPr>
          <a:xfrm>
            <a:off x="7453929" y="2284989"/>
            <a:ext cx="4067137" cy="350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Body of the loop:</a:t>
            </a:r>
          </a:p>
          <a:p>
            <a:pPr marL="358775" lvl="1"/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will execute over and over again until the Boolean is set to False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Next, set number = number – 1 = 3.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i="1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Re</a:t>
            </a:r>
            <a:r>
              <a:rPr lang="en-GB" sz="1800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define the Boolean condition.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We print the number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Check the Boolean condition.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Since number &gt; 0 (still) we repeat the loop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endParaRPr lang="en-GB" sz="1800" dirty="0">
              <a:latin typeface="Calibri"/>
              <a:ea typeface="Calibri"/>
              <a:cs typeface="Calibri"/>
              <a:sym typeface="Calibri"/>
            </a:endParaRP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C461ADA-30C4-E6E7-E178-000DF273153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099514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E5BFB4CD-97D1-2DA0-96D9-684FCC87D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F104276B-0DAC-A53E-8142-01D0CF40E8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While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03057229-D4B0-056C-AB38-CC5ED2434AB3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while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repeatedly so long as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CEB7B0-2629-AD8B-6E6A-409BD1EB2D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63486" y="3064117"/>
            <a:ext cx="3918858" cy="25760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Google Shape;198;p20">
            <a:extLst>
              <a:ext uri="{FF2B5EF4-FFF2-40B4-BE49-F238E27FC236}">
                <a16:creationId xmlns:a16="http://schemas.microsoft.com/office/drawing/2014/main" id="{24599FD2-630B-6109-3933-B2913B1A820E}"/>
              </a:ext>
            </a:extLst>
          </p:cNvPr>
          <p:cNvSpPr txBox="1"/>
          <p:nvPr/>
        </p:nvSpPr>
        <p:spPr>
          <a:xfrm>
            <a:off x="7453929" y="2284989"/>
            <a:ext cx="4067137" cy="350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Body of the loop:</a:t>
            </a:r>
          </a:p>
          <a:p>
            <a:pPr marL="358775" lvl="1"/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will execute over and over again until the Boolean is set to False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Next, set number = number – 1 = 3.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i="1" dirty="0">
                <a:latin typeface="Calibri"/>
                <a:ea typeface="Calibri"/>
                <a:cs typeface="Calibri"/>
                <a:sym typeface="Calibri"/>
              </a:rPr>
              <a:t>Re</a:t>
            </a: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define the Boolean condition.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We print the number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Check the Boolean condition.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Since number &gt; 0 (still) we repeat the loop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endParaRPr lang="en-GB" sz="1800" dirty="0">
              <a:latin typeface="Calibri"/>
              <a:ea typeface="Calibri"/>
              <a:cs typeface="Calibri"/>
              <a:sym typeface="Calibri"/>
            </a:endParaRP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7C03F2D-A40E-5F31-5156-318BE9EA985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249906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056229CB-642C-8F3E-EC45-9ED824930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1D3324D1-43AE-0411-4E76-DBCB5CD0D7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While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85561F44-F262-C43A-79D9-62CB22F3C1C1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while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repeatedly so long as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EE2758-838B-5727-B746-5680338B59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63486" y="3064117"/>
            <a:ext cx="3918858" cy="25760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Google Shape;198;p20">
            <a:extLst>
              <a:ext uri="{FF2B5EF4-FFF2-40B4-BE49-F238E27FC236}">
                <a16:creationId xmlns:a16="http://schemas.microsoft.com/office/drawing/2014/main" id="{6810BF2D-D2B6-3CF9-FFAC-A43F060D99D2}"/>
              </a:ext>
            </a:extLst>
          </p:cNvPr>
          <p:cNvSpPr txBox="1"/>
          <p:nvPr/>
        </p:nvSpPr>
        <p:spPr>
          <a:xfrm>
            <a:off x="7453929" y="2284989"/>
            <a:ext cx="4067137" cy="350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Body of the loop:</a:t>
            </a:r>
          </a:p>
          <a:p>
            <a:pPr marL="358775" lvl="1"/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will execute over and over again until the Boolean is set to False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Next, set number = number – 1 = 2.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i="1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Re</a:t>
            </a:r>
            <a:r>
              <a:rPr lang="en-GB" sz="1800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define the Boolean condition.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We print the number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Check the Boolean condition.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Since number &gt; 0 (still) we repeat the loop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endParaRPr lang="en-GB" sz="1800" dirty="0">
              <a:latin typeface="Calibri"/>
              <a:ea typeface="Calibri"/>
              <a:cs typeface="Calibri"/>
              <a:sym typeface="Calibri"/>
            </a:endParaRP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A6C0C35-FEF6-BB9D-2F43-721D059C369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435353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C10CD728-E4ED-B40D-90D3-A288A4A00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B3FD06E6-7FC9-DE81-1235-F7A7CD72FA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While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E20035C2-7B8D-5CE9-9F17-3D26E3A71159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while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repeatedly so long as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34AB3C-BD80-9A4D-1188-FF31CAB8F4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63486" y="3064117"/>
            <a:ext cx="3918858" cy="25760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Google Shape;198;p20">
            <a:extLst>
              <a:ext uri="{FF2B5EF4-FFF2-40B4-BE49-F238E27FC236}">
                <a16:creationId xmlns:a16="http://schemas.microsoft.com/office/drawing/2014/main" id="{F4BE1E37-22F3-0B35-CF3B-D110B859F209}"/>
              </a:ext>
            </a:extLst>
          </p:cNvPr>
          <p:cNvSpPr txBox="1"/>
          <p:nvPr/>
        </p:nvSpPr>
        <p:spPr>
          <a:xfrm>
            <a:off x="7453929" y="2284989"/>
            <a:ext cx="4067137" cy="350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Body of the loop:</a:t>
            </a:r>
          </a:p>
          <a:p>
            <a:pPr marL="358775" lvl="1"/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will execute over and over again until the Boolean is set to False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Next, set number = number – 1 = 2.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i="1" dirty="0">
                <a:latin typeface="Calibri"/>
                <a:ea typeface="Calibri"/>
                <a:cs typeface="Calibri"/>
                <a:sym typeface="Calibri"/>
              </a:rPr>
              <a:t>Re</a:t>
            </a: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define the Boolean condition.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We print the number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Check the Boolean condition.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Since number &gt; 0 (still) we repeat the loop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endParaRPr lang="en-GB" sz="1800" dirty="0">
              <a:latin typeface="Calibri"/>
              <a:ea typeface="Calibri"/>
              <a:cs typeface="Calibri"/>
              <a:sym typeface="Calibri"/>
            </a:endParaRP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2BC6CA1-95D0-A619-BBA3-05D5AF82076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5038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4F3629F7-CAD6-762F-D632-D499CB517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3669383B-A03E-E831-0F8D-FE3BF170F2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While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3E876D15-7927-6D2C-797E-068AD2087482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while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repeatedly so long as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D97989-DAEE-303A-A8EE-4C235AA4A6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63486" y="3064117"/>
            <a:ext cx="3918858" cy="25760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Google Shape;198;p20">
            <a:extLst>
              <a:ext uri="{FF2B5EF4-FFF2-40B4-BE49-F238E27FC236}">
                <a16:creationId xmlns:a16="http://schemas.microsoft.com/office/drawing/2014/main" id="{392A95E5-12EA-222D-182F-E7F9CC4977B4}"/>
              </a:ext>
            </a:extLst>
          </p:cNvPr>
          <p:cNvSpPr txBox="1"/>
          <p:nvPr/>
        </p:nvSpPr>
        <p:spPr>
          <a:xfrm>
            <a:off x="7453929" y="2284989"/>
            <a:ext cx="4067137" cy="350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Body of the loop:</a:t>
            </a:r>
          </a:p>
          <a:p>
            <a:pPr marL="358775" lvl="1"/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will execute over and over again until the Boolean is set to False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Next, set number = number – 1 = 1.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i="1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Re</a:t>
            </a:r>
            <a:r>
              <a:rPr lang="en-GB" sz="1800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define the Boolean condition.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We print the number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Check the Boolean condition.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Since number &gt; 0 (still) we repeat the loop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endParaRPr lang="en-GB" sz="1800" dirty="0">
              <a:latin typeface="Calibri"/>
              <a:ea typeface="Calibri"/>
              <a:cs typeface="Calibri"/>
              <a:sym typeface="Calibri"/>
            </a:endParaRP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E6DBD64-A395-B629-0499-8738F949D52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34356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F6C7AB21-7D75-7164-BFA7-82C98EE2D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6A62C2D6-E4D8-9487-2B13-E0B1FC88E9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While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D8509AA6-68C8-2307-EEE9-7157D6FC44B6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while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repeatedly so long as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A19CAF-2A52-FA59-9DAD-938ADCE991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63486" y="3064117"/>
            <a:ext cx="3918858" cy="25760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Google Shape;198;p20">
            <a:extLst>
              <a:ext uri="{FF2B5EF4-FFF2-40B4-BE49-F238E27FC236}">
                <a16:creationId xmlns:a16="http://schemas.microsoft.com/office/drawing/2014/main" id="{1EE7CBAF-F13F-D073-2AC1-EB92B0AE2FED}"/>
              </a:ext>
            </a:extLst>
          </p:cNvPr>
          <p:cNvSpPr txBox="1"/>
          <p:nvPr/>
        </p:nvSpPr>
        <p:spPr>
          <a:xfrm>
            <a:off x="7453929" y="2284989"/>
            <a:ext cx="4067137" cy="350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Body of the loop:</a:t>
            </a:r>
          </a:p>
          <a:p>
            <a:pPr marL="358775" lvl="1"/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will execute over and over again until the Boolean is set to False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Next, set number = number – 1 = 1.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i="1" dirty="0">
                <a:latin typeface="Calibri"/>
                <a:ea typeface="Calibri"/>
                <a:cs typeface="Calibri"/>
                <a:sym typeface="Calibri"/>
              </a:rPr>
              <a:t>Re</a:t>
            </a: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define the Boolean condition.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We print the number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Check the Boolean condition.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Since number &gt; 0 (still) we repeat the loop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endParaRPr lang="en-GB" sz="1800" dirty="0">
              <a:latin typeface="Calibri"/>
              <a:ea typeface="Calibri"/>
              <a:cs typeface="Calibri"/>
              <a:sym typeface="Calibri"/>
            </a:endParaRP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D3149B6-F5AD-287D-BD76-6F835A281E8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366909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C34D77D2-91BF-EB50-6F3F-0E5393D1C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FF1FE409-3441-FCF3-3EF3-4EBE11C39A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While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DE86CB81-A146-EBFC-6F9B-B9EBA7CD9643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while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repeatedly so long as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2BCA60-2630-C826-5422-A13CFCCD91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63486" y="3064117"/>
            <a:ext cx="3918858" cy="25760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Google Shape;198;p20">
            <a:extLst>
              <a:ext uri="{FF2B5EF4-FFF2-40B4-BE49-F238E27FC236}">
                <a16:creationId xmlns:a16="http://schemas.microsoft.com/office/drawing/2014/main" id="{54121177-9033-B786-1221-6C965AD78C45}"/>
              </a:ext>
            </a:extLst>
          </p:cNvPr>
          <p:cNvSpPr txBox="1"/>
          <p:nvPr/>
        </p:nvSpPr>
        <p:spPr>
          <a:xfrm>
            <a:off x="7453929" y="2284989"/>
            <a:ext cx="4067137" cy="350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Body of the loop:</a:t>
            </a:r>
          </a:p>
          <a:p>
            <a:pPr marL="358775" lvl="1"/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will execute over and over again until the Boolean is set to False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Next, set number = number – 1 = 0.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i="1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Re</a:t>
            </a:r>
            <a:r>
              <a:rPr lang="en-GB" sz="1800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define the Boolean condition.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We print the number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Check the Boolean condition.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Since number &gt; 0 (still) we repeat the loop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endParaRPr lang="en-GB" sz="1800" dirty="0">
              <a:latin typeface="Calibri"/>
              <a:ea typeface="Calibri"/>
              <a:cs typeface="Calibri"/>
              <a:sym typeface="Calibri"/>
            </a:endParaRP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9C1246C-D2A5-4122-0C9E-EA2E1B6DC1A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914109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CDDDA15-003B-A34F-4511-501877AF0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7418D9DD-2086-6C2B-D9F4-999FC55277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While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7F9904A4-9B05-0FAD-8131-6EA45B49A4FC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while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repeatedly so long as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540497-E093-9A0F-25E9-3E0DC01987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63486" y="3064117"/>
            <a:ext cx="3918858" cy="25760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Google Shape;198;p20">
            <a:extLst>
              <a:ext uri="{FF2B5EF4-FFF2-40B4-BE49-F238E27FC236}">
                <a16:creationId xmlns:a16="http://schemas.microsoft.com/office/drawing/2014/main" id="{7A10E74D-7AAD-5F7F-D5BC-EAF22AD7C9FD}"/>
              </a:ext>
            </a:extLst>
          </p:cNvPr>
          <p:cNvSpPr txBox="1"/>
          <p:nvPr/>
        </p:nvSpPr>
        <p:spPr>
          <a:xfrm>
            <a:off x="7453929" y="2284989"/>
            <a:ext cx="4067137" cy="350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Body of the loop:</a:t>
            </a:r>
          </a:p>
          <a:p>
            <a:pPr marL="358775" lvl="1"/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will execute over and over again until the Boolean is set to False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Next, set number = number – 1 = 0.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i="1" dirty="0">
                <a:latin typeface="Calibri"/>
                <a:ea typeface="Calibri"/>
                <a:cs typeface="Calibri"/>
                <a:sym typeface="Calibri"/>
              </a:rPr>
              <a:t>Re</a:t>
            </a: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define the Boolean condition.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We print the number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Calibri"/>
                <a:ea typeface="Calibri"/>
                <a:cs typeface="Calibri"/>
                <a:sym typeface="Calibri"/>
              </a:rPr>
              <a:t>Check the Boolean condition.</a:t>
            </a:r>
          </a:p>
          <a:p>
            <a:pPr marL="285750" lvl="0" indent="-285750"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accent3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Now </a:t>
            </a:r>
            <a:r>
              <a:rPr lang="en-GB" sz="1800" b="1" dirty="0" err="1">
                <a:solidFill>
                  <a:schemeClr val="accent3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my_boolean</a:t>
            </a:r>
            <a:r>
              <a:rPr lang="en-GB" sz="1800" b="1" dirty="0">
                <a:solidFill>
                  <a:schemeClr val="accent3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is False!!</a:t>
            </a:r>
          </a:p>
          <a:p>
            <a:pPr marL="285750" lvl="0" indent="-285750"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accent3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We stop here!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endParaRPr lang="en-GB" sz="1800" dirty="0">
              <a:latin typeface="Calibri"/>
              <a:ea typeface="Calibri"/>
              <a:cs typeface="Calibri"/>
              <a:sym typeface="Calibri"/>
            </a:endParaRP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1F923DA-E046-176D-78AA-38BA7D32519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89906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1B70756F-A042-9ABC-518B-775154B8F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A1172167-F1F4-44E5-D6D7-E74BA66638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While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CA5C73F3-4207-9EEC-1F08-E4845B270FED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while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repeatedly so long as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B4F5A4-695F-4F0C-42C5-AA9F95712E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63486" y="3064117"/>
            <a:ext cx="3918858" cy="25760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Google Shape;198;p20">
            <a:extLst>
              <a:ext uri="{FF2B5EF4-FFF2-40B4-BE49-F238E27FC236}">
                <a16:creationId xmlns:a16="http://schemas.microsoft.com/office/drawing/2014/main" id="{356F70E3-9E2D-6490-FDA2-33CEFA2D376F}"/>
              </a:ext>
            </a:extLst>
          </p:cNvPr>
          <p:cNvSpPr txBox="1"/>
          <p:nvPr/>
        </p:nvSpPr>
        <p:spPr>
          <a:xfrm>
            <a:off x="7804170" y="2836253"/>
            <a:ext cx="3930629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In the end we will have printed:</a:t>
            </a:r>
          </a:p>
          <a:p>
            <a:pPr lvl="0"/>
            <a:endParaRPr lang="en-GB" sz="18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en-GB" sz="18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number is 4</a:t>
            </a:r>
          </a:p>
          <a:p>
            <a:pPr lvl="0"/>
            <a:r>
              <a:rPr lang="en-GB" sz="18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number is 3</a:t>
            </a:r>
          </a:p>
          <a:p>
            <a:pPr lvl="0"/>
            <a:r>
              <a:rPr lang="en-GB" sz="18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number is 2</a:t>
            </a:r>
          </a:p>
          <a:p>
            <a:pPr lvl="0"/>
            <a:r>
              <a:rPr lang="en-GB" sz="18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number is 1</a:t>
            </a:r>
          </a:p>
          <a:p>
            <a:pPr lvl="0"/>
            <a:r>
              <a:rPr lang="en-GB" sz="18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number is 0</a:t>
            </a:r>
          </a:p>
          <a:p>
            <a:pPr lvl="0"/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1524275-7A0B-D413-1729-727DF4D6D80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74991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7839FE7C-652A-2D87-6991-A15423D06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A1390962-B540-EA8D-F09A-6A43FCAAA4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While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A333B3F6-8E03-A1E8-C058-CBD29DF3C39F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while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repeatedly so long as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78A5C7-D49D-C28F-1F47-A8BEBF4B105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32238" y="3064117"/>
            <a:ext cx="3145948" cy="20730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737815-CEFD-A6BA-AF31-0FD2D48362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63486" y="3064117"/>
            <a:ext cx="3918858" cy="25760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385F6E6-5AE7-AE0B-918E-A9AFF92A8F0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307328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A9738078-4E93-54F8-8D26-5A0108656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A163026F-5B8A-31CF-B9CA-F1FA1895EA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While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AD475F3E-004D-3C0A-B107-8FA3E1E1A57B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while loop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repeatedly so long as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84F3DE-4126-0AAB-3BA8-1C781E85C8E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32238" y="3064117"/>
            <a:ext cx="3145948" cy="20730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8B9DA8-E38F-5ED1-9039-CC746EB7A3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63486" y="3064117"/>
            <a:ext cx="3918858" cy="25760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98;p20">
            <a:extLst>
              <a:ext uri="{FF2B5EF4-FFF2-40B4-BE49-F238E27FC236}">
                <a16:creationId xmlns:a16="http://schemas.microsoft.com/office/drawing/2014/main" id="{D800A380-CCB9-C15E-A60E-8944AEA09A73}"/>
              </a:ext>
            </a:extLst>
          </p:cNvPr>
          <p:cNvSpPr txBox="1"/>
          <p:nvPr/>
        </p:nvSpPr>
        <p:spPr>
          <a:xfrm>
            <a:off x="5594572" y="5227294"/>
            <a:ext cx="6401486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 if statement executes </a:t>
            </a:r>
            <a:r>
              <a:rPr lang="en-GB" sz="2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once</a:t>
            </a: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if the Boolean is True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while loop executes </a:t>
            </a:r>
            <a:r>
              <a:rPr lang="en-GB" sz="2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repeatedly</a:t>
            </a: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until the Boolean is False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61E5B261-615F-DFC5-1F7C-F8329BF1F3F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798226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5E106C9-25ED-AD56-E753-C5198E2B9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D73FA4B-0A9B-B103-C455-91891D4F9221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6E84C2B-0623-06ED-BC6A-6AD8B4DA76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F95A621-224B-FD56-CCDE-FE10CA3CC365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50442F0-8817-34CF-C861-A6469B379FE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772559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8145895-8ABA-C05F-12C9-5AD20718E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4ED4A9F-BB50-88A0-00FF-FDADF9F292F0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DF9A9E7-1A11-6761-A0BC-4B1F067AA3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6216D52-1D66-96EC-3C7B-010A47F1D119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`week_03_home.ipynb`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DF9A02-ED1C-E5A6-DA08-CA1219312C6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41720" y="1469553"/>
            <a:ext cx="5618480" cy="35342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7EFF923-B106-3C03-10A7-B0558A42513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2666017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3BC94A9-5563-1649-6419-9B8CF2348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662B7F8-A9B1-08EF-C939-17FF75CE0540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733A9E4-20C4-9095-379E-047C14F786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ED289E6-2990-79EF-EBA9-0B4CC361D099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`week_03_home.ipynb`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1: Beginner – For and While Loops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2: Intermediate – Advanced Iteration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3: Advanced – Comprehensions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D59EE2-80B1-AAB7-D959-1B591C7D47C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41720" y="1469553"/>
            <a:ext cx="5618480" cy="35342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A24E1F8-DD07-B735-8B1D-A3104B4B7A5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764742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8158DCE-45F1-7D6C-3D8B-6B8C9FE0A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3EB0E85-B79C-2CC4-8A04-669FDE5869C6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CE0AC81-283D-6E36-5F7F-DDB9CCF94C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C6CA38B-DA74-C6E5-4774-23C21A91B2C1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`week_03_home.ipynb`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1: Beginner – For and While Loops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2: Intermediate – Advanced Iteration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3: Advanced – Comprehensions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01984F-9FF3-D18D-7A11-D73CB4B4627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41720" y="1469553"/>
            <a:ext cx="5618480" cy="35342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98;p20">
            <a:extLst>
              <a:ext uri="{FF2B5EF4-FFF2-40B4-BE49-F238E27FC236}">
                <a16:creationId xmlns:a16="http://schemas.microsoft.com/office/drawing/2014/main" id="{221E2D41-9462-E1E6-704E-FAF4EFEF9BA7}"/>
              </a:ext>
            </a:extLst>
          </p:cNvPr>
          <p:cNvSpPr txBox="1"/>
          <p:nvPr/>
        </p:nvSpPr>
        <p:spPr>
          <a:xfrm>
            <a:off x="6019800" y="5242500"/>
            <a:ext cx="4613366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Choose this if you are just gettin</a:t>
            </a: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started with loops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00;p20">
            <a:extLst>
              <a:ext uri="{FF2B5EF4-FFF2-40B4-BE49-F238E27FC236}">
                <a16:creationId xmlns:a16="http://schemas.microsoft.com/office/drawing/2014/main" id="{05D062B1-42A3-4BD7-6062-4813D6B49950}"/>
              </a:ext>
            </a:extLst>
          </p:cNvPr>
          <p:cNvSpPr/>
          <p:nvPr/>
        </p:nvSpPr>
        <p:spPr>
          <a:xfrm>
            <a:off x="1519645" y="4350722"/>
            <a:ext cx="3955869" cy="351907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" name="Google Shape;137;p17">
            <a:extLst>
              <a:ext uri="{FF2B5EF4-FFF2-40B4-BE49-F238E27FC236}">
                <a16:creationId xmlns:a16="http://schemas.microsoft.com/office/drawing/2014/main" id="{F5A24D94-0060-4042-83EA-8DECA7A67E75}"/>
              </a:ext>
            </a:extLst>
          </p:cNvPr>
          <p:cNvCxnSpPr>
            <a:cxnSpLocks/>
          </p:cNvCxnSpPr>
          <p:nvPr/>
        </p:nvCxnSpPr>
        <p:spPr>
          <a:xfrm flipH="1" flipV="1">
            <a:off x="5585191" y="4701505"/>
            <a:ext cx="747295" cy="60459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" name="Google Shape;103;p13">
            <a:extLst>
              <a:ext uri="{FF2B5EF4-FFF2-40B4-BE49-F238E27FC236}">
                <a16:creationId xmlns:a16="http://schemas.microsoft.com/office/drawing/2014/main" id="{F6973E5D-6AFD-2C51-4CAB-FDB4420FDBA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29525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4B655E0-A59E-8EBC-BB8E-4C8293BE9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0C1F48D-5CCA-F438-4371-669C40488924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97AE77B-3F8D-46D6-11E4-55291CCFC8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AC8B8DB-0627-4DFA-0939-B5479AB91697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`week_03_home.ipynb`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1: Beginner – For and While Loops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2: Intermediate – Advanced Iteration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3: Advanced – Comprehensions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9E1C79-A1C9-E194-609A-97067997C12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41720" y="1469553"/>
            <a:ext cx="5618480" cy="35342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98;p20">
            <a:extLst>
              <a:ext uri="{FF2B5EF4-FFF2-40B4-BE49-F238E27FC236}">
                <a16:creationId xmlns:a16="http://schemas.microsoft.com/office/drawing/2014/main" id="{C3EAF3E6-C7E9-31A8-36E5-F5091CE6DADA}"/>
              </a:ext>
            </a:extLst>
          </p:cNvPr>
          <p:cNvSpPr txBox="1"/>
          <p:nvPr/>
        </p:nvSpPr>
        <p:spPr>
          <a:xfrm>
            <a:off x="6486244" y="5257800"/>
            <a:ext cx="4613366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Choose this if </a:t>
            </a: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you already have some experience with loops in Python and want to broaden pre-existing knowledge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00;p20">
            <a:extLst>
              <a:ext uri="{FF2B5EF4-FFF2-40B4-BE49-F238E27FC236}">
                <a16:creationId xmlns:a16="http://schemas.microsoft.com/office/drawing/2014/main" id="{3667DC84-B117-8412-92ED-1EEFAA126FBF}"/>
              </a:ext>
            </a:extLst>
          </p:cNvPr>
          <p:cNvSpPr/>
          <p:nvPr/>
        </p:nvSpPr>
        <p:spPr>
          <a:xfrm>
            <a:off x="1519645" y="4797036"/>
            <a:ext cx="4195355" cy="376175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" name="Google Shape;137;p17">
            <a:extLst>
              <a:ext uri="{FF2B5EF4-FFF2-40B4-BE49-F238E27FC236}">
                <a16:creationId xmlns:a16="http://schemas.microsoft.com/office/drawing/2014/main" id="{142E5DBB-C3AC-88A7-FC8D-A6A76D6A9BF8}"/>
              </a:ext>
            </a:extLst>
          </p:cNvPr>
          <p:cNvCxnSpPr>
            <a:cxnSpLocks/>
          </p:cNvCxnSpPr>
          <p:nvPr/>
        </p:nvCxnSpPr>
        <p:spPr>
          <a:xfrm flipH="1" flipV="1">
            <a:off x="5945777" y="5095541"/>
            <a:ext cx="747295" cy="60459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" name="Google Shape;103;p13">
            <a:extLst>
              <a:ext uri="{FF2B5EF4-FFF2-40B4-BE49-F238E27FC236}">
                <a16:creationId xmlns:a16="http://schemas.microsoft.com/office/drawing/2014/main" id="{5DB9A225-346E-9534-D5A6-33BDC7F9D11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500918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B986F93-1C42-E20B-3210-19C7B759B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3738459-A884-A519-5992-89400EA97320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74459A8-E382-EB98-BD37-A10B57D939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853F6B2-BC0C-98F1-6F7C-BD2FB249CC00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`week_03_home.ipynb`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1: Beginner – For and While Loops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2: Intermediate – Advanced Iteration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3: Advanced – Comprehensions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F02830-5A01-9273-E1B5-4946082F53D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41720" y="1469553"/>
            <a:ext cx="5618480" cy="35342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98;p20">
            <a:extLst>
              <a:ext uri="{FF2B5EF4-FFF2-40B4-BE49-F238E27FC236}">
                <a16:creationId xmlns:a16="http://schemas.microsoft.com/office/drawing/2014/main" id="{074963D7-8BC9-E2F6-F0F7-2AB3701C6037}"/>
              </a:ext>
            </a:extLst>
          </p:cNvPr>
          <p:cNvSpPr txBox="1"/>
          <p:nvPr/>
        </p:nvSpPr>
        <p:spPr>
          <a:xfrm>
            <a:off x="6486244" y="5257800"/>
            <a:ext cx="4613366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Choose this if </a:t>
            </a: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you have a lot of experience already and have been programming for years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00;p20">
            <a:extLst>
              <a:ext uri="{FF2B5EF4-FFF2-40B4-BE49-F238E27FC236}">
                <a16:creationId xmlns:a16="http://schemas.microsoft.com/office/drawing/2014/main" id="{37C7958E-5CFC-8F73-C53D-788016A47159}"/>
              </a:ext>
            </a:extLst>
          </p:cNvPr>
          <p:cNvSpPr/>
          <p:nvPr/>
        </p:nvSpPr>
        <p:spPr>
          <a:xfrm>
            <a:off x="1519645" y="5221579"/>
            <a:ext cx="3825241" cy="384564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" name="Google Shape;137;p17">
            <a:extLst>
              <a:ext uri="{FF2B5EF4-FFF2-40B4-BE49-F238E27FC236}">
                <a16:creationId xmlns:a16="http://schemas.microsoft.com/office/drawing/2014/main" id="{59B26814-9F26-1E45-DD07-FF0D54801A33}"/>
              </a:ext>
            </a:extLst>
          </p:cNvPr>
          <p:cNvCxnSpPr>
            <a:cxnSpLocks/>
          </p:cNvCxnSpPr>
          <p:nvPr/>
        </p:nvCxnSpPr>
        <p:spPr>
          <a:xfrm flipH="1" flipV="1">
            <a:off x="5606143" y="5388447"/>
            <a:ext cx="1086929" cy="311684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" name="Google Shape;103;p13">
            <a:extLst>
              <a:ext uri="{FF2B5EF4-FFF2-40B4-BE49-F238E27FC236}">
                <a16:creationId xmlns:a16="http://schemas.microsoft.com/office/drawing/2014/main" id="{8C012EAC-BDAB-03BE-48A2-D2C083B8A6E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046776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BA90C3A-5B51-09AF-14F8-4EC49136B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DA36387-D646-BD36-7EE5-7084CC5D997D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A247FCE-0CA0-0E51-F7FA-088A48B046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EFC28F0-9827-E329-EC49-4591971FA1B5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`week_03_home.ipynb`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1: Beginner – For and While Loops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2: Intermediate – Advanced Iteration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3: Advanced – Comprehensions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DBCF38-132F-5261-4DEB-1BB21563F34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41720" y="1469553"/>
            <a:ext cx="5618480" cy="35342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38F92BA-4205-176A-3540-481DFD4CDB9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983546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B496426-DA49-BFA1-9B5D-6F99F0805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6D30B3C-89D2-D1E5-EE23-E7562D877B7D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8670431-6528-B88B-8CCF-CFC3969833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1E7BD6E-034E-93BF-9D7B-95EA9B8AEADE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`week_03_home.ipynb`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1: Beginner – For and While Loops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2: Intermediate – Advanced Iteration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3: Advanced – Comprehensions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1A5CB2-5870-BA37-0F76-399B6C3C6B3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41720" y="1469553"/>
            <a:ext cx="5618480" cy="35342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98;p20">
            <a:extLst>
              <a:ext uri="{FF2B5EF4-FFF2-40B4-BE49-F238E27FC236}">
                <a16:creationId xmlns:a16="http://schemas.microsoft.com/office/drawing/2014/main" id="{9998A1CD-860D-08A1-92B1-DE914C8C9A93}"/>
              </a:ext>
            </a:extLst>
          </p:cNvPr>
          <p:cNvSpPr txBox="1"/>
          <p:nvPr/>
        </p:nvSpPr>
        <p:spPr>
          <a:xfrm>
            <a:off x="6268563" y="5132458"/>
            <a:ext cx="4887117" cy="10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Important: If you choose the intermediate or advanced options, make sure you are comfortable with the material in Beginner first!!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00;p20">
            <a:extLst>
              <a:ext uri="{FF2B5EF4-FFF2-40B4-BE49-F238E27FC236}">
                <a16:creationId xmlns:a16="http://schemas.microsoft.com/office/drawing/2014/main" id="{A6E76CE4-36FB-959A-C4F9-36EAACE840C5}"/>
              </a:ext>
            </a:extLst>
          </p:cNvPr>
          <p:cNvSpPr/>
          <p:nvPr/>
        </p:nvSpPr>
        <p:spPr>
          <a:xfrm>
            <a:off x="1519644" y="4800466"/>
            <a:ext cx="4271556" cy="827448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03;p13">
            <a:extLst>
              <a:ext uri="{FF2B5EF4-FFF2-40B4-BE49-F238E27FC236}">
                <a16:creationId xmlns:a16="http://schemas.microsoft.com/office/drawing/2014/main" id="{11149D92-3AB8-0597-E728-B19C687910E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2675869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6D5A69A-60AB-D322-6FAF-23252EB3C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25A5C96-8C5E-9536-6396-CB145EFBBFB5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CB1A462-980A-760C-C4E8-7C8BFC0F7E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1099" y="1580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Accessing </a:t>
            </a:r>
            <a:r>
              <a:rPr lang="en-GB" dirty="0" err="1"/>
              <a:t>Noteable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193D9673-EBCA-AD99-95F9-A0D742E0DA86}"/>
              </a:ext>
            </a:extLst>
          </p:cNvPr>
          <p:cNvSpPr txBox="1"/>
          <p:nvPr/>
        </p:nvSpPr>
        <p:spPr>
          <a:xfrm>
            <a:off x="489858" y="1803052"/>
            <a:ext cx="67089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Blackboard</a:t>
            </a:r>
            <a:br>
              <a:rPr lang="en-GB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 to “Introduction to Coding and Data Analysis for Scientists 2025”</a:t>
            </a:r>
            <a:endParaRPr lang="en-GB" sz="2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“Unit Information and Resources”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Open 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Make sure “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Classic (Legacy)” is selected.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Click Start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“+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GitRepo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Paste into Git Repository URL: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chemeClr val="accent2"/>
                </a:solidFill>
                <a:latin typeface="Calibri"/>
                <a:ea typeface="Calibri"/>
                <a:cs typeface="Calibri"/>
                <a:hlinkClick r:id="rId3"/>
              </a:rPr>
              <a:t>https://github.com/jsmartinstats/SCIF10002-2026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Press clone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41400" lvl="2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GB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endParaRPr sz="12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82D202-77CC-C4D3-64D4-08DAC8F0808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53339" y="4013199"/>
            <a:ext cx="3149686" cy="19272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506C95-1542-223E-E864-50251E4ECA0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98783" y="5615262"/>
            <a:ext cx="970907" cy="3251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7BDF15-7259-16B9-B1C2-F062BF2DA891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47126" y="1151474"/>
            <a:ext cx="4073775" cy="23256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E6031D92-58FB-4365-97D8-C25C98FD679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3/10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4564307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Next Time</a:t>
            </a:r>
            <a:endParaRPr/>
          </a:p>
        </p:txBody>
      </p:sp>
      <p:sp>
        <p:nvSpPr>
          <p:cNvPr id="3213" name="Google Shape;3213;p184"/>
          <p:cNvSpPr txBox="1"/>
          <p:nvPr/>
        </p:nvSpPr>
        <p:spPr>
          <a:xfrm>
            <a:off x="1211100" y="176180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3: Loops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Recap: Accessing </a:t>
            </a:r>
            <a:r>
              <a:rPr lang="en-GB" sz="1600" dirty="0" err="1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Recap: If Statements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For Loops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While Loops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4: Functions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Recap: For and While Loops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Functions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Inputs and Outputs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86F060B-22CF-5D76-9B92-2F8E9A616F7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11/11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16354</TotalTime>
  <Words>5789</Words>
  <Application>Microsoft Office PowerPoint</Application>
  <PresentationFormat>Widescreen</PresentationFormat>
  <Paragraphs>952</Paragraphs>
  <Slides>128</Slides>
  <Notes>128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128</vt:i4>
      </vt:variant>
    </vt:vector>
  </HeadingPairs>
  <TitlesOfParts>
    <vt:vector size="131" baseType="lpstr">
      <vt:lpstr>Calibri</vt:lpstr>
      <vt:lpstr>Arial</vt:lpstr>
      <vt:lpstr>Retrospect</vt:lpstr>
      <vt:lpstr>Lecture 3:   Loops</vt:lpstr>
      <vt:lpstr>Today’s Lecture</vt:lpstr>
      <vt:lpstr>Recap: Accessing Noteable</vt:lpstr>
      <vt:lpstr>Important: Assessed Coursework 1</vt:lpstr>
      <vt:lpstr>Important: Assessed Coursework 1</vt:lpstr>
      <vt:lpstr>Noteable Submission</vt:lpstr>
      <vt:lpstr>Noteable Submission</vt:lpstr>
      <vt:lpstr>Noteable Submission</vt:lpstr>
      <vt:lpstr>Noteable Submission</vt:lpstr>
      <vt:lpstr>Noteable Submission</vt:lpstr>
      <vt:lpstr>Noteable Submission</vt:lpstr>
      <vt:lpstr>Noteable Submission</vt:lpstr>
      <vt:lpstr>Noteable Submission</vt:lpstr>
      <vt:lpstr>Noteable Submission</vt:lpstr>
      <vt:lpstr>Noteable Submission</vt:lpstr>
      <vt:lpstr>Noteable Submission</vt:lpstr>
      <vt:lpstr>Noteable Submission</vt:lpstr>
      <vt:lpstr>Noteable Submission</vt:lpstr>
      <vt:lpstr>Noteable Submission</vt:lpstr>
      <vt:lpstr>Noteable Submission</vt:lpstr>
      <vt:lpstr>Noteable Submission</vt:lpstr>
      <vt:lpstr>Noteable Submission</vt:lpstr>
      <vt:lpstr>Noteable Submission</vt:lpstr>
      <vt:lpstr>Noteable Submission</vt:lpstr>
      <vt:lpstr>Noteable Submission</vt:lpstr>
      <vt:lpstr>Noteable Submission</vt:lpstr>
      <vt:lpstr>Noteable Submission</vt:lpstr>
      <vt:lpstr>Noteable Submission</vt:lpstr>
      <vt:lpstr>Noteable Submission</vt:lpstr>
      <vt:lpstr>Noteable Submission</vt:lpstr>
      <vt:lpstr>Noteable Submission</vt:lpstr>
      <vt:lpstr>Noteable Submission</vt:lpstr>
      <vt:lpstr>Noteable Submission</vt:lpstr>
      <vt:lpstr>Noteable Submission</vt:lpstr>
      <vt:lpstr>Noteable Submission</vt:lpstr>
      <vt:lpstr>Noteable Submission</vt:lpstr>
      <vt:lpstr>Noteable Submission</vt:lpstr>
      <vt:lpstr>Noteable Submission</vt:lpstr>
      <vt:lpstr>Noteable Submission</vt:lpstr>
      <vt:lpstr>Noteable Submission</vt:lpstr>
      <vt:lpstr>Recap: If Statements</vt:lpstr>
      <vt:lpstr>Recap: If Statements</vt:lpstr>
      <vt:lpstr>Recap: If Statements</vt:lpstr>
      <vt:lpstr>Recap: If Statements</vt:lpstr>
      <vt:lpstr>Recap: If Statements</vt:lpstr>
      <vt:lpstr>Recap: If Statements</vt:lpstr>
      <vt:lpstr>Motivation</vt:lpstr>
      <vt:lpstr>Motivation</vt:lpstr>
      <vt:lpstr>Motivation</vt:lpstr>
      <vt:lpstr>Motivation</vt:lpstr>
      <vt:lpstr>Motivation</vt:lpstr>
      <vt:lpstr>Motivation</vt:lpstr>
      <vt:lpstr>Motivation</vt:lpstr>
      <vt:lpstr>Motivation</vt:lpstr>
      <vt:lpstr>Motivation</vt:lpstr>
      <vt:lpstr>Motivation</vt:lpstr>
      <vt:lpstr>Motivation</vt:lpstr>
      <vt:lpstr>Iterable Objects</vt:lpstr>
      <vt:lpstr>Iterable Objects</vt:lpstr>
      <vt:lpstr>Iterable Objects</vt:lpstr>
      <vt:lpstr>Iterable Objects</vt:lpstr>
      <vt:lpstr>Iterable Objects</vt:lpstr>
      <vt:lpstr>Iterable Objects</vt:lpstr>
      <vt:lpstr>Iterable Objects</vt:lpstr>
      <vt:lpstr>Iterable Objects</vt:lpstr>
      <vt:lpstr>For Loops</vt:lpstr>
      <vt:lpstr>For Loops</vt:lpstr>
      <vt:lpstr>For Loops</vt:lpstr>
      <vt:lpstr>For Loops</vt:lpstr>
      <vt:lpstr>For Loops</vt:lpstr>
      <vt:lpstr>For Loops</vt:lpstr>
      <vt:lpstr>For Loops</vt:lpstr>
      <vt:lpstr>For Loops</vt:lpstr>
      <vt:lpstr>For Loops</vt:lpstr>
      <vt:lpstr>For Loops</vt:lpstr>
      <vt:lpstr>For Loops</vt:lpstr>
      <vt:lpstr>For Loops</vt:lpstr>
      <vt:lpstr>For Loops</vt:lpstr>
      <vt:lpstr>For Loops</vt:lpstr>
      <vt:lpstr>For Loops</vt:lpstr>
      <vt:lpstr>For Loops</vt:lpstr>
      <vt:lpstr>For Loops</vt:lpstr>
      <vt:lpstr>For Loops</vt:lpstr>
      <vt:lpstr>For Loops</vt:lpstr>
      <vt:lpstr>For Loops</vt:lpstr>
      <vt:lpstr>For Loops</vt:lpstr>
      <vt:lpstr>For Loops</vt:lpstr>
      <vt:lpstr>While Loops</vt:lpstr>
      <vt:lpstr>While Loops</vt:lpstr>
      <vt:lpstr>While Loops</vt:lpstr>
      <vt:lpstr>While Loops</vt:lpstr>
      <vt:lpstr>While Loops</vt:lpstr>
      <vt:lpstr>While Loops</vt:lpstr>
      <vt:lpstr>While Loops</vt:lpstr>
      <vt:lpstr>While Loops</vt:lpstr>
      <vt:lpstr>While Loops</vt:lpstr>
      <vt:lpstr>While Loops</vt:lpstr>
      <vt:lpstr>While Loops</vt:lpstr>
      <vt:lpstr>While Loops</vt:lpstr>
      <vt:lpstr>While Loops</vt:lpstr>
      <vt:lpstr>While Loops</vt:lpstr>
      <vt:lpstr>While Loops</vt:lpstr>
      <vt:lpstr>While Loops</vt:lpstr>
      <vt:lpstr>While Loops</vt:lpstr>
      <vt:lpstr>While Loops</vt:lpstr>
      <vt:lpstr>While Loops</vt:lpstr>
      <vt:lpstr>While Loops</vt:lpstr>
      <vt:lpstr>While Loops</vt:lpstr>
      <vt:lpstr>While Loops</vt:lpstr>
      <vt:lpstr>While Loops</vt:lpstr>
      <vt:lpstr>While Loops</vt:lpstr>
      <vt:lpstr>While Loops</vt:lpstr>
      <vt:lpstr>While Loops</vt:lpstr>
      <vt:lpstr>While Loops</vt:lpstr>
      <vt:lpstr>While Loops</vt:lpstr>
      <vt:lpstr>While Loops</vt:lpstr>
      <vt:lpstr>While Loops</vt:lpstr>
      <vt:lpstr>While Loops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Recap: Accessing Noteable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Tom Maullin-Sapey</dc:creator>
  <cp:lastModifiedBy>James Martin</cp:lastModifiedBy>
  <cp:revision>33</cp:revision>
  <dcterms:modified xsi:type="dcterms:W3CDTF">2026-09-29T10:18:08Z</dcterms:modified>
</cp:coreProperties>
</file>